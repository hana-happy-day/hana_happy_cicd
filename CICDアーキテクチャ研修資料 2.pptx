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omments/modernComment_139_4109B23F.xml" ContentType="application/vnd.ms-powerpoint.comments+xml"/>
  <Override PartName="/ppt/comments/modernComment_13D_CA960D07.xml" ContentType="application/vnd.ms-powerpoint.comments+xml"/>
  <Override PartName="/ppt/comments/modernComment_150_A2AB6596.xml" ContentType="application/vnd.ms-powerpoint.comments+xml"/>
  <Override PartName="/ppt/comments/modernComment_156_86B20CAA.xml" ContentType="application/vnd.ms-powerpoint.comments+xml"/>
  <Override PartName="/ppt/comments/modernComment_159_B7F914E.xml" ContentType="application/vnd.ms-powerpoint.comments+xml"/>
  <Override PartName="/ppt/comments/modernComment_16F_A6868CDD.xml" ContentType="application/vnd.ms-powerpoint.comments+xml"/>
  <Override PartName="/ppt/comments/modernComment_172_B435DAC1.xml" ContentType="application/vnd.ms-powerpoint.comments+xml"/>
  <Override PartName="/ppt/comments/modernComment_161_6E757815.xml" ContentType="application/vnd.ms-powerpoint.comments+xml"/>
  <Override PartName="/ppt/comments/modernComment_163_C9082B66.xml" ContentType="application/vnd.ms-powerpoint.comments+xml"/>
  <Override PartName="/ppt/comments/modernComment_16E_7659C33F.xml" ContentType="application/vnd.ms-powerpoint.comments+xml"/>
  <Override PartName="/ppt/comments/modernComment_167_D9244E7A.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48" r:id="rId4"/>
  </p:sldMasterIdLst>
  <p:notesMasterIdLst>
    <p:notesMasterId r:id="rId63"/>
  </p:notesMasterIdLst>
  <p:handoutMasterIdLst>
    <p:handoutMasterId r:id="rId64"/>
  </p:handoutMasterIdLst>
  <p:sldIdLst>
    <p:sldId id="364" r:id="rId5"/>
    <p:sldId id="310" r:id="rId6"/>
    <p:sldId id="375" r:id="rId7"/>
    <p:sldId id="329" r:id="rId8"/>
    <p:sldId id="330" r:id="rId9"/>
    <p:sldId id="312" r:id="rId10"/>
    <p:sldId id="313" r:id="rId11"/>
    <p:sldId id="344" r:id="rId12"/>
    <p:sldId id="331" r:id="rId13"/>
    <p:sldId id="371" r:id="rId14"/>
    <p:sldId id="320" r:id="rId15"/>
    <p:sldId id="322" r:id="rId16"/>
    <p:sldId id="324" r:id="rId17"/>
    <p:sldId id="325" r:id="rId18"/>
    <p:sldId id="327" r:id="rId19"/>
    <p:sldId id="326" r:id="rId20"/>
    <p:sldId id="332" r:id="rId21"/>
    <p:sldId id="321" r:id="rId22"/>
    <p:sldId id="317" r:id="rId23"/>
    <p:sldId id="335" r:id="rId24"/>
    <p:sldId id="334" r:id="rId25"/>
    <p:sldId id="333" r:id="rId26"/>
    <p:sldId id="318" r:id="rId27"/>
    <p:sldId id="336" r:id="rId28"/>
    <p:sldId id="337" r:id="rId29"/>
    <p:sldId id="338" r:id="rId30"/>
    <p:sldId id="341" r:id="rId31"/>
    <p:sldId id="342" r:id="rId32"/>
    <p:sldId id="376" r:id="rId33"/>
    <p:sldId id="340" r:id="rId34"/>
    <p:sldId id="372" r:id="rId35"/>
    <p:sldId id="350" r:id="rId36"/>
    <p:sldId id="351" r:id="rId37"/>
    <p:sldId id="343" r:id="rId38"/>
    <p:sldId id="345" r:id="rId39"/>
    <p:sldId id="347" r:id="rId40"/>
    <p:sldId id="349" r:id="rId41"/>
    <p:sldId id="348" r:id="rId42"/>
    <p:sldId id="352" r:id="rId43"/>
    <p:sldId id="367" r:id="rId44"/>
    <p:sldId id="370" r:id="rId45"/>
    <p:sldId id="346" r:id="rId46"/>
    <p:sldId id="353" r:id="rId47"/>
    <p:sldId id="354" r:id="rId48"/>
    <p:sldId id="355" r:id="rId49"/>
    <p:sldId id="366" r:id="rId50"/>
    <p:sldId id="368" r:id="rId51"/>
    <p:sldId id="365" r:id="rId52"/>
    <p:sldId id="357" r:id="rId53"/>
    <p:sldId id="356" r:id="rId54"/>
    <p:sldId id="358" r:id="rId55"/>
    <p:sldId id="373" r:id="rId56"/>
    <p:sldId id="374" r:id="rId57"/>
    <p:sldId id="369" r:id="rId58"/>
    <p:sldId id="359" r:id="rId59"/>
    <p:sldId id="360" r:id="rId60"/>
    <p:sldId id="361" r:id="rId61"/>
    <p:sldId id="363" r:id="rId62"/>
  </p:sldIdLst>
  <p:sldSz cx="12192000" cy="6858000"/>
  <p:notesSz cx="9939338" cy="68072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3" orient="horz" pos="2160">
          <p15:clr>
            <a:srgbClr val="A4A3A4"/>
          </p15:clr>
        </p15:guide>
      </p15:sldGuideLst>
    </p:ext>
    <p:ext uri="{2D200454-40CA-4A62-9FC3-DE9A4176ACB9}">
      <p15:notesGuideLst xmlns:p15="http://schemas.microsoft.com/office/powerpoint/2012/main">
        <p15:guide id="1" orient="horz" pos="2144" userDrawn="1">
          <p15:clr>
            <a:srgbClr val="A4A3A4"/>
          </p15:clr>
        </p15:guide>
        <p15:guide id="2" pos="3131"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3566D82-FD4E-48B9-FF7D-69C7AA44E99E}" name="西村 綾子" initials="西村" userId="S::ayako.nishimura@veriserve.co.jp::92e572ca-a42a-45b4-a979-caad4f3cfff8" providerId="AD"/>
  <p188:author id="{B57A07A8-73F2-41B5-DA8A-174BA4B2943B}" name="川嶋 夏生" initials="川夏" userId="S::natsuki.kawashima@hd.veriserve.co.jp::f21abbe8-7ac3-4560-b509-5ac1bd3d5ef1" providerId="AD"/>
  <p188:author id="{8BCFC0A9-DDAD-C9B7-4D34-288FE02F9641}" name="桑田 睦史" initials="桑睦" userId="S::yoshifumi.kuwata@hd.veriserve.co.jp::f42d92e1-87dc-49c7-9907-a8445cf97db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524"/>
    <a:srgbClr val="C2FFBF"/>
    <a:srgbClr val="78FF71"/>
    <a:srgbClr val="FFFFCC"/>
    <a:srgbClr val="DECBBC"/>
    <a:srgbClr val="F19000"/>
    <a:srgbClr val="FFA059"/>
    <a:srgbClr val="5B84C3"/>
    <a:srgbClr val="F49F00"/>
    <a:srgbClr val="003F9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C3596E-9495-1E93-B867-D10CDF055CAA}" v="16" dt="2026-06-10T05:42:55.485"/>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78" y="1056"/>
      </p:cViewPr>
      <p:guideLst>
        <p:guide pos="3840"/>
        <p:guide orient="horz" pos="2160"/>
      </p:guideLst>
    </p:cSldViewPr>
  </p:slideViewPr>
  <p:notesTextViewPr>
    <p:cViewPr>
      <p:scale>
        <a:sx n="1" d="1"/>
        <a:sy n="1" d="1"/>
      </p:scale>
      <p:origin x="0" y="0"/>
    </p:cViewPr>
  </p:notesTextViewPr>
  <p:notesViewPr>
    <p:cSldViewPr snapToGrid="0">
      <p:cViewPr>
        <p:scale>
          <a:sx n="1" d="2"/>
          <a:sy n="1" d="2"/>
        </p:scale>
        <p:origin x="0" y="0"/>
      </p:cViewPr>
      <p:guideLst>
        <p:guide orient="horz" pos="2144"/>
        <p:guide pos="3131"/>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3.xml"/><Relationship Id="rId71"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handoutMaster" Target="handoutMasters/handoutMaster1.xml"/><Relationship Id="rId69"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桑田 睦史" userId="S::yoshifumi.kuwata@hd.veriserve.co.jp::f42d92e1-87dc-49c7-9907-a8445cf97dbf" providerId="AD" clId="Web-{0DA2E706-8942-A30F-64E0-7376E3880DEB}"/>
    <pc:docChg chg="addSld modSld">
      <pc:chgData name="桑田 睦史" userId="S::yoshifumi.kuwata@hd.veriserve.co.jp::f42d92e1-87dc-49c7-9907-a8445cf97dbf" providerId="AD" clId="Web-{0DA2E706-8942-A30F-64E0-7376E3880DEB}" dt="2026-05-27T00:24:33.727" v="112" actId="20577"/>
      <pc:docMkLst>
        <pc:docMk/>
      </pc:docMkLst>
      <pc:sldChg chg="modSp">
        <pc:chgData name="桑田 睦史" userId="S::yoshifumi.kuwata@hd.veriserve.co.jp::f42d92e1-87dc-49c7-9907-a8445cf97dbf" providerId="AD" clId="Web-{0DA2E706-8942-A30F-64E0-7376E3880DEB}" dt="2026-05-27T00:24:33.727" v="112" actId="20577"/>
        <pc:sldMkLst>
          <pc:docMk/>
          <pc:sldMk cId="3919881887" sldId="310"/>
        </pc:sldMkLst>
        <pc:spChg chg="mod">
          <ac:chgData name="桑田 睦史" userId="S::yoshifumi.kuwata@hd.veriserve.co.jp::f42d92e1-87dc-49c7-9907-a8445cf97dbf" providerId="AD" clId="Web-{0DA2E706-8942-A30F-64E0-7376E3880DEB}" dt="2026-05-27T00:24:33.727" v="112" actId="20577"/>
          <ac:spMkLst>
            <pc:docMk/>
            <pc:sldMk cId="3919881887" sldId="310"/>
            <ac:spMk id="5" creationId="{DBCEBCD9-4A9B-3B8E-19DE-2AEB950E386E}"/>
          </ac:spMkLst>
        </pc:spChg>
      </pc:sldChg>
      <pc:sldChg chg="addSp delSp modSp add replId">
        <pc:chgData name="桑田 睦史" userId="S::yoshifumi.kuwata@hd.veriserve.co.jp::f42d92e1-87dc-49c7-9907-a8445cf97dbf" providerId="AD" clId="Web-{0DA2E706-8942-A30F-64E0-7376E3880DEB}" dt="2026-05-27T00:24:15.492" v="110" actId="20577"/>
        <pc:sldMkLst>
          <pc:docMk/>
          <pc:sldMk cId="2311242710" sldId="375"/>
        </pc:sldMkLst>
        <pc:spChg chg="mod">
          <ac:chgData name="桑田 睦史" userId="S::yoshifumi.kuwata@hd.veriserve.co.jp::f42d92e1-87dc-49c7-9907-a8445cf97dbf" providerId="AD" clId="Web-{0DA2E706-8942-A30F-64E0-7376E3880DEB}" dt="2026-05-27T00:20:07.826" v="7" actId="20577"/>
          <ac:spMkLst>
            <pc:docMk/>
            <pc:sldMk cId="2311242710" sldId="375"/>
            <ac:spMk id="2" creationId="{5EA70D02-8ACE-EAA6-177E-EA56301C724C}"/>
          </ac:spMkLst>
        </pc:spChg>
        <pc:spChg chg="mod">
          <ac:chgData name="桑田 睦史" userId="S::yoshifumi.kuwata@hd.veriserve.co.jp::f42d92e1-87dc-49c7-9907-a8445cf97dbf" providerId="AD" clId="Web-{0DA2E706-8942-A30F-64E0-7376E3880DEB}" dt="2026-05-27T00:20:42.077" v="19" actId="20577"/>
          <ac:spMkLst>
            <pc:docMk/>
            <pc:sldMk cId="2311242710" sldId="375"/>
            <ac:spMk id="5" creationId="{53D06760-4598-C691-A7D5-2B4202F82DC1}"/>
          </ac:spMkLst>
        </pc:spChg>
        <pc:spChg chg="add del mod">
          <ac:chgData name="桑田 睦史" userId="S::yoshifumi.kuwata@hd.veriserve.co.jp::f42d92e1-87dc-49c7-9907-a8445cf97dbf" providerId="AD" clId="Web-{0DA2E706-8942-A30F-64E0-7376E3880DEB}" dt="2026-05-27T00:24:15.492" v="110" actId="20577"/>
          <ac:spMkLst>
            <pc:docMk/>
            <pc:sldMk cId="2311242710" sldId="375"/>
            <ac:spMk id="6" creationId="{4304CDE0-6EBC-13BA-3492-F2EC6695DAF5}"/>
          </ac:spMkLst>
        </pc:spChg>
      </pc:sldChg>
    </pc:docChg>
  </pc:docChgLst>
  <pc:docChgLst>
    <pc:chgData name="桑田 睦史" userId="S::yoshifumi.kuwata@hd.veriserve.co.jp::f42d92e1-87dc-49c7-9907-a8445cf97dbf" providerId="AD" clId="Web-{47C3596E-9495-1E93-B867-D10CDF055CAA}"/>
    <pc:docChg chg="modSld">
      <pc:chgData name="桑田 睦史" userId="S::yoshifumi.kuwata@hd.veriserve.co.jp::f42d92e1-87dc-49c7-9907-a8445cf97dbf" providerId="AD" clId="Web-{47C3596E-9495-1E93-B867-D10CDF055CAA}" dt="2026-06-10T05:42:55.485" v="7" actId="20577"/>
      <pc:docMkLst>
        <pc:docMk/>
      </pc:docMkLst>
      <pc:sldChg chg="modSp">
        <pc:chgData name="桑田 睦史" userId="S::yoshifumi.kuwata@hd.veriserve.co.jp::f42d92e1-87dc-49c7-9907-a8445cf97dbf" providerId="AD" clId="Web-{47C3596E-9495-1E93-B867-D10CDF055CAA}" dt="2026-06-10T05:42:07.405" v="0" actId="20577"/>
        <pc:sldMkLst>
          <pc:docMk/>
          <pc:sldMk cId="3919881887" sldId="310"/>
        </pc:sldMkLst>
        <pc:spChg chg="mod">
          <ac:chgData name="桑田 睦史" userId="S::yoshifumi.kuwata@hd.veriserve.co.jp::f42d92e1-87dc-49c7-9907-a8445cf97dbf" providerId="AD" clId="Web-{47C3596E-9495-1E93-B867-D10CDF055CAA}" dt="2026-06-10T05:42:07.405" v="0" actId="20577"/>
          <ac:spMkLst>
            <pc:docMk/>
            <pc:sldMk cId="3919881887" sldId="310"/>
            <ac:spMk id="5" creationId="{DBCEBCD9-4A9B-3B8E-19DE-2AEB950E386E}"/>
          </ac:spMkLst>
        </pc:spChg>
      </pc:sldChg>
      <pc:sldChg chg="modSp">
        <pc:chgData name="桑田 睦史" userId="S::yoshifumi.kuwata@hd.veriserve.co.jp::f42d92e1-87dc-49c7-9907-a8445cf97dbf" providerId="AD" clId="Web-{47C3596E-9495-1E93-B867-D10CDF055CAA}" dt="2026-06-10T05:42:55.485" v="7" actId="20577"/>
        <pc:sldMkLst>
          <pc:docMk/>
          <pc:sldMk cId="2811683145" sldId="312"/>
        </pc:sldMkLst>
        <pc:spChg chg="mod">
          <ac:chgData name="桑田 睦史" userId="S::yoshifumi.kuwata@hd.veriserve.co.jp::f42d92e1-87dc-49c7-9907-a8445cf97dbf" providerId="AD" clId="Web-{47C3596E-9495-1E93-B867-D10CDF055CAA}" dt="2026-06-10T05:42:55.485" v="7" actId="20577"/>
          <ac:spMkLst>
            <pc:docMk/>
            <pc:sldMk cId="2811683145" sldId="312"/>
            <ac:spMk id="3" creationId="{5BE95A71-6280-7834-7CB4-373B6BE17B27}"/>
          </ac:spMkLst>
        </pc:spChg>
      </pc:sldChg>
      <pc:sldChg chg="modSp">
        <pc:chgData name="桑田 睦史" userId="S::yoshifumi.kuwata@hd.veriserve.co.jp::f42d92e1-87dc-49c7-9907-a8445cf97dbf" providerId="AD" clId="Web-{47C3596E-9495-1E93-B867-D10CDF055CAA}" dt="2026-06-10T05:42:39.031" v="4" actId="20577"/>
        <pc:sldMkLst>
          <pc:docMk/>
          <pc:sldMk cId="2311242710" sldId="375"/>
        </pc:sldMkLst>
        <pc:spChg chg="mod">
          <ac:chgData name="桑田 睦史" userId="S::yoshifumi.kuwata@hd.veriserve.co.jp::f42d92e1-87dc-49c7-9907-a8445cf97dbf" providerId="AD" clId="Web-{47C3596E-9495-1E93-B867-D10CDF055CAA}" dt="2026-06-10T05:42:39.031" v="4" actId="20577"/>
          <ac:spMkLst>
            <pc:docMk/>
            <pc:sldMk cId="2311242710" sldId="375"/>
            <ac:spMk id="6" creationId="{4304CDE0-6EBC-13BA-3492-F2EC6695DAF5}"/>
          </ac:spMkLst>
        </pc:spChg>
      </pc:sldChg>
    </pc:docChg>
  </pc:docChgLst>
</pc:chgInfo>
</file>

<file path=ppt/comments/modernComment_13D_CA960D07.xml><?xml version="1.0" encoding="utf-8"?>
<p188:cmLst xmlns:a="http://schemas.openxmlformats.org/drawingml/2006/main" xmlns:r="http://schemas.openxmlformats.org/officeDocument/2006/relationships" xmlns:p188="http://schemas.microsoft.com/office/powerpoint/2018/8/main">
  <p188:cm id="{E24A0EAD-D039-4371-974D-3958D8D50F69}" authorId="{8BCFC0A9-DDAD-C9B7-4D34-288FE02F9641}" created="2025-12-04T03:43:26.904">
    <pc:sldMkLst xmlns:pc="http://schemas.microsoft.com/office/powerpoint/2013/main/command">
      <pc:docMk/>
      <pc:sldMk cId="3398831367" sldId="317"/>
    </pc:sldMkLst>
    <p188:txBody>
      <a:bodyPr/>
      <a:lstStyle/>
      <a:p>
        <a:r>
          <a:rPr lang="ja-JP" altLang="en-US"/>
          <a:t>パッケージじゃないのでメソッドという体で作り直す</a:t>
        </a:r>
      </a:p>
    </p188:txBody>
  </p188:cm>
</p188:cmLst>
</file>

<file path=ppt/comments/modernComment_16E_7659C33F.xml><?xml version="1.0" encoding="utf-8"?>
<p188:cmLst xmlns:a="http://schemas.openxmlformats.org/drawingml/2006/main" xmlns:r="http://schemas.openxmlformats.org/officeDocument/2006/relationships" xmlns:p188="http://schemas.microsoft.com/office/powerpoint/2018/8/main">
  <p188:cm id="{479B7018-D95C-41FC-9137-D83BFD965211}" authorId="{8BCFC0A9-DDAD-C9B7-4D34-288FE02F9641}" status="resolved" created="2025-12-01T07:39:34.965" complete="100000">
    <pc:sldMkLst xmlns:pc="http://schemas.microsoft.com/office/powerpoint/2013/main/command">
      <pc:docMk/>
      <pc:sldMk cId="1985594175" sldId="366"/>
    </pc:sldMkLst>
    <p188:txBody>
      <a:bodyPr/>
      <a:lstStyle/>
      <a:p>
        <a:r>
          <a:rPr lang="ja-JP" altLang="en-US"/>
          <a:t>アーティファクトの取得について書く
</a:t>
        </a:r>
      </a:p>
    </p188:txBody>
  </p188:cm>
</p188:cmLst>
</file>

<file path=ppt/comments/modernComment_16F_A6868CDD.xml><?xml version="1.0" encoding="utf-8"?>
<p188:cmLst xmlns:a="http://schemas.openxmlformats.org/drawingml/2006/main" xmlns:r="http://schemas.openxmlformats.org/officeDocument/2006/relationships" xmlns:p188="http://schemas.microsoft.com/office/powerpoint/2018/8/main">
  <p188:cm id="{CD10FB50-8145-4087-9508-E4C548CCD07D}" authorId="{8BCFC0A9-DDAD-C9B7-4D34-288FE02F9641}" created="2025-12-01T07:40:20.595">
    <pc:sldMkLst xmlns:pc="http://schemas.microsoft.com/office/powerpoint/2013/main/command">
      <pc:docMk/>
      <pc:sldMk cId="2793835741" sldId="367"/>
    </pc:sldMkLst>
    <p188:txBody>
      <a:bodyPr/>
      <a:lstStyle/>
      <a:p>
        <a:r>
          <a:rPr lang="ja-JP" altLang="en-US"/>
          <a:t>VeriGenの出力形式にもよるけどmarkdownファイルの作成・出力ができるようにしておく</a:t>
        </a:r>
      </a:p>
    </p188:txBody>
  </p188:cm>
</p188:cmLst>
</file>

<file path=ppt/comments/modernComment_139_4109B23F.xml><?xml version="1.0" encoding="utf-8"?>
<p188:cmLst xmlns:a="http://schemas.openxmlformats.org/drawingml/2006/main" xmlns:r="http://schemas.openxmlformats.org/officeDocument/2006/relationships" xmlns:p188="http://schemas.microsoft.com/office/powerpoint/2018/8/main">
  <p188:cm id="{45D5977B-1A24-4307-8EC5-F8A55D78D781}" authorId="{8BCFC0A9-DDAD-C9B7-4D34-288FE02F9641}" created="2025-12-01T03:14:47.932">
    <pc:sldMkLst xmlns:pc="http://schemas.microsoft.com/office/powerpoint/2013/main/command">
      <pc:docMk/>
      <pc:sldMk cId="1091154495" sldId="313"/>
    </pc:sldMkLst>
    <p188:txBody>
      <a:bodyPr/>
      <a:lstStyle/>
      <a:p>
        <a:r>
          <a:rPr lang="ja-JP" altLang="en-US"/>
          <a:t>リンク抜けてる気がする
</a:t>
        </a:r>
      </a:p>
    </p188:txBody>
  </p188:cm>
</p188:cmLst>
</file>

<file path=ppt/comments/modernComment_150_A2AB6596.xml><?xml version="1.0" encoding="utf-8"?>
<p188:cmLst xmlns:a="http://schemas.openxmlformats.org/drawingml/2006/main" xmlns:r="http://schemas.openxmlformats.org/officeDocument/2006/relationships" xmlns:p188="http://schemas.microsoft.com/office/powerpoint/2018/8/main">
  <p188:cm id="{BBA01769-6E71-4F8E-B020-DD283E2376AB}" authorId="{8BCFC0A9-DDAD-C9B7-4D34-288FE02F9641}" status="resolved" created="2025-11-28T06:28:10.533" complete="100000">
    <pc:sldMkLst xmlns:pc="http://schemas.microsoft.com/office/powerpoint/2013/main/command">
      <pc:docMk/>
      <pc:sldMk cId="2729141654" sldId="336"/>
    </pc:sldMkLst>
    <p188:txBody>
      <a:bodyPr/>
      <a:lstStyle/>
      <a:p>
        <a:r>
          <a:rPr lang="ja-JP" altLang="en-US"/>
          <a:t>いい感じに回答を用意する</a:t>
        </a:r>
      </a:p>
    </p188:txBody>
  </p188:cm>
</p188:cmLst>
</file>

<file path=ppt/comments/modernComment_156_86B20CAA.xml><?xml version="1.0" encoding="utf-8"?>
<p188:cmLst xmlns:a="http://schemas.openxmlformats.org/drawingml/2006/main" xmlns:r="http://schemas.openxmlformats.org/officeDocument/2006/relationships" xmlns:p188="http://schemas.microsoft.com/office/powerpoint/2018/8/main">
  <p188:cm id="{262B636B-B1FA-49DE-B356-9A021D5BB8C4}" authorId="{8BCFC0A9-DDAD-C9B7-4D34-288FE02F9641}" created="2025-11-28T06:58:00.491">
    <pc:sldMkLst xmlns:pc="http://schemas.microsoft.com/office/powerpoint/2013/main/command">
      <pc:docMk/>
      <pc:sldMk cId="2259815594" sldId="342"/>
    </pc:sldMkLst>
    <p188:txBody>
      <a:bodyPr/>
      <a:lstStyle/>
      <a:p>
        <a:r>
          <a:rPr lang="ja-JP" altLang="en-US"/>
          <a:t>JavaScの記法混じってるので後で最新にする</a:t>
        </a:r>
      </a:p>
    </p188:txBody>
  </p188:cm>
</p188:cmLst>
</file>

<file path=ppt/comments/modernComment_159_B7F914E.xml><?xml version="1.0" encoding="utf-8"?>
<p188:cmLst xmlns:a="http://schemas.openxmlformats.org/drawingml/2006/main" xmlns:r="http://schemas.openxmlformats.org/officeDocument/2006/relationships" xmlns:p188="http://schemas.microsoft.com/office/powerpoint/2018/8/main">
  <p188:cm id="{5849CDE5-20BA-4EBF-953B-117E2CADF12E}" authorId="{8BCFC0A9-DDAD-C9B7-4D34-288FE02F9641}" status="resolved" created="2025-11-28T08:39:41.140" complete="100000">
    <pc:sldMkLst xmlns:pc="http://schemas.microsoft.com/office/powerpoint/2013/main/command">
      <pc:docMk/>
      <pc:sldMk cId="192909646" sldId="345"/>
    </pc:sldMkLst>
    <p188:txBody>
      <a:bodyPr/>
      <a:lstStyle/>
      <a:p>
        <a:r>
          <a:rPr lang="ja-JP" altLang="en-US"/>
          <a:t>いい感じの正答例を作る</a:t>
        </a:r>
      </a:p>
    </p188:txBody>
  </p188:cm>
  <p188:cm id="{D373ADE0-3E3A-4A04-A6D5-64059D01E6F8}" authorId="{8BCFC0A9-DDAD-C9B7-4D34-288FE02F9641}" status="resolved" created="2025-12-04T01:55:47.708" complete="100000">
    <pc:sldMkLst xmlns:pc="http://schemas.microsoft.com/office/powerpoint/2013/main/command">
      <pc:docMk/>
      <pc:sldMk cId="192909646" sldId="345"/>
    </pc:sldMkLst>
    <p188:txBody>
      <a:bodyPr/>
      <a:lstStyle/>
      <a:p>
        <a:r>
          <a:rPr lang="ja-JP" altLang="en-US"/>
          <a:t>回答例からwebhook_urlを削除しておく
</a:t>
        </a:r>
      </a:p>
    </p188:txBody>
  </p188:cm>
</p188:cmLst>
</file>

<file path=ppt/comments/modernComment_161_6E757815.xml><?xml version="1.0" encoding="utf-8"?>
<p188:cmLst xmlns:a="http://schemas.openxmlformats.org/drawingml/2006/main" xmlns:r="http://schemas.openxmlformats.org/officeDocument/2006/relationships" xmlns:p188="http://schemas.microsoft.com/office/powerpoint/2018/8/main">
  <p188:cm id="{6F0EE18A-49B3-4833-BBAA-1108FD06E3EE}" authorId="{8BCFC0A9-DDAD-C9B7-4D34-288FE02F9641}" status="resolved" created="2025-12-01T02:02:07.480" complete="100000">
    <pc:sldMkLst xmlns:pc="http://schemas.microsoft.com/office/powerpoint/2013/main/command">
      <pc:docMk/>
      <pc:sldMk cId="1853192213" sldId="353"/>
    </pc:sldMkLst>
    <p188:txBody>
      <a:bodyPr/>
      <a:lstStyle/>
      <a:p>
        <a:r>
          <a:rPr lang="ja-JP" altLang="en-US"/>
          <a:t>verigenAPIのリファレンスもらってから</a:t>
        </a:r>
      </a:p>
    </p188:txBody>
  </p188:cm>
</p188:cmLst>
</file>

<file path=ppt/comments/modernComment_163_C9082B66.xml><?xml version="1.0" encoding="utf-8"?>
<p188:cmLst xmlns:a="http://schemas.openxmlformats.org/drawingml/2006/main" xmlns:r="http://schemas.openxmlformats.org/officeDocument/2006/relationships" xmlns:p188="http://schemas.microsoft.com/office/powerpoint/2018/8/main">
  <p188:cm id="{17CC5232-A204-458C-A3F3-697C1BDAF98B}" authorId="{8BCFC0A9-DDAD-C9B7-4D34-288FE02F9641}" status="resolved" created="2025-12-01T03:47:08.070" complete="100000">
    <pc:sldMkLst xmlns:pc="http://schemas.microsoft.com/office/powerpoint/2013/main/command">
      <pc:docMk/>
      <pc:sldMk cId="3372755814" sldId="355"/>
    </pc:sldMkLst>
    <p188:txBody>
      <a:bodyPr/>
      <a:lstStyle/>
      <a:p>
        <a:r>
          <a:rPr lang="ja-JP" altLang="en-US"/>
          <a:t>workflowでPythonを使えるようにする</a:t>
        </a:r>
      </a:p>
    </p188:txBody>
  </p188:cm>
</p188:cmLst>
</file>

<file path=ppt/comments/modernComment_167_D9244E7A.xml><?xml version="1.0" encoding="utf-8"?>
<p188:cmLst xmlns:a="http://schemas.openxmlformats.org/drawingml/2006/main" xmlns:r="http://schemas.openxmlformats.org/officeDocument/2006/relationships" xmlns:p188="http://schemas.microsoft.com/office/powerpoint/2018/8/main">
  <p188:cm id="{21701827-C7FA-46E7-8F15-D64978EDA694}" authorId="{8BCFC0A9-DDAD-C9B7-4D34-288FE02F9641}" created="2025-12-01T05:05:50.458">
    <pc:sldMkLst xmlns:pc="http://schemas.microsoft.com/office/powerpoint/2013/main/command">
      <pc:docMk/>
      <pc:sldMk cId="3643035258" sldId="359"/>
    </pc:sldMkLst>
    <p188:txBody>
      <a:bodyPr/>
      <a:lstStyle/>
      <a:p>
        <a:r>
          <a:rPr lang="ja-JP" altLang="en-US"/>
          <a:t>つくる</a:t>
        </a:r>
      </a:p>
    </p188:txBody>
  </p188:cm>
</p188:cmLst>
</file>

<file path=ppt/comments/modernComment_172_B435DAC1.xml><?xml version="1.0" encoding="utf-8"?>
<p188:cmLst xmlns:a="http://schemas.openxmlformats.org/drawingml/2006/main" xmlns:r="http://schemas.openxmlformats.org/officeDocument/2006/relationships" xmlns:p188="http://schemas.microsoft.com/office/powerpoint/2018/8/main">
  <p188:cm id="{02BE2C62-37BA-41BA-A0A7-F80993951B14}" authorId="{8BCFC0A9-DDAD-C9B7-4D34-288FE02F9641}" status="resolved" created="2025-12-04T00:40:44.495" complete="100000">
    <pc:sldMkLst xmlns:pc="http://schemas.microsoft.com/office/powerpoint/2013/main/command">
      <pc:docMk/>
      <pc:sldMk cId="3023428289" sldId="370"/>
    </pc:sldMkLst>
    <p188:txBody>
      <a:bodyPr/>
      <a:lstStyle/>
      <a:p>
        <a:r>
          <a:rPr lang="ja-JP" altLang="en-US"/>
          <a:t>スクリプトをテキスト直接読み込む式に修正する</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586D3CDE-7893-2934-3218-848D83EE20FC}"/>
              </a:ext>
            </a:extLst>
          </p:cNvPr>
          <p:cNvSpPr>
            <a:spLocks noGrp="1"/>
          </p:cNvSpPr>
          <p:nvPr>
            <p:ph type="hdr" sz="quarter"/>
          </p:nvPr>
        </p:nvSpPr>
        <p:spPr>
          <a:xfrm>
            <a:off x="0" y="0"/>
            <a:ext cx="4306888" cy="341313"/>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C363EC2B-0983-F723-6318-81B3440B74DF}"/>
              </a:ext>
            </a:extLst>
          </p:cNvPr>
          <p:cNvSpPr>
            <a:spLocks noGrp="1"/>
          </p:cNvSpPr>
          <p:nvPr>
            <p:ph type="dt" sz="quarter" idx="1"/>
          </p:nvPr>
        </p:nvSpPr>
        <p:spPr>
          <a:xfrm>
            <a:off x="5629275" y="0"/>
            <a:ext cx="4308475" cy="341313"/>
          </a:xfrm>
          <a:prstGeom prst="rect">
            <a:avLst/>
          </a:prstGeom>
        </p:spPr>
        <p:txBody>
          <a:bodyPr vert="horz" lIns="91440" tIns="45720" rIns="91440" bIns="45720" rtlCol="0"/>
          <a:lstStyle>
            <a:lvl1pPr algn="r">
              <a:defRPr sz="1200"/>
            </a:lvl1pPr>
          </a:lstStyle>
          <a:p>
            <a:fld id="{23F5A324-3299-4CF2-BA70-B9585FFD4104}" type="datetimeFigureOut">
              <a:rPr kumimoji="1" lang="ja-JP" altLang="en-US" smtClean="0"/>
              <a:t>2026/6/11</a:t>
            </a:fld>
            <a:endParaRPr kumimoji="1" lang="ja-JP" altLang="en-US"/>
          </a:p>
        </p:txBody>
      </p:sp>
      <p:sp>
        <p:nvSpPr>
          <p:cNvPr id="4" name="フッター プレースホルダー 3">
            <a:extLst>
              <a:ext uri="{FF2B5EF4-FFF2-40B4-BE49-F238E27FC236}">
                <a16:creationId xmlns:a16="http://schemas.microsoft.com/office/drawing/2014/main" id="{E6EB8CC4-CB93-F4FF-8EB4-C9DDDE732BCC}"/>
              </a:ext>
            </a:extLst>
          </p:cNvPr>
          <p:cNvSpPr>
            <a:spLocks noGrp="1"/>
          </p:cNvSpPr>
          <p:nvPr>
            <p:ph type="ftr" sz="quarter" idx="2"/>
          </p:nvPr>
        </p:nvSpPr>
        <p:spPr>
          <a:xfrm>
            <a:off x="0" y="6465888"/>
            <a:ext cx="4306888" cy="341312"/>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2FB39347-4CF5-0191-2D66-56EE5ED7D5B4}"/>
              </a:ext>
            </a:extLst>
          </p:cNvPr>
          <p:cNvSpPr>
            <a:spLocks noGrp="1"/>
          </p:cNvSpPr>
          <p:nvPr>
            <p:ph type="sldNum" sz="quarter" idx="3"/>
          </p:nvPr>
        </p:nvSpPr>
        <p:spPr>
          <a:xfrm>
            <a:off x="5629275" y="6465888"/>
            <a:ext cx="4308475" cy="341312"/>
          </a:xfrm>
          <a:prstGeom prst="rect">
            <a:avLst/>
          </a:prstGeom>
        </p:spPr>
        <p:txBody>
          <a:bodyPr vert="horz" lIns="91440" tIns="45720" rIns="91440" bIns="45720" rtlCol="0" anchor="b"/>
          <a:lstStyle>
            <a:lvl1pPr algn="r">
              <a:defRPr sz="1200"/>
            </a:lvl1pPr>
          </a:lstStyle>
          <a:p>
            <a:fld id="{34FA6DC7-3763-4201-8488-A2592821DA6E}" type="slidenum">
              <a:rPr kumimoji="1" lang="ja-JP" altLang="en-US" smtClean="0"/>
              <a:t>‹#›</a:t>
            </a:fld>
            <a:endParaRPr kumimoji="1" lang="ja-JP" altLang="en-US"/>
          </a:p>
        </p:txBody>
      </p:sp>
    </p:spTree>
    <p:extLst>
      <p:ext uri="{BB962C8B-B14F-4D97-AF65-F5344CB8AC3E}">
        <p14:creationId xmlns:p14="http://schemas.microsoft.com/office/powerpoint/2010/main" val="4167475670"/>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144" userDrawn="1">
          <p15:clr>
            <a:srgbClr val="F26B43"/>
          </p15:clr>
        </p15:guide>
        <p15:guide id="2" pos="313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0"/>
            <a:ext cx="4307047" cy="341542"/>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5629992" y="0"/>
            <a:ext cx="4307047" cy="341542"/>
          </a:xfrm>
          <a:prstGeom prst="rect">
            <a:avLst/>
          </a:prstGeom>
        </p:spPr>
        <p:txBody>
          <a:bodyPr vert="horz" lIns="91440" tIns="45720" rIns="91440" bIns="45720" rtlCol="0"/>
          <a:lstStyle>
            <a:lvl1pPr algn="r">
              <a:defRPr sz="1200"/>
            </a:lvl1pPr>
          </a:lstStyle>
          <a:p>
            <a:fld id="{E093E85C-9E18-784A-AA16-400112B9035D}" type="datetimeFigureOut">
              <a:rPr kumimoji="1" lang="ja-JP" altLang="en-US" smtClean="0"/>
              <a:t>2026/6/11</a:t>
            </a:fld>
            <a:endParaRPr kumimoji="1" lang="ja-JP" altLang="en-US"/>
          </a:p>
        </p:txBody>
      </p:sp>
      <p:sp>
        <p:nvSpPr>
          <p:cNvPr id="4" name="スライド イメージ プレースホルダー 3"/>
          <p:cNvSpPr>
            <a:spLocks noGrp="1" noRot="1" noChangeAspect="1"/>
          </p:cNvSpPr>
          <p:nvPr>
            <p:ph type="sldImg" idx="2"/>
          </p:nvPr>
        </p:nvSpPr>
        <p:spPr>
          <a:xfrm>
            <a:off x="2927350" y="850900"/>
            <a:ext cx="4084638" cy="2297113"/>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993934" y="3275965"/>
            <a:ext cx="7951470" cy="2680335"/>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6465659"/>
            <a:ext cx="4307047" cy="341541"/>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5629992" y="6465659"/>
            <a:ext cx="4307047" cy="341541"/>
          </a:xfrm>
          <a:prstGeom prst="rect">
            <a:avLst/>
          </a:prstGeom>
        </p:spPr>
        <p:txBody>
          <a:bodyPr vert="horz" lIns="91440" tIns="45720" rIns="91440" bIns="45720" rtlCol="0" anchor="b"/>
          <a:lstStyle>
            <a:lvl1pPr algn="r">
              <a:defRPr sz="1200"/>
            </a:lvl1pPr>
          </a:lstStyle>
          <a:p>
            <a:fld id="{4455A982-163D-6049-A104-C4467CA90EA6}" type="slidenum">
              <a:rPr kumimoji="1" lang="ja-JP" altLang="en-US" smtClean="0"/>
              <a:t>‹#›</a:t>
            </a:fld>
            <a:endParaRPr kumimoji="1" lang="ja-JP" altLang="en-US"/>
          </a:p>
        </p:txBody>
      </p:sp>
    </p:spTree>
    <p:extLst>
      <p:ext uri="{BB962C8B-B14F-4D97-AF65-F5344CB8AC3E}">
        <p14:creationId xmlns:p14="http://schemas.microsoft.com/office/powerpoint/2010/main" val="329738923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144" userDrawn="1">
          <p15:clr>
            <a:srgbClr val="F26B43"/>
          </p15:clr>
        </p15:guide>
        <p15:guide id="2" pos="3130" userDrawn="1">
          <p15:clr>
            <a:srgbClr val="F26B43"/>
          </p15:clr>
        </p15:guide>
      </p15:sldGuideLst>
    </p:ext>
  </p:extLst>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png"/><Relationship Id="rId4" Type="http://schemas.microsoft.com/office/2007/relationships/hdphoto" Target="../media/hdphoto2.wdp"/></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青_表紙">
    <p:bg>
      <p:bgPr>
        <a:solidFill>
          <a:srgbClr val="004098"/>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5D343E7-2246-DFF1-7A5D-50A0E9C537BA}"/>
              </a:ext>
            </a:extLst>
          </p:cNvPr>
          <p:cNvSpPr>
            <a:spLocks noGrp="1"/>
          </p:cNvSpPr>
          <p:nvPr>
            <p:ph type="ctrTitle"/>
          </p:nvPr>
        </p:nvSpPr>
        <p:spPr>
          <a:xfrm>
            <a:off x="1285625" y="1999487"/>
            <a:ext cx="9620749" cy="1510475"/>
          </a:xfrm>
        </p:spPr>
        <p:txBody>
          <a:bodyPr anchor="b">
            <a:normAutofit/>
          </a:bodyPr>
          <a:lstStyle>
            <a:lvl1pPr algn="l">
              <a:lnSpc>
                <a:spcPct val="130000"/>
              </a:lnSpc>
              <a:defRPr sz="4000" b="1" i="0">
                <a:solidFill>
                  <a:schemeClr val="bg1"/>
                </a:solidFill>
                <a:latin typeface="Yu Gothic" panose="020B0400000000000000" pitchFamily="34" charset="-128"/>
                <a:ea typeface="Yu Gothic" panose="020B0400000000000000" pitchFamily="34" charset="-128"/>
              </a:defRPr>
            </a:lvl1pPr>
          </a:lstStyle>
          <a:p>
            <a:r>
              <a:rPr kumimoji="1" lang="ja-JP" altLang="en-US"/>
              <a:t>マスター タイトルの書式設定</a:t>
            </a:r>
          </a:p>
        </p:txBody>
      </p:sp>
      <p:sp>
        <p:nvSpPr>
          <p:cNvPr id="3" name="字幕 2">
            <a:extLst>
              <a:ext uri="{FF2B5EF4-FFF2-40B4-BE49-F238E27FC236}">
                <a16:creationId xmlns:a16="http://schemas.microsoft.com/office/drawing/2014/main" id="{BB676978-0BE7-2307-A39A-F1DC18B05E1B}"/>
              </a:ext>
            </a:extLst>
          </p:cNvPr>
          <p:cNvSpPr>
            <a:spLocks noGrp="1"/>
          </p:cNvSpPr>
          <p:nvPr>
            <p:ph type="subTitle" idx="1"/>
          </p:nvPr>
        </p:nvSpPr>
        <p:spPr>
          <a:xfrm>
            <a:off x="6096000" y="3725865"/>
            <a:ext cx="5765321" cy="454955"/>
          </a:xfrm>
        </p:spPr>
        <p:txBody>
          <a:bodyPr>
            <a:noAutofit/>
          </a:bodyPr>
          <a:lstStyle>
            <a:lvl1pPr marL="0" indent="0" algn="l">
              <a:lnSpc>
                <a:spcPct val="130000"/>
              </a:lnSpc>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227B8E63-9637-2707-94AB-42F626B09A49}"/>
              </a:ext>
            </a:extLst>
          </p:cNvPr>
          <p:cNvSpPr>
            <a:spLocks noGrp="1"/>
          </p:cNvSpPr>
          <p:nvPr>
            <p:ph type="dt" sz="half" idx="10"/>
          </p:nvPr>
        </p:nvSpPr>
        <p:spPr/>
        <p:txBody>
          <a:bodyPr/>
          <a:lstStyle/>
          <a:p>
            <a:fld id="{BB973515-480C-9C4A-8AAA-B3759DA3FA25}" type="datetime1">
              <a:rPr kumimoji="1" lang="ja-JP" altLang="en-US" smtClean="0"/>
              <a:t>2026/6/11</a:t>
            </a:fld>
            <a:endParaRPr kumimoji="1" lang="ja-JP" altLang="en-US"/>
          </a:p>
        </p:txBody>
      </p:sp>
      <p:sp>
        <p:nvSpPr>
          <p:cNvPr id="5" name="フッター プレースホルダー 4">
            <a:extLst>
              <a:ext uri="{FF2B5EF4-FFF2-40B4-BE49-F238E27FC236}">
                <a16:creationId xmlns:a16="http://schemas.microsoft.com/office/drawing/2014/main" id="{6E30F219-213A-E9E5-8033-80390A3B6B8D}"/>
              </a:ext>
            </a:extLst>
          </p:cNvPr>
          <p:cNvSpPr>
            <a:spLocks noGrp="1"/>
          </p:cNvSpPr>
          <p:nvPr>
            <p:ph type="ftr" sz="quarter" idx="11"/>
          </p:nvPr>
        </p:nvSpPr>
        <p:spPr/>
        <p:txBody>
          <a:bodyPr/>
          <a:lstStyle/>
          <a:p>
            <a:endParaRPr kumimoji="1" lang="ja-JP" altLang="en-US"/>
          </a:p>
        </p:txBody>
      </p:sp>
      <p:sp>
        <p:nvSpPr>
          <p:cNvPr id="7" name="正方形/長方形 6">
            <a:extLst>
              <a:ext uri="{FF2B5EF4-FFF2-40B4-BE49-F238E27FC236}">
                <a16:creationId xmlns:a16="http://schemas.microsoft.com/office/drawing/2014/main" id="{ADBC357F-A501-18A2-0F53-151FF2F531C4}"/>
              </a:ext>
            </a:extLst>
          </p:cNvPr>
          <p:cNvSpPr/>
          <p:nvPr userDrawn="1"/>
        </p:nvSpPr>
        <p:spPr>
          <a:xfrm>
            <a:off x="0" y="2280"/>
            <a:ext cx="321469"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D399AC86-9129-DBDE-2676-5048E9B2B2CA}"/>
              </a:ext>
            </a:extLst>
          </p:cNvPr>
          <p:cNvSpPr txBox="1"/>
          <p:nvPr userDrawn="1"/>
        </p:nvSpPr>
        <p:spPr>
          <a:xfrm rot="5400000">
            <a:off x="-821967" y="916705"/>
            <a:ext cx="1950122" cy="215444"/>
          </a:xfrm>
          <a:prstGeom prst="rect">
            <a:avLst/>
          </a:prstGeom>
          <a:noFill/>
        </p:spPr>
        <p:txBody>
          <a:bodyPr vert="horz" wrap="square">
            <a:spAutoFit/>
          </a:bodyPr>
          <a:lstStyle/>
          <a:p>
            <a:pPr lvl="0"/>
            <a:r>
              <a:rPr kumimoji="1" lang="en-US" altLang="ja-JP" sz="800">
                <a:solidFill>
                  <a:schemeClr val="bg1">
                    <a:lumMod val="50000"/>
                  </a:schemeClr>
                </a:solidFill>
              </a:rPr>
              <a:t>©︎ 2023  VERISERVE CORP.  </a:t>
            </a:r>
            <a:endParaRPr kumimoji="1" lang="ja-JP" altLang="en-US" sz="800">
              <a:solidFill>
                <a:schemeClr val="bg1">
                  <a:lumMod val="50000"/>
                </a:schemeClr>
              </a:solidFill>
            </a:endParaRPr>
          </a:p>
        </p:txBody>
      </p:sp>
      <p:sp>
        <p:nvSpPr>
          <p:cNvPr id="19" name="テキスト ボックス 18">
            <a:extLst>
              <a:ext uri="{FF2B5EF4-FFF2-40B4-BE49-F238E27FC236}">
                <a16:creationId xmlns:a16="http://schemas.microsoft.com/office/drawing/2014/main" id="{31B54F22-E9E8-E325-3B37-BF651AC59379}"/>
              </a:ext>
            </a:extLst>
          </p:cNvPr>
          <p:cNvSpPr txBox="1"/>
          <p:nvPr userDrawn="1"/>
        </p:nvSpPr>
        <p:spPr>
          <a:xfrm rot="5400000">
            <a:off x="-447686" y="2070711"/>
            <a:ext cx="1213749" cy="215444"/>
          </a:xfrm>
          <a:prstGeom prst="rect">
            <a:avLst/>
          </a:prstGeom>
          <a:noFill/>
        </p:spPr>
        <p:txBody>
          <a:bodyPr vert="horz" wrap="square">
            <a:spAutoFit/>
          </a:bodyPr>
          <a:lstStyle/>
          <a:p>
            <a:pPr lvl="0"/>
            <a:r>
              <a:rPr kumimoji="1" lang="en-US" altLang="ja-JP" sz="800">
                <a:solidFill>
                  <a:schemeClr val="bg1">
                    <a:lumMod val="50000"/>
                  </a:schemeClr>
                </a:solidFill>
              </a:rPr>
              <a:t>CONFIDENTIAL</a:t>
            </a:r>
            <a:endParaRPr kumimoji="1" lang="ja-JP" altLang="en-US" sz="800">
              <a:solidFill>
                <a:schemeClr val="bg1">
                  <a:lumMod val="50000"/>
                </a:schemeClr>
              </a:solidFill>
            </a:endParaRPr>
          </a:p>
        </p:txBody>
      </p:sp>
      <p:pic>
        <p:nvPicPr>
          <p:cNvPr id="8" name="図 7" descr="アイコン&#10;&#10;自動的に生成された説明">
            <a:extLst>
              <a:ext uri="{FF2B5EF4-FFF2-40B4-BE49-F238E27FC236}">
                <a16:creationId xmlns:a16="http://schemas.microsoft.com/office/drawing/2014/main" id="{B9CF3555-AF46-DA0D-9675-44257CDA70CC}"/>
              </a:ext>
            </a:extLst>
          </p:cNvPr>
          <p:cNvPicPr>
            <a:picLocks noChangeAspect="1"/>
          </p:cNvPicPr>
          <p:nvPr userDrawn="1"/>
        </p:nvPicPr>
        <p:blipFill rotWithShape="1">
          <a:blip r:embed="rId2"/>
          <a:srcRect l="-1" r="-4128" b="33406"/>
          <a:stretch/>
        </p:blipFill>
        <p:spPr>
          <a:xfrm>
            <a:off x="461223" y="3807798"/>
            <a:ext cx="4859924" cy="3050202"/>
          </a:xfrm>
          <a:prstGeom prst="rect">
            <a:avLst/>
          </a:prstGeom>
        </p:spPr>
      </p:pic>
      <p:pic>
        <p:nvPicPr>
          <p:cNvPr id="11" name="図 10" descr="図形&#10;&#10;中程度の精度で自動的に生成された説明">
            <a:extLst>
              <a:ext uri="{FF2B5EF4-FFF2-40B4-BE49-F238E27FC236}">
                <a16:creationId xmlns:a16="http://schemas.microsoft.com/office/drawing/2014/main" id="{CC09ABB4-B9AE-6975-A1D8-F9BC6F3DB66A}"/>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9883576" y="225385"/>
            <a:ext cx="1921676" cy="454955"/>
          </a:xfrm>
          <a:prstGeom prst="rect">
            <a:avLst/>
          </a:prstGeom>
        </p:spPr>
      </p:pic>
      <p:sp>
        <p:nvSpPr>
          <p:cNvPr id="9" name="コンテンツ プレースホルダー 6">
            <a:extLst>
              <a:ext uri="{FF2B5EF4-FFF2-40B4-BE49-F238E27FC236}">
                <a16:creationId xmlns:a16="http://schemas.microsoft.com/office/drawing/2014/main" id="{39FC62A1-2A00-15D4-4ADF-EF597B2B1774}"/>
              </a:ext>
            </a:extLst>
          </p:cNvPr>
          <p:cNvSpPr>
            <a:spLocks noGrp="1"/>
          </p:cNvSpPr>
          <p:nvPr>
            <p:ph sz="quarter" idx="13" hasCustomPrompt="1"/>
          </p:nvPr>
        </p:nvSpPr>
        <p:spPr>
          <a:xfrm>
            <a:off x="1285626" y="558140"/>
            <a:ext cx="3389892" cy="856592"/>
          </a:xfrm>
        </p:spPr>
        <p:txBody>
          <a:bodyPr>
            <a:normAutofit/>
          </a:bodyPr>
          <a:lstStyle>
            <a:lvl1pPr marL="0" indent="0">
              <a:buNone/>
              <a:defRPr sz="2000">
                <a:solidFill>
                  <a:schemeClr val="bg1"/>
                </a:solidFill>
              </a:defRPr>
            </a:lvl1pPr>
          </a:lstStyle>
          <a:p>
            <a:pPr lvl="0"/>
            <a:r>
              <a:rPr kumimoji="1" lang="ja-JP" altLang="en-US"/>
              <a:t>宛先</a:t>
            </a:r>
          </a:p>
        </p:txBody>
      </p:sp>
      <p:sp>
        <p:nvSpPr>
          <p:cNvPr id="13" name="コンテンツ プレースホルダー 6">
            <a:extLst>
              <a:ext uri="{FF2B5EF4-FFF2-40B4-BE49-F238E27FC236}">
                <a16:creationId xmlns:a16="http://schemas.microsoft.com/office/drawing/2014/main" id="{E2BFD2B4-E6DE-CE43-4A60-AB68D21168F0}"/>
              </a:ext>
            </a:extLst>
          </p:cNvPr>
          <p:cNvSpPr>
            <a:spLocks noGrp="1"/>
          </p:cNvSpPr>
          <p:nvPr>
            <p:ph sz="quarter" idx="14" hasCustomPrompt="1"/>
          </p:nvPr>
        </p:nvSpPr>
        <p:spPr>
          <a:xfrm>
            <a:off x="6096000" y="4344941"/>
            <a:ext cx="3570288" cy="1349569"/>
          </a:xfrm>
        </p:spPr>
        <p:txBody>
          <a:bodyPr>
            <a:normAutofit/>
          </a:bodyPr>
          <a:lstStyle>
            <a:lvl1pPr marL="0" indent="0">
              <a:buNone/>
              <a:defRPr sz="1600">
                <a:solidFill>
                  <a:schemeClr val="bg1"/>
                </a:solidFill>
              </a:defRPr>
            </a:lvl1pPr>
          </a:lstStyle>
          <a:p>
            <a:pPr lvl="0"/>
            <a:r>
              <a:rPr kumimoji="1" lang="ja-JP" altLang="en-US"/>
              <a:t>株式会社ベリサーブ</a:t>
            </a:r>
            <a:endParaRPr kumimoji="1" lang="en-US" altLang="ja-JP"/>
          </a:p>
          <a:p>
            <a:pPr lvl="0"/>
            <a:r>
              <a:rPr kumimoji="1" lang="ja-JP" altLang="en-US"/>
              <a:t>部署</a:t>
            </a:r>
            <a:endParaRPr kumimoji="1" lang="en-US" altLang="ja-JP"/>
          </a:p>
          <a:p>
            <a:pPr lvl="0"/>
            <a:r>
              <a:rPr kumimoji="1" lang="ja-JP" altLang="en-US"/>
              <a:t>名前</a:t>
            </a:r>
          </a:p>
        </p:txBody>
      </p:sp>
      <p:sp>
        <p:nvSpPr>
          <p:cNvPr id="15" name="コンテンツ プレースホルダー 6">
            <a:extLst>
              <a:ext uri="{FF2B5EF4-FFF2-40B4-BE49-F238E27FC236}">
                <a16:creationId xmlns:a16="http://schemas.microsoft.com/office/drawing/2014/main" id="{AC5E63AB-A021-432B-92D8-331090706FF9}"/>
              </a:ext>
            </a:extLst>
          </p:cNvPr>
          <p:cNvSpPr>
            <a:spLocks noGrp="1"/>
          </p:cNvSpPr>
          <p:nvPr>
            <p:ph sz="quarter" idx="15" hasCustomPrompt="1"/>
          </p:nvPr>
        </p:nvSpPr>
        <p:spPr>
          <a:xfrm>
            <a:off x="6096000" y="5858632"/>
            <a:ext cx="3570288" cy="430026"/>
          </a:xfrm>
        </p:spPr>
        <p:txBody>
          <a:bodyPr>
            <a:normAutofit/>
          </a:bodyPr>
          <a:lstStyle>
            <a:lvl1pPr marL="0" indent="0">
              <a:buNone/>
              <a:defRPr sz="1600">
                <a:solidFill>
                  <a:schemeClr val="bg1"/>
                </a:solidFill>
              </a:defRPr>
            </a:lvl1pPr>
          </a:lstStyle>
          <a:p>
            <a:pPr lvl="0"/>
            <a:r>
              <a:rPr kumimoji="1" lang="en-US" altLang="ja-JP"/>
              <a:t>2023</a:t>
            </a:r>
            <a:r>
              <a:rPr kumimoji="1" lang="ja-JP" altLang="en-US"/>
              <a:t>年</a:t>
            </a:r>
            <a:r>
              <a:rPr kumimoji="1" lang="en-US" altLang="ja-JP"/>
              <a:t>X</a:t>
            </a:r>
            <a:r>
              <a:rPr kumimoji="1" lang="ja-JP" altLang="en-US"/>
              <a:t>月</a:t>
            </a:r>
            <a:r>
              <a:rPr kumimoji="1" lang="en-US" altLang="ja-JP"/>
              <a:t>X</a:t>
            </a:r>
            <a:r>
              <a:rPr kumimoji="1" lang="ja-JP" altLang="en-US"/>
              <a:t>日</a:t>
            </a:r>
            <a:endParaRPr kumimoji="1" lang="en-US" altLang="ja-JP"/>
          </a:p>
        </p:txBody>
      </p:sp>
      <p:sp>
        <p:nvSpPr>
          <p:cNvPr id="10" name="スライド番号プレースホルダー 5">
            <a:extLst>
              <a:ext uri="{FF2B5EF4-FFF2-40B4-BE49-F238E27FC236}">
                <a16:creationId xmlns:a16="http://schemas.microsoft.com/office/drawing/2014/main" id="{2DF9ADB2-0F27-7073-98B7-43EEFA7F38F8}"/>
              </a:ext>
            </a:extLst>
          </p:cNvPr>
          <p:cNvSpPr>
            <a:spLocks noGrp="1"/>
          </p:cNvSpPr>
          <p:nvPr>
            <p:ph type="sldNum" sz="quarter" idx="12"/>
          </p:nvPr>
        </p:nvSpPr>
        <p:spPr>
          <a:xfrm>
            <a:off x="-11151" y="6378652"/>
            <a:ext cx="369849" cy="365125"/>
          </a:xfrm>
        </p:spPr>
        <p:txBody>
          <a:bodyPr/>
          <a:lstStyle>
            <a:lvl1pPr algn="r">
              <a:defRPr>
                <a:solidFill>
                  <a:schemeClr val="bg1">
                    <a:lumMod val="50000"/>
                  </a:schemeClr>
                </a:solidFill>
              </a:defRPr>
            </a:lvl1pPr>
          </a:lstStyle>
          <a:p>
            <a:fld id="{AEA9F59F-5AEA-DB42-A066-0EDE44B4D5E7}" type="slidenum">
              <a:rPr lang="ja-JP" altLang="en-US" smtClean="0"/>
              <a:pPr/>
              <a:t>‹#›</a:t>
            </a:fld>
            <a:endParaRPr lang="ja-JP" altLang="en-US"/>
          </a:p>
        </p:txBody>
      </p:sp>
      <p:sp>
        <p:nvSpPr>
          <p:cNvPr id="14" name="テキスト ボックス 13">
            <a:extLst>
              <a:ext uri="{FF2B5EF4-FFF2-40B4-BE49-F238E27FC236}">
                <a16:creationId xmlns:a16="http://schemas.microsoft.com/office/drawing/2014/main" id="{F3CC2D02-F6CF-0345-AEEA-BCDB4B2C21CE}"/>
              </a:ext>
            </a:extLst>
          </p:cNvPr>
          <p:cNvSpPr txBox="1"/>
          <p:nvPr userDrawn="1"/>
        </p:nvSpPr>
        <p:spPr>
          <a:xfrm>
            <a:off x="8851" y="2869064"/>
            <a:ext cx="307777" cy="2699249"/>
          </a:xfrm>
          <a:prstGeom prst="rect">
            <a:avLst/>
          </a:prstGeom>
          <a:noFill/>
        </p:spPr>
        <p:txBody>
          <a:bodyPr vert="eaVert" wrap="square">
            <a:spAutoFit/>
          </a:bodyPr>
          <a:lstStyle/>
          <a:p>
            <a:pPr lvl="0"/>
            <a:r>
              <a:rPr kumimoji="1" lang="ja-JP" altLang="en-US" sz="800">
                <a:solidFill>
                  <a:schemeClr val="bg1">
                    <a:lumMod val="50000"/>
                  </a:schemeClr>
                </a:solidFill>
                <a:latin typeface="游ゴシック" panose="020B0400000000000000" pitchFamily="50" charset="-128"/>
                <a:ea typeface="游ゴシック" panose="020B0400000000000000" pitchFamily="50" charset="-128"/>
              </a:rPr>
              <a:t>会社名・製品名・サ</a:t>
            </a:r>
            <a:r>
              <a:rPr kumimoji="1" lang="en-US" altLang="ja-JP" sz="800">
                <a:solidFill>
                  <a:schemeClr val="bg1">
                    <a:lumMod val="50000"/>
                  </a:schemeClr>
                </a:solidFill>
                <a:latin typeface="游ゴシック" panose="020B0400000000000000" pitchFamily="50" charset="-128"/>
                <a:ea typeface="游ゴシック" panose="020B0400000000000000" pitchFamily="50" charset="-128"/>
              </a:rPr>
              <a:t>−</a:t>
            </a:r>
            <a:r>
              <a:rPr kumimoji="1" lang="ja-JP" altLang="en-US" sz="800">
                <a:solidFill>
                  <a:schemeClr val="bg1">
                    <a:lumMod val="50000"/>
                  </a:schemeClr>
                </a:solidFill>
                <a:latin typeface="游ゴシック" panose="020B0400000000000000" pitchFamily="50" charset="-128"/>
                <a:ea typeface="游ゴシック" panose="020B0400000000000000" pitchFamily="50" charset="-128"/>
              </a:rPr>
              <a:t>ビス名は各社の商標登録です</a:t>
            </a:r>
          </a:p>
        </p:txBody>
      </p:sp>
    </p:spTree>
    <p:extLst>
      <p:ext uri="{BB962C8B-B14F-4D97-AF65-F5344CB8AC3E}">
        <p14:creationId xmlns:p14="http://schemas.microsoft.com/office/powerpoint/2010/main" val="3463019471"/>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白_表紙">
    <p:bg>
      <p:bgRef idx="1001">
        <a:schemeClr val="bg1"/>
      </p:bgRef>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5D343E7-2246-DFF1-7A5D-50A0E9C537BA}"/>
              </a:ext>
            </a:extLst>
          </p:cNvPr>
          <p:cNvSpPr>
            <a:spLocks noGrp="1"/>
          </p:cNvSpPr>
          <p:nvPr>
            <p:ph type="ctrTitle"/>
          </p:nvPr>
        </p:nvSpPr>
        <p:spPr>
          <a:xfrm>
            <a:off x="1285625" y="1999487"/>
            <a:ext cx="9620749" cy="1510475"/>
          </a:xfrm>
        </p:spPr>
        <p:txBody>
          <a:bodyPr anchor="b">
            <a:normAutofit/>
          </a:bodyPr>
          <a:lstStyle>
            <a:lvl1pPr algn="l">
              <a:lnSpc>
                <a:spcPct val="130000"/>
              </a:lnSpc>
              <a:defRPr sz="4000" b="1" i="0">
                <a:solidFill>
                  <a:srgbClr val="004098"/>
                </a:solidFill>
                <a:latin typeface="Yu Gothic" panose="020B0400000000000000" pitchFamily="34" charset="-128"/>
                <a:ea typeface="Yu Gothic" panose="020B0400000000000000" pitchFamily="34" charset="-128"/>
              </a:defRPr>
            </a:lvl1pPr>
          </a:lstStyle>
          <a:p>
            <a:r>
              <a:rPr kumimoji="1" lang="ja-JP" altLang="en-US"/>
              <a:t>マスター タイトルの書式設定</a:t>
            </a:r>
          </a:p>
        </p:txBody>
      </p:sp>
      <p:sp>
        <p:nvSpPr>
          <p:cNvPr id="4" name="日付プレースホルダー 3">
            <a:extLst>
              <a:ext uri="{FF2B5EF4-FFF2-40B4-BE49-F238E27FC236}">
                <a16:creationId xmlns:a16="http://schemas.microsoft.com/office/drawing/2014/main" id="{227B8E63-9637-2707-94AB-42F626B09A49}"/>
              </a:ext>
            </a:extLst>
          </p:cNvPr>
          <p:cNvSpPr>
            <a:spLocks noGrp="1"/>
          </p:cNvSpPr>
          <p:nvPr>
            <p:ph type="dt" sz="half" idx="10"/>
          </p:nvPr>
        </p:nvSpPr>
        <p:spPr/>
        <p:txBody>
          <a:bodyPr/>
          <a:lstStyle/>
          <a:p>
            <a:fld id="{BB973515-480C-9C4A-8AAA-B3759DA3FA25}" type="datetime1">
              <a:rPr kumimoji="1" lang="ja-JP" altLang="en-US" smtClean="0"/>
              <a:t>2026/6/11</a:t>
            </a:fld>
            <a:endParaRPr kumimoji="1" lang="ja-JP" altLang="en-US"/>
          </a:p>
        </p:txBody>
      </p:sp>
      <p:sp>
        <p:nvSpPr>
          <p:cNvPr id="5" name="フッター プレースホルダー 4">
            <a:extLst>
              <a:ext uri="{FF2B5EF4-FFF2-40B4-BE49-F238E27FC236}">
                <a16:creationId xmlns:a16="http://schemas.microsoft.com/office/drawing/2014/main" id="{6E30F219-213A-E9E5-8033-80390A3B6B8D}"/>
              </a:ext>
            </a:extLst>
          </p:cNvPr>
          <p:cNvSpPr>
            <a:spLocks noGrp="1"/>
          </p:cNvSpPr>
          <p:nvPr>
            <p:ph type="ftr" sz="quarter" idx="11"/>
          </p:nvPr>
        </p:nvSpPr>
        <p:spPr/>
        <p:txBody>
          <a:bodyPr/>
          <a:lstStyle/>
          <a:p>
            <a:endParaRPr kumimoji="1" lang="ja-JP" altLang="en-US"/>
          </a:p>
        </p:txBody>
      </p:sp>
      <p:pic>
        <p:nvPicPr>
          <p:cNvPr id="8" name="図 7" descr="アイコン&#10;&#10;自動的に生成された説明">
            <a:extLst>
              <a:ext uri="{FF2B5EF4-FFF2-40B4-BE49-F238E27FC236}">
                <a16:creationId xmlns:a16="http://schemas.microsoft.com/office/drawing/2014/main" id="{B9CF3555-AF46-DA0D-9675-44257CDA70CC}"/>
              </a:ext>
            </a:extLst>
          </p:cNvPr>
          <p:cNvPicPr>
            <a:picLocks noChangeAspect="1"/>
          </p:cNvPicPr>
          <p:nvPr userDrawn="1"/>
        </p:nvPicPr>
        <p:blipFill rotWithShape="1">
          <a:blip r:embed="rId2">
            <a:duotone>
              <a:prstClr val="black"/>
              <a:schemeClr val="accent4">
                <a:tint val="45000"/>
                <a:satMod val="400000"/>
              </a:schemeClr>
            </a:duotone>
          </a:blip>
          <a:srcRect l="-1" r="-4128" b="33406"/>
          <a:stretch/>
        </p:blipFill>
        <p:spPr>
          <a:xfrm>
            <a:off x="461223" y="3807798"/>
            <a:ext cx="4859924" cy="3050202"/>
          </a:xfrm>
          <a:prstGeom prst="rect">
            <a:avLst/>
          </a:prstGeom>
        </p:spPr>
      </p:pic>
      <p:pic>
        <p:nvPicPr>
          <p:cNvPr id="11" name="図 10" descr="図形&#10;&#10;中程度の精度で自動的に生成された説明">
            <a:extLst>
              <a:ext uri="{FF2B5EF4-FFF2-40B4-BE49-F238E27FC236}">
                <a16:creationId xmlns:a16="http://schemas.microsoft.com/office/drawing/2014/main" id="{CC09ABB4-B9AE-6975-A1D8-F9BC6F3DB66A}"/>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9883576" y="225385"/>
            <a:ext cx="1921676" cy="454955"/>
          </a:xfrm>
          <a:prstGeom prst="rect">
            <a:avLst/>
          </a:prstGeom>
        </p:spPr>
      </p:pic>
      <p:sp>
        <p:nvSpPr>
          <p:cNvPr id="9" name="正方形/長方形 8">
            <a:extLst>
              <a:ext uri="{FF2B5EF4-FFF2-40B4-BE49-F238E27FC236}">
                <a16:creationId xmlns:a16="http://schemas.microsoft.com/office/drawing/2014/main" id="{F760C600-6B59-ED8E-4316-D7FC265AE98B}"/>
              </a:ext>
            </a:extLst>
          </p:cNvPr>
          <p:cNvSpPr/>
          <p:nvPr userDrawn="1"/>
        </p:nvSpPr>
        <p:spPr>
          <a:xfrm>
            <a:off x="0" y="0"/>
            <a:ext cx="321469" cy="6858000"/>
          </a:xfrm>
          <a:prstGeom prst="rect">
            <a:avLst/>
          </a:prstGeom>
          <a:solidFill>
            <a:srgbClr val="00409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kumimoji="1" lang="ja-JP" altLang="en-US"/>
          </a:p>
        </p:txBody>
      </p:sp>
      <p:sp>
        <p:nvSpPr>
          <p:cNvPr id="10" name="スライド番号プレースホルダー 5">
            <a:extLst>
              <a:ext uri="{FF2B5EF4-FFF2-40B4-BE49-F238E27FC236}">
                <a16:creationId xmlns:a16="http://schemas.microsoft.com/office/drawing/2014/main" id="{70A7CAE5-ECB5-9017-9BAC-091D1DB40256}"/>
              </a:ext>
            </a:extLst>
          </p:cNvPr>
          <p:cNvSpPr>
            <a:spLocks noGrp="1"/>
          </p:cNvSpPr>
          <p:nvPr>
            <p:ph type="sldNum" sz="quarter" idx="12"/>
          </p:nvPr>
        </p:nvSpPr>
        <p:spPr>
          <a:xfrm>
            <a:off x="-11151" y="6378652"/>
            <a:ext cx="369849" cy="365125"/>
          </a:xfrm>
        </p:spPr>
        <p:txBody>
          <a:bodyPr/>
          <a:lstStyle>
            <a:lvl1pPr algn="r">
              <a:defRPr>
                <a:solidFill>
                  <a:schemeClr val="bg1"/>
                </a:solidFill>
              </a:defRPr>
            </a:lvl1pPr>
          </a:lstStyle>
          <a:p>
            <a:fld id="{AEA9F59F-5AEA-DB42-A066-0EDE44B4D5E7}" type="slidenum">
              <a:rPr lang="ja-JP" altLang="en-US" smtClean="0"/>
              <a:pPr/>
              <a:t>‹#›</a:t>
            </a:fld>
            <a:endParaRPr lang="ja-JP" altLang="en-US"/>
          </a:p>
        </p:txBody>
      </p:sp>
      <p:sp>
        <p:nvSpPr>
          <p:cNvPr id="14" name="テキスト ボックス 13">
            <a:extLst>
              <a:ext uri="{FF2B5EF4-FFF2-40B4-BE49-F238E27FC236}">
                <a16:creationId xmlns:a16="http://schemas.microsoft.com/office/drawing/2014/main" id="{5C7410A8-DE97-BEE1-8718-526A0CE5DAEE}"/>
              </a:ext>
            </a:extLst>
          </p:cNvPr>
          <p:cNvSpPr txBox="1"/>
          <p:nvPr userDrawn="1"/>
        </p:nvSpPr>
        <p:spPr>
          <a:xfrm rot="5400000">
            <a:off x="-821967" y="916705"/>
            <a:ext cx="1950122" cy="215444"/>
          </a:xfrm>
          <a:prstGeom prst="rect">
            <a:avLst/>
          </a:prstGeom>
          <a:noFill/>
        </p:spPr>
        <p:txBody>
          <a:bodyPr vert="horz" wrap="square">
            <a:spAutoFit/>
          </a:bodyPr>
          <a:lstStyle/>
          <a:p>
            <a:pPr lvl="0"/>
            <a:r>
              <a:rPr kumimoji="1" lang="en-US" altLang="ja-JP" sz="800">
                <a:solidFill>
                  <a:schemeClr val="bg1">
                    <a:lumMod val="75000"/>
                  </a:schemeClr>
                </a:solidFill>
              </a:rPr>
              <a:t>©︎ 2023  VERISERVE CORP.  </a:t>
            </a:r>
            <a:endParaRPr kumimoji="1" lang="ja-JP" altLang="en-US" sz="800">
              <a:solidFill>
                <a:schemeClr val="bg1">
                  <a:lumMod val="75000"/>
                </a:schemeClr>
              </a:solidFill>
            </a:endParaRPr>
          </a:p>
        </p:txBody>
      </p:sp>
      <p:sp>
        <p:nvSpPr>
          <p:cNvPr id="15" name="テキスト ボックス 14">
            <a:extLst>
              <a:ext uri="{FF2B5EF4-FFF2-40B4-BE49-F238E27FC236}">
                <a16:creationId xmlns:a16="http://schemas.microsoft.com/office/drawing/2014/main" id="{BC3B62D9-8357-8253-3D4C-64A236F57109}"/>
              </a:ext>
            </a:extLst>
          </p:cNvPr>
          <p:cNvSpPr txBox="1"/>
          <p:nvPr userDrawn="1"/>
        </p:nvSpPr>
        <p:spPr>
          <a:xfrm rot="5400000">
            <a:off x="-447686" y="2070711"/>
            <a:ext cx="1213749" cy="215444"/>
          </a:xfrm>
          <a:prstGeom prst="rect">
            <a:avLst/>
          </a:prstGeom>
          <a:noFill/>
        </p:spPr>
        <p:txBody>
          <a:bodyPr vert="horz" wrap="square">
            <a:spAutoFit/>
          </a:bodyPr>
          <a:lstStyle/>
          <a:p>
            <a:pPr lvl="0"/>
            <a:r>
              <a:rPr kumimoji="1" lang="en-US" altLang="ja-JP" sz="800">
                <a:solidFill>
                  <a:schemeClr val="bg1">
                    <a:lumMod val="75000"/>
                  </a:schemeClr>
                </a:solidFill>
              </a:rPr>
              <a:t>CONFIDENTIAL</a:t>
            </a:r>
            <a:endParaRPr kumimoji="1" lang="ja-JP" altLang="en-US" sz="800">
              <a:solidFill>
                <a:schemeClr val="bg1">
                  <a:lumMod val="75000"/>
                </a:schemeClr>
              </a:solidFill>
            </a:endParaRPr>
          </a:p>
        </p:txBody>
      </p:sp>
      <p:pic>
        <p:nvPicPr>
          <p:cNvPr id="23" name="図 22" descr="図形&#10;&#10;中程度の精度で自動的に生成された説明">
            <a:extLst>
              <a:ext uri="{FF2B5EF4-FFF2-40B4-BE49-F238E27FC236}">
                <a16:creationId xmlns:a16="http://schemas.microsoft.com/office/drawing/2014/main" id="{50C11FDA-DC83-111D-8726-7017F201DF8F}"/>
              </a:ext>
            </a:extLst>
          </p:cNvPr>
          <p:cNvPicPr>
            <a:picLocks noChangeAspect="1"/>
          </p:cNvPicPr>
          <p:nvPr userDrawn="1"/>
        </p:nvPicPr>
        <p:blipFill>
          <a:blip r:embed="rId5"/>
          <a:stretch>
            <a:fillRect/>
          </a:stretch>
        </p:blipFill>
        <p:spPr>
          <a:xfrm>
            <a:off x="9825822" y="239931"/>
            <a:ext cx="1921677" cy="454955"/>
          </a:xfrm>
          <a:prstGeom prst="rect">
            <a:avLst/>
          </a:prstGeom>
        </p:spPr>
      </p:pic>
      <p:sp>
        <p:nvSpPr>
          <p:cNvPr id="6" name="テキスト ボックス 5">
            <a:extLst>
              <a:ext uri="{FF2B5EF4-FFF2-40B4-BE49-F238E27FC236}">
                <a16:creationId xmlns:a16="http://schemas.microsoft.com/office/drawing/2014/main" id="{D9D4ABF7-F637-9FF4-585E-B39E7B95989A}"/>
              </a:ext>
            </a:extLst>
          </p:cNvPr>
          <p:cNvSpPr txBox="1"/>
          <p:nvPr userDrawn="1"/>
        </p:nvSpPr>
        <p:spPr>
          <a:xfrm>
            <a:off x="8851" y="2869064"/>
            <a:ext cx="307777" cy="2699249"/>
          </a:xfrm>
          <a:prstGeom prst="rect">
            <a:avLst/>
          </a:prstGeom>
          <a:noFill/>
        </p:spPr>
        <p:txBody>
          <a:bodyPr vert="eaVert" wrap="square">
            <a:spAutoFit/>
          </a:bodyPr>
          <a:lstStyle/>
          <a:p>
            <a:pPr lvl="0"/>
            <a:r>
              <a:rPr kumimoji="1" lang="ja-JP" altLang="en-US" sz="800">
                <a:solidFill>
                  <a:schemeClr val="bg1">
                    <a:lumMod val="75000"/>
                  </a:schemeClr>
                </a:solidFill>
                <a:latin typeface="+mn-ea"/>
                <a:ea typeface="+mn-ea"/>
              </a:rPr>
              <a:t>会社名・製品名・サ</a:t>
            </a:r>
            <a:r>
              <a:rPr kumimoji="1" lang="en-US" altLang="ja-JP" sz="800">
                <a:solidFill>
                  <a:schemeClr val="bg1">
                    <a:lumMod val="75000"/>
                  </a:schemeClr>
                </a:solidFill>
                <a:latin typeface="+mn-ea"/>
                <a:ea typeface="+mn-ea"/>
              </a:rPr>
              <a:t>−</a:t>
            </a:r>
            <a:r>
              <a:rPr kumimoji="1" lang="ja-JP" altLang="en-US" sz="800">
                <a:solidFill>
                  <a:schemeClr val="bg1">
                    <a:lumMod val="75000"/>
                  </a:schemeClr>
                </a:solidFill>
                <a:latin typeface="+mn-ea"/>
                <a:ea typeface="+mn-ea"/>
              </a:rPr>
              <a:t>ビス名は各社の商標登録です</a:t>
            </a:r>
          </a:p>
        </p:txBody>
      </p:sp>
      <p:sp>
        <p:nvSpPr>
          <p:cNvPr id="3" name="コンテンツ プレースホルダー 6">
            <a:extLst>
              <a:ext uri="{FF2B5EF4-FFF2-40B4-BE49-F238E27FC236}">
                <a16:creationId xmlns:a16="http://schemas.microsoft.com/office/drawing/2014/main" id="{36C4627A-C0D3-89CB-A700-125F7FA5E286}"/>
              </a:ext>
            </a:extLst>
          </p:cNvPr>
          <p:cNvSpPr>
            <a:spLocks noGrp="1"/>
          </p:cNvSpPr>
          <p:nvPr>
            <p:ph sz="quarter" idx="13" hasCustomPrompt="1"/>
          </p:nvPr>
        </p:nvSpPr>
        <p:spPr>
          <a:xfrm>
            <a:off x="1285626" y="558140"/>
            <a:ext cx="3389892" cy="856592"/>
          </a:xfrm>
        </p:spPr>
        <p:txBody>
          <a:bodyPr>
            <a:normAutofit/>
          </a:bodyPr>
          <a:lstStyle>
            <a:lvl1pPr marL="0" indent="0">
              <a:buNone/>
              <a:defRPr sz="2000">
                <a:solidFill>
                  <a:srgbClr val="004098"/>
                </a:solidFill>
              </a:defRPr>
            </a:lvl1pPr>
          </a:lstStyle>
          <a:p>
            <a:pPr lvl="0"/>
            <a:r>
              <a:rPr kumimoji="1" lang="ja-JP" altLang="en-US"/>
              <a:t>宛先</a:t>
            </a:r>
          </a:p>
        </p:txBody>
      </p:sp>
      <p:sp>
        <p:nvSpPr>
          <p:cNvPr id="12" name="コンテンツ プレースホルダー 6">
            <a:extLst>
              <a:ext uri="{FF2B5EF4-FFF2-40B4-BE49-F238E27FC236}">
                <a16:creationId xmlns:a16="http://schemas.microsoft.com/office/drawing/2014/main" id="{0B74E82D-6EE3-3109-29B0-A82A61BD7B0B}"/>
              </a:ext>
            </a:extLst>
          </p:cNvPr>
          <p:cNvSpPr>
            <a:spLocks noGrp="1"/>
          </p:cNvSpPr>
          <p:nvPr>
            <p:ph sz="quarter" idx="14" hasCustomPrompt="1"/>
          </p:nvPr>
        </p:nvSpPr>
        <p:spPr>
          <a:xfrm>
            <a:off x="6096000" y="4344941"/>
            <a:ext cx="3570288" cy="1349569"/>
          </a:xfrm>
        </p:spPr>
        <p:txBody>
          <a:bodyPr>
            <a:normAutofit/>
          </a:bodyPr>
          <a:lstStyle>
            <a:lvl1pPr marL="0" indent="0">
              <a:buNone/>
              <a:defRPr sz="1600">
                <a:solidFill>
                  <a:srgbClr val="004098"/>
                </a:solidFill>
              </a:defRPr>
            </a:lvl1pPr>
          </a:lstStyle>
          <a:p>
            <a:pPr lvl="0"/>
            <a:r>
              <a:rPr kumimoji="1" lang="ja-JP" altLang="en-US"/>
              <a:t>株式会社ベリサーブ</a:t>
            </a:r>
            <a:endParaRPr kumimoji="1" lang="en-US" altLang="ja-JP"/>
          </a:p>
          <a:p>
            <a:pPr lvl="0"/>
            <a:r>
              <a:rPr kumimoji="1" lang="ja-JP" altLang="en-US"/>
              <a:t>部署</a:t>
            </a:r>
            <a:endParaRPr kumimoji="1" lang="en-US" altLang="ja-JP"/>
          </a:p>
          <a:p>
            <a:pPr lvl="0"/>
            <a:r>
              <a:rPr kumimoji="1" lang="ja-JP" altLang="en-US"/>
              <a:t>名前</a:t>
            </a:r>
          </a:p>
        </p:txBody>
      </p:sp>
      <p:sp>
        <p:nvSpPr>
          <p:cNvPr id="18" name="コンテンツ プレースホルダー 6">
            <a:extLst>
              <a:ext uri="{FF2B5EF4-FFF2-40B4-BE49-F238E27FC236}">
                <a16:creationId xmlns:a16="http://schemas.microsoft.com/office/drawing/2014/main" id="{C573E970-5A15-E4C5-3517-B5E5CE881B0F}"/>
              </a:ext>
            </a:extLst>
          </p:cNvPr>
          <p:cNvSpPr>
            <a:spLocks noGrp="1"/>
          </p:cNvSpPr>
          <p:nvPr>
            <p:ph sz="quarter" idx="15" hasCustomPrompt="1"/>
          </p:nvPr>
        </p:nvSpPr>
        <p:spPr>
          <a:xfrm>
            <a:off x="6096000" y="5858632"/>
            <a:ext cx="3570288" cy="430026"/>
          </a:xfrm>
        </p:spPr>
        <p:txBody>
          <a:bodyPr>
            <a:normAutofit/>
          </a:bodyPr>
          <a:lstStyle>
            <a:lvl1pPr marL="0" indent="0">
              <a:buNone/>
              <a:defRPr sz="1600">
                <a:solidFill>
                  <a:srgbClr val="004098"/>
                </a:solidFill>
              </a:defRPr>
            </a:lvl1pPr>
          </a:lstStyle>
          <a:p>
            <a:pPr lvl="0"/>
            <a:r>
              <a:rPr kumimoji="1" lang="en-US" altLang="ja-JP"/>
              <a:t>2023</a:t>
            </a:r>
            <a:r>
              <a:rPr kumimoji="1" lang="ja-JP" altLang="en-US"/>
              <a:t>年</a:t>
            </a:r>
            <a:r>
              <a:rPr kumimoji="1" lang="en-US" altLang="ja-JP"/>
              <a:t>X</a:t>
            </a:r>
            <a:r>
              <a:rPr kumimoji="1" lang="ja-JP" altLang="en-US"/>
              <a:t>月</a:t>
            </a:r>
            <a:r>
              <a:rPr kumimoji="1" lang="en-US" altLang="ja-JP"/>
              <a:t>X</a:t>
            </a:r>
            <a:r>
              <a:rPr kumimoji="1" lang="ja-JP" altLang="en-US"/>
              <a:t>日</a:t>
            </a:r>
            <a:endParaRPr kumimoji="1" lang="en-US" altLang="ja-JP"/>
          </a:p>
        </p:txBody>
      </p:sp>
      <p:sp>
        <p:nvSpPr>
          <p:cNvPr id="7" name="字幕 2">
            <a:extLst>
              <a:ext uri="{FF2B5EF4-FFF2-40B4-BE49-F238E27FC236}">
                <a16:creationId xmlns:a16="http://schemas.microsoft.com/office/drawing/2014/main" id="{89D4BB2D-078D-C2CE-5D9D-BA5C3B5CC0BA}"/>
              </a:ext>
            </a:extLst>
          </p:cNvPr>
          <p:cNvSpPr>
            <a:spLocks noGrp="1"/>
          </p:cNvSpPr>
          <p:nvPr>
            <p:ph type="subTitle" idx="1"/>
          </p:nvPr>
        </p:nvSpPr>
        <p:spPr>
          <a:xfrm>
            <a:off x="6096000" y="3725865"/>
            <a:ext cx="5765321" cy="454955"/>
          </a:xfrm>
        </p:spPr>
        <p:txBody>
          <a:bodyPr>
            <a:noAutofit/>
          </a:bodyPr>
          <a:lstStyle>
            <a:lvl1pPr marL="0" indent="0" algn="l">
              <a:lnSpc>
                <a:spcPct val="130000"/>
              </a:lnSpc>
              <a:buNone/>
              <a:defRPr sz="2000">
                <a:solidFill>
                  <a:srgbClr val="004098"/>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Tree>
    <p:extLst>
      <p:ext uri="{BB962C8B-B14F-4D97-AF65-F5344CB8AC3E}">
        <p14:creationId xmlns:p14="http://schemas.microsoft.com/office/powerpoint/2010/main" val="164234509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青_中表紙">
    <p:bg>
      <p:bgPr>
        <a:solidFill>
          <a:srgbClr val="004098"/>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D26D2627-8727-0A9A-F544-81170F958B60}"/>
              </a:ext>
            </a:extLst>
          </p:cNvPr>
          <p:cNvSpPr/>
          <p:nvPr userDrawn="1"/>
        </p:nvSpPr>
        <p:spPr>
          <a:xfrm>
            <a:off x="0" y="0"/>
            <a:ext cx="321469"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7C97BCB5-80FA-7527-5748-D0F86B2DF5C7}"/>
              </a:ext>
            </a:extLst>
          </p:cNvPr>
          <p:cNvSpPr>
            <a:spLocks noGrp="1"/>
          </p:cNvSpPr>
          <p:nvPr>
            <p:ph type="title"/>
          </p:nvPr>
        </p:nvSpPr>
        <p:spPr>
          <a:xfrm>
            <a:off x="1069848" y="1338965"/>
            <a:ext cx="10515600" cy="2219856"/>
          </a:xfrm>
        </p:spPr>
        <p:txBody>
          <a:bodyPr anchor="b">
            <a:normAutofit/>
          </a:bodyPr>
          <a:lstStyle>
            <a:lvl1pPr algn="ctr">
              <a:defRPr sz="4800" b="1" i="0">
                <a:solidFill>
                  <a:schemeClr val="bg1"/>
                </a:solidFill>
                <a:latin typeface="Yu Gothic" panose="020B0400000000000000" pitchFamily="34" charset="-128"/>
                <a:ea typeface="Yu Gothic" panose="020B0400000000000000" pitchFamily="34" charset="-128"/>
                <a:cs typeface="Arial" panose="020B0604020202020204" pitchFamily="34" charset="0"/>
              </a:defRPr>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62A21C8-3FBE-463C-23A2-BFE0F31AE82F}"/>
              </a:ext>
            </a:extLst>
          </p:cNvPr>
          <p:cNvSpPr>
            <a:spLocks noGrp="1"/>
          </p:cNvSpPr>
          <p:nvPr>
            <p:ph type="body" idx="1"/>
          </p:nvPr>
        </p:nvSpPr>
        <p:spPr>
          <a:xfrm>
            <a:off x="1069848" y="4218689"/>
            <a:ext cx="10515600" cy="1500187"/>
          </a:xfrm>
        </p:spPr>
        <p:txBody>
          <a:bodyPr/>
          <a:lstStyle>
            <a:lvl1pPr marL="0" indent="0" algn="ctr">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82754C15-70A2-D7F9-BBF0-B38F819BF1B5}"/>
              </a:ext>
            </a:extLst>
          </p:cNvPr>
          <p:cNvSpPr>
            <a:spLocks noGrp="1"/>
          </p:cNvSpPr>
          <p:nvPr>
            <p:ph type="dt" sz="half" idx="10"/>
          </p:nvPr>
        </p:nvSpPr>
        <p:spPr/>
        <p:txBody>
          <a:bodyPr/>
          <a:lstStyle/>
          <a:p>
            <a:fld id="{F82B9B99-552D-684E-BB34-46E98F430A1F}" type="datetime1">
              <a:rPr kumimoji="1" lang="ja-JP" altLang="en-US" smtClean="0"/>
              <a:t>2026/6/11</a:t>
            </a:fld>
            <a:endParaRPr kumimoji="1" lang="ja-JP" altLang="en-US"/>
          </a:p>
        </p:txBody>
      </p:sp>
      <p:sp>
        <p:nvSpPr>
          <p:cNvPr id="5" name="フッター プレースホルダー 4">
            <a:extLst>
              <a:ext uri="{FF2B5EF4-FFF2-40B4-BE49-F238E27FC236}">
                <a16:creationId xmlns:a16="http://schemas.microsoft.com/office/drawing/2014/main" id="{E3D13EC8-8E92-1461-1A04-224E10FE5EED}"/>
              </a:ext>
            </a:extLst>
          </p:cNvPr>
          <p:cNvSpPr>
            <a:spLocks noGrp="1"/>
          </p:cNvSpPr>
          <p:nvPr>
            <p:ph type="ftr" sz="quarter" idx="11"/>
          </p:nvPr>
        </p:nvSpPr>
        <p:spPr/>
        <p:txBody>
          <a:bodyPr/>
          <a:lstStyle/>
          <a:p>
            <a:endParaRPr kumimoji="1" lang="ja-JP" altLang="en-US"/>
          </a:p>
        </p:txBody>
      </p:sp>
      <p:sp>
        <p:nvSpPr>
          <p:cNvPr id="10" name="テキスト ボックス 9">
            <a:extLst>
              <a:ext uri="{FF2B5EF4-FFF2-40B4-BE49-F238E27FC236}">
                <a16:creationId xmlns:a16="http://schemas.microsoft.com/office/drawing/2014/main" id="{2287CC6D-2B09-B40D-9430-0A0AF477EC0E}"/>
              </a:ext>
            </a:extLst>
          </p:cNvPr>
          <p:cNvSpPr txBox="1"/>
          <p:nvPr userDrawn="1"/>
        </p:nvSpPr>
        <p:spPr>
          <a:xfrm rot="5400000">
            <a:off x="-821967" y="916705"/>
            <a:ext cx="1950122" cy="215444"/>
          </a:xfrm>
          <a:prstGeom prst="rect">
            <a:avLst/>
          </a:prstGeom>
          <a:noFill/>
        </p:spPr>
        <p:txBody>
          <a:bodyPr vert="horz" wrap="square">
            <a:spAutoFit/>
          </a:bodyPr>
          <a:lstStyle/>
          <a:p>
            <a:pPr lvl="0"/>
            <a:r>
              <a:rPr kumimoji="1" lang="en-US" altLang="ja-JP" sz="800">
                <a:solidFill>
                  <a:schemeClr val="bg1">
                    <a:lumMod val="50000"/>
                  </a:schemeClr>
                </a:solidFill>
              </a:rPr>
              <a:t>©︎ 2023  VERISERVE CORP.  </a:t>
            </a:r>
            <a:endParaRPr kumimoji="1" lang="ja-JP" altLang="en-US" sz="800">
              <a:solidFill>
                <a:schemeClr val="bg1">
                  <a:lumMod val="50000"/>
                </a:schemeClr>
              </a:solidFill>
            </a:endParaRPr>
          </a:p>
        </p:txBody>
      </p:sp>
      <p:sp>
        <p:nvSpPr>
          <p:cNvPr id="12" name="テキスト ボックス 11">
            <a:extLst>
              <a:ext uri="{FF2B5EF4-FFF2-40B4-BE49-F238E27FC236}">
                <a16:creationId xmlns:a16="http://schemas.microsoft.com/office/drawing/2014/main" id="{ADABA662-159A-B17D-12B1-26BDE6DEEB53}"/>
              </a:ext>
            </a:extLst>
          </p:cNvPr>
          <p:cNvSpPr txBox="1"/>
          <p:nvPr userDrawn="1"/>
        </p:nvSpPr>
        <p:spPr>
          <a:xfrm rot="5400000">
            <a:off x="-447686" y="2070711"/>
            <a:ext cx="1213749" cy="215444"/>
          </a:xfrm>
          <a:prstGeom prst="rect">
            <a:avLst/>
          </a:prstGeom>
          <a:noFill/>
        </p:spPr>
        <p:txBody>
          <a:bodyPr vert="horz" wrap="square">
            <a:spAutoFit/>
          </a:bodyPr>
          <a:lstStyle/>
          <a:p>
            <a:pPr lvl="0"/>
            <a:r>
              <a:rPr kumimoji="1" lang="en-US" altLang="ja-JP" sz="800">
                <a:solidFill>
                  <a:schemeClr val="bg1">
                    <a:lumMod val="50000"/>
                  </a:schemeClr>
                </a:solidFill>
              </a:rPr>
              <a:t>CONFIDENTIAL</a:t>
            </a:r>
            <a:endParaRPr kumimoji="1" lang="ja-JP" altLang="en-US" sz="800">
              <a:solidFill>
                <a:schemeClr val="bg1">
                  <a:lumMod val="50000"/>
                </a:schemeClr>
              </a:solidFill>
            </a:endParaRPr>
          </a:p>
        </p:txBody>
      </p:sp>
      <p:cxnSp>
        <p:nvCxnSpPr>
          <p:cNvPr id="14" name="直線コネクタ 13">
            <a:extLst>
              <a:ext uri="{FF2B5EF4-FFF2-40B4-BE49-F238E27FC236}">
                <a16:creationId xmlns:a16="http://schemas.microsoft.com/office/drawing/2014/main" id="{A8DE8DFA-93C8-A881-AADC-ED32F53BFBB9}"/>
              </a:ext>
            </a:extLst>
          </p:cNvPr>
          <p:cNvCxnSpPr>
            <a:cxnSpLocks/>
          </p:cNvCxnSpPr>
          <p:nvPr userDrawn="1"/>
        </p:nvCxnSpPr>
        <p:spPr>
          <a:xfrm>
            <a:off x="2389632" y="3793069"/>
            <a:ext cx="79248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テキスト ボックス 10">
            <a:extLst>
              <a:ext uri="{FF2B5EF4-FFF2-40B4-BE49-F238E27FC236}">
                <a16:creationId xmlns:a16="http://schemas.microsoft.com/office/drawing/2014/main" id="{BACD8A25-C775-E5D7-B329-334DDF8F11E8}"/>
              </a:ext>
            </a:extLst>
          </p:cNvPr>
          <p:cNvSpPr txBox="1"/>
          <p:nvPr userDrawn="1"/>
        </p:nvSpPr>
        <p:spPr>
          <a:xfrm>
            <a:off x="8851" y="2869064"/>
            <a:ext cx="307777" cy="2699249"/>
          </a:xfrm>
          <a:prstGeom prst="rect">
            <a:avLst/>
          </a:prstGeom>
          <a:noFill/>
        </p:spPr>
        <p:txBody>
          <a:bodyPr vert="eaVert" wrap="square">
            <a:spAutoFit/>
          </a:bodyPr>
          <a:lstStyle/>
          <a:p>
            <a:pPr lvl="0"/>
            <a:r>
              <a:rPr kumimoji="1" lang="ja-JP" altLang="en-US" sz="800">
                <a:solidFill>
                  <a:schemeClr val="bg1">
                    <a:lumMod val="50000"/>
                  </a:schemeClr>
                </a:solidFill>
                <a:latin typeface="游ゴシック" panose="020B0400000000000000" pitchFamily="50" charset="-128"/>
                <a:ea typeface="游ゴシック" panose="020B0400000000000000" pitchFamily="50" charset="-128"/>
              </a:rPr>
              <a:t>会社名・製品名・サ</a:t>
            </a:r>
            <a:r>
              <a:rPr kumimoji="1" lang="en-US" altLang="ja-JP" sz="800">
                <a:solidFill>
                  <a:schemeClr val="bg1">
                    <a:lumMod val="50000"/>
                  </a:schemeClr>
                </a:solidFill>
                <a:latin typeface="游ゴシック" panose="020B0400000000000000" pitchFamily="50" charset="-128"/>
                <a:ea typeface="游ゴシック" panose="020B0400000000000000" pitchFamily="50" charset="-128"/>
              </a:rPr>
              <a:t>−</a:t>
            </a:r>
            <a:r>
              <a:rPr kumimoji="1" lang="ja-JP" altLang="en-US" sz="800">
                <a:solidFill>
                  <a:schemeClr val="bg1">
                    <a:lumMod val="50000"/>
                  </a:schemeClr>
                </a:solidFill>
                <a:latin typeface="游ゴシック" panose="020B0400000000000000" pitchFamily="50" charset="-128"/>
                <a:ea typeface="游ゴシック" panose="020B0400000000000000" pitchFamily="50" charset="-128"/>
              </a:rPr>
              <a:t>ビス名は各社の商標登録です</a:t>
            </a:r>
          </a:p>
        </p:txBody>
      </p:sp>
      <p:pic>
        <p:nvPicPr>
          <p:cNvPr id="6" name="図 5" descr="図形&#10;&#10;中程度の精度で自動的に生成された説明">
            <a:extLst>
              <a:ext uri="{FF2B5EF4-FFF2-40B4-BE49-F238E27FC236}">
                <a16:creationId xmlns:a16="http://schemas.microsoft.com/office/drawing/2014/main" id="{167F5BB2-3901-16A1-1248-887671AF2AD5}"/>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10704000" y="6355464"/>
            <a:ext cx="1162800" cy="275292"/>
          </a:xfrm>
          <a:prstGeom prst="rect">
            <a:avLst/>
          </a:prstGeom>
        </p:spPr>
      </p:pic>
      <p:sp>
        <p:nvSpPr>
          <p:cNvPr id="9" name="スライド番号プレースホルダー 5">
            <a:extLst>
              <a:ext uri="{FF2B5EF4-FFF2-40B4-BE49-F238E27FC236}">
                <a16:creationId xmlns:a16="http://schemas.microsoft.com/office/drawing/2014/main" id="{FB61D584-6451-7B77-7A58-C5AF0BAD0DD7}"/>
              </a:ext>
            </a:extLst>
          </p:cNvPr>
          <p:cNvSpPr>
            <a:spLocks noGrp="1"/>
          </p:cNvSpPr>
          <p:nvPr>
            <p:ph type="sldNum" sz="quarter" idx="12"/>
          </p:nvPr>
        </p:nvSpPr>
        <p:spPr>
          <a:xfrm>
            <a:off x="-11151" y="6378652"/>
            <a:ext cx="369849" cy="365125"/>
          </a:xfrm>
        </p:spPr>
        <p:txBody>
          <a:bodyPr/>
          <a:lstStyle>
            <a:lvl1pPr algn="r">
              <a:defRPr>
                <a:solidFill>
                  <a:schemeClr val="bg1">
                    <a:lumMod val="50000"/>
                  </a:schemeClr>
                </a:solidFill>
              </a:defRPr>
            </a:lvl1pPr>
          </a:lstStyle>
          <a:p>
            <a:fld id="{AEA9F59F-5AEA-DB42-A066-0EDE44B4D5E7}" type="slidenum">
              <a:rPr lang="ja-JP" altLang="en-US" smtClean="0"/>
              <a:pPr/>
              <a:t>‹#›</a:t>
            </a:fld>
            <a:endParaRPr lang="ja-JP" altLang="en-US"/>
          </a:p>
        </p:txBody>
      </p:sp>
    </p:spTree>
    <p:extLst>
      <p:ext uri="{BB962C8B-B14F-4D97-AF65-F5344CB8AC3E}">
        <p14:creationId xmlns:p14="http://schemas.microsoft.com/office/powerpoint/2010/main" val="551197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白_中表紙">
    <p:bg>
      <p:bgRef idx="1001">
        <a:schemeClr val="bg1"/>
      </p:bgRef>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97BCB5-80FA-7527-5748-D0F86B2DF5C7}"/>
              </a:ext>
            </a:extLst>
          </p:cNvPr>
          <p:cNvSpPr>
            <a:spLocks noGrp="1"/>
          </p:cNvSpPr>
          <p:nvPr>
            <p:ph type="title"/>
          </p:nvPr>
        </p:nvSpPr>
        <p:spPr>
          <a:xfrm>
            <a:off x="1069848" y="1338965"/>
            <a:ext cx="10515600" cy="2219856"/>
          </a:xfrm>
        </p:spPr>
        <p:txBody>
          <a:bodyPr anchor="b">
            <a:normAutofit/>
          </a:bodyPr>
          <a:lstStyle>
            <a:lvl1pPr algn="ctr">
              <a:defRPr sz="4800" b="1" i="0">
                <a:solidFill>
                  <a:srgbClr val="004098"/>
                </a:solidFill>
                <a:latin typeface="Yu Gothic" panose="020B0400000000000000" pitchFamily="34" charset="-128"/>
                <a:ea typeface="Yu Gothic" panose="020B0400000000000000" pitchFamily="34" charset="-128"/>
                <a:cs typeface="Arial" panose="020B0604020202020204" pitchFamily="34" charset="0"/>
              </a:defRPr>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62A21C8-3FBE-463C-23A2-BFE0F31AE82F}"/>
              </a:ext>
            </a:extLst>
          </p:cNvPr>
          <p:cNvSpPr>
            <a:spLocks noGrp="1"/>
          </p:cNvSpPr>
          <p:nvPr>
            <p:ph type="body" idx="1"/>
          </p:nvPr>
        </p:nvSpPr>
        <p:spPr>
          <a:xfrm>
            <a:off x="1069848" y="4218689"/>
            <a:ext cx="10515600" cy="1500187"/>
          </a:xfrm>
        </p:spPr>
        <p:txBody>
          <a:bodyPr/>
          <a:lstStyle>
            <a:lvl1pPr marL="0" indent="0" algn="ctr">
              <a:buNone/>
              <a:defRPr sz="2400">
                <a:solidFill>
                  <a:srgbClr val="004098"/>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82754C15-70A2-D7F9-BBF0-B38F819BF1B5}"/>
              </a:ext>
            </a:extLst>
          </p:cNvPr>
          <p:cNvSpPr>
            <a:spLocks noGrp="1"/>
          </p:cNvSpPr>
          <p:nvPr>
            <p:ph type="dt" sz="half" idx="10"/>
          </p:nvPr>
        </p:nvSpPr>
        <p:spPr/>
        <p:txBody>
          <a:bodyPr/>
          <a:lstStyle/>
          <a:p>
            <a:fld id="{F82B9B99-552D-684E-BB34-46E98F430A1F}" type="datetime1">
              <a:rPr kumimoji="1" lang="ja-JP" altLang="en-US" smtClean="0"/>
              <a:t>2026/6/11</a:t>
            </a:fld>
            <a:endParaRPr kumimoji="1" lang="ja-JP" altLang="en-US"/>
          </a:p>
        </p:txBody>
      </p:sp>
      <p:sp>
        <p:nvSpPr>
          <p:cNvPr id="5" name="フッター プレースホルダー 4">
            <a:extLst>
              <a:ext uri="{FF2B5EF4-FFF2-40B4-BE49-F238E27FC236}">
                <a16:creationId xmlns:a16="http://schemas.microsoft.com/office/drawing/2014/main" id="{E3D13EC8-8E92-1461-1A04-224E10FE5EED}"/>
              </a:ext>
            </a:extLst>
          </p:cNvPr>
          <p:cNvSpPr>
            <a:spLocks noGrp="1"/>
          </p:cNvSpPr>
          <p:nvPr>
            <p:ph type="ftr" sz="quarter" idx="11"/>
          </p:nvPr>
        </p:nvSpPr>
        <p:spPr/>
        <p:txBody>
          <a:bodyPr/>
          <a:lstStyle/>
          <a:p>
            <a:endParaRPr kumimoji="1" lang="ja-JP" altLang="en-US"/>
          </a:p>
        </p:txBody>
      </p:sp>
      <p:cxnSp>
        <p:nvCxnSpPr>
          <p:cNvPr id="14" name="直線コネクタ 13">
            <a:extLst>
              <a:ext uri="{FF2B5EF4-FFF2-40B4-BE49-F238E27FC236}">
                <a16:creationId xmlns:a16="http://schemas.microsoft.com/office/drawing/2014/main" id="{A8DE8DFA-93C8-A881-AADC-ED32F53BFBB9}"/>
              </a:ext>
            </a:extLst>
          </p:cNvPr>
          <p:cNvCxnSpPr>
            <a:cxnSpLocks/>
          </p:cNvCxnSpPr>
          <p:nvPr userDrawn="1"/>
        </p:nvCxnSpPr>
        <p:spPr>
          <a:xfrm>
            <a:off x="2389632" y="3793069"/>
            <a:ext cx="79248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7" name="図 16" descr="挿絵 が含まれている画像&#10;&#10;自動的に生成された説明">
            <a:extLst>
              <a:ext uri="{FF2B5EF4-FFF2-40B4-BE49-F238E27FC236}">
                <a16:creationId xmlns:a16="http://schemas.microsoft.com/office/drawing/2014/main" id="{5745E813-90D0-E4CA-182F-10B328FBD961}"/>
              </a:ext>
            </a:extLst>
          </p:cNvPr>
          <p:cNvPicPr>
            <a:picLocks noChangeAspect="1"/>
          </p:cNvPicPr>
          <p:nvPr userDrawn="1"/>
        </p:nvPicPr>
        <p:blipFill>
          <a:blip r:embed="rId2"/>
          <a:stretch>
            <a:fillRect/>
          </a:stretch>
        </p:blipFill>
        <p:spPr>
          <a:xfrm>
            <a:off x="10680191" y="378199"/>
            <a:ext cx="1161173" cy="183688"/>
          </a:xfrm>
          <a:prstGeom prst="rect">
            <a:avLst/>
          </a:prstGeom>
        </p:spPr>
      </p:pic>
      <p:sp>
        <p:nvSpPr>
          <p:cNvPr id="8" name="正方形/長方形 7">
            <a:extLst>
              <a:ext uri="{FF2B5EF4-FFF2-40B4-BE49-F238E27FC236}">
                <a16:creationId xmlns:a16="http://schemas.microsoft.com/office/drawing/2014/main" id="{835F81BF-44CC-D467-79B5-463379CCCBF3}"/>
              </a:ext>
            </a:extLst>
          </p:cNvPr>
          <p:cNvSpPr/>
          <p:nvPr userDrawn="1"/>
        </p:nvSpPr>
        <p:spPr>
          <a:xfrm>
            <a:off x="0" y="0"/>
            <a:ext cx="321469" cy="6858000"/>
          </a:xfrm>
          <a:prstGeom prst="rect">
            <a:avLst/>
          </a:prstGeom>
          <a:solidFill>
            <a:srgbClr val="00409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スライド番号プレースホルダー 5">
            <a:extLst>
              <a:ext uri="{FF2B5EF4-FFF2-40B4-BE49-F238E27FC236}">
                <a16:creationId xmlns:a16="http://schemas.microsoft.com/office/drawing/2014/main" id="{8FD4EF6C-7523-9E4E-737F-80F68FA9A2BE}"/>
              </a:ext>
            </a:extLst>
          </p:cNvPr>
          <p:cNvSpPr>
            <a:spLocks noGrp="1"/>
          </p:cNvSpPr>
          <p:nvPr>
            <p:ph type="sldNum" sz="quarter" idx="12"/>
          </p:nvPr>
        </p:nvSpPr>
        <p:spPr>
          <a:xfrm>
            <a:off x="-11151" y="6378652"/>
            <a:ext cx="369849" cy="365125"/>
          </a:xfrm>
        </p:spPr>
        <p:txBody>
          <a:bodyPr/>
          <a:lstStyle>
            <a:lvl1pPr algn="r">
              <a:defRPr>
                <a:solidFill>
                  <a:schemeClr val="bg1"/>
                </a:solidFill>
              </a:defRPr>
            </a:lvl1pPr>
          </a:lstStyle>
          <a:p>
            <a:fld id="{AEA9F59F-5AEA-DB42-A066-0EDE44B4D5E7}" type="slidenum">
              <a:rPr lang="ja-JP" altLang="en-US" smtClean="0"/>
              <a:pPr/>
              <a:t>‹#›</a:t>
            </a:fld>
            <a:endParaRPr lang="ja-JP" altLang="en-US"/>
          </a:p>
        </p:txBody>
      </p:sp>
      <p:sp>
        <p:nvSpPr>
          <p:cNvPr id="13" name="テキスト ボックス 12">
            <a:extLst>
              <a:ext uri="{FF2B5EF4-FFF2-40B4-BE49-F238E27FC236}">
                <a16:creationId xmlns:a16="http://schemas.microsoft.com/office/drawing/2014/main" id="{00155EF2-B505-01B2-C87F-397D29CE5E2B}"/>
              </a:ext>
            </a:extLst>
          </p:cNvPr>
          <p:cNvSpPr txBox="1"/>
          <p:nvPr userDrawn="1"/>
        </p:nvSpPr>
        <p:spPr>
          <a:xfrm rot="5400000">
            <a:off x="-821967" y="916705"/>
            <a:ext cx="1950122" cy="215444"/>
          </a:xfrm>
          <a:prstGeom prst="rect">
            <a:avLst/>
          </a:prstGeom>
          <a:noFill/>
        </p:spPr>
        <p:txBody>
          <a:bodyPr vert="horz" wrap="square">
            <a:spAutoFit/>
          </a:bodyPr>
          <a:lstStyle/>
          <a:p>
            <a:pPr lvl="0"/>
            <a:r>
              <a:rPr kumimoji="1" lang="en-US" altLang="ja-JP" sz="800">
                <a:solidFill>
                  <a:schemeClr val="bg1">
                    <a:lumMod val="75000"/>
                  </a:schemeClr>
                </a:solidFill>
              </a:rPr>
              <a:t>©︎ 2025  VERISERVE CORP.  </a:t>
            </a:r>
            <a:endParaRPr kumimoji="1" lang="ja-JP" altLang="en-US" sz="800">
              <a:solidFill>
                <a:schemeClr val="bg1">
                  <a:lumMod val="75000"/>
                </a:schemeClr>
              </a:solidFill>
            </a:endParaRPr>
          </a:p>
        </p:txBody>
      </p:sp>
      <p:sp>
        <p:nvSpPr>
          <p:cNvPr id="15" name="テキスト ボックス 14">
            <a:extLst>
              <a:ext uri="{FF2B5EF4-FFF2-40B4-BE49-F238E27FC236}">
                <a16:creationId xmlns:a16="http://schemas.microsoft.com/office/drawing/2014/main" id="{D314D824-C29E-DD00-7835-FE6D877F7973}"/>
              </a:ext>
            </a:extLst>
          </p:cNvPr>
          <p:cNvSpPr txBox="1"/>
          <p:nvPr userDrawn="1"/>
        </p:nvSpPr>
        <p:spPr>
          <a:xfrm rot="5400000">
            <a:off x="-447686" y="2070711"/>
            <a:ext cx="1213749" cy="215444"/>
          </a:xfrm>
          <a:prstGeom prst="rect">
            <a:avLst/>
          </a:prstGeom>
          <a:noFill/>
        </p:spPr>
        <p:txBody>
          <a:bodyPr vert="horz" wrap="square">
            <a:spAutoFit/>
          </a:bodyPr>
          <a:lstStyle/>
          <a:p>
            <a:pPr lvl="0"/>
            <a:r>
              <a:rPr kumimoji="1" lang="en-US" altLang="ja-JP" sz="800">
                <a:solidFill>
                  <a:schemeClr val="bg1">
                    <a:lumMod val="75000"/>
                  </a:schemeClr>
                </a:solidFill>
              </a:rPr>
              <a:t>CONFIDENTIAL</a:t>
            </a:r>
            <a:endParaRPr kumimoji="1" lang="ja-JP" altLang="en-US" sz="800">
              <a:solidFill>
                <a:schemeClr val="bg1">
                  <a:lumMod val="75000"/>
                </a:schemeClr>
              </a:solidFill>
            </a:endParaRPr>
          </a:p>
        </p:txBody>
      </p:sp>
      <p:sp>
        <p:nvSpPr>
          <p:cNvPr id="16" name="テキスト ボックス 15">
            <a:extLst>
              <a:ext uri="{FF2B5EF4-FFF2-40B4-BE49-F238E27FC236}">
                <a16:creationId xmlns:a16="http://schemas.microsoft.com/office/drawing/2014/main" id="{CB07483D-5C15-C6F1-836F-18C0CF462C31}"/>
              </a:ext>
            </a:extLst>
          </p:cNvPr>
          <p:cNvSpPr txBox="1"/>
          <p:nvPr userDrawn="1"/>
        </p:nvSpPr>
        <p:spPr>
          <a:xfrm>
            <a:off x="8851" y="2869064"/>
            <a:ext cx="307777" cy="2699249"/>
          </a:xfrm>
          <a:prstGeom prst="rect">
            <a:avLst/>
          </a:prstGeom>
          <a:noFill/>
        </p:spPr>
        <p:txBody>
          <a:bodyPr vert="eaVert" wrap="square">
            <a:spAutoFit/>
          </a:bodyPr>
          <a:lstStyle/>
          <a:p>
            <a:pPr lvl="0"/>
            <a:r>
              <a:rPr kumimoji="1" lang="ja-JP" altLang="en-US" sz="800">
                <a:solidFill>
                  <a:schemeClr val="bg1">
                    <a:lumMod val="75000"/>
                  </a:schemeClr>
                </a:solidFill>
                <a:latin typeface="游ゴシック" panose="020B0400000000000000" pitchFamily="50" charset="-128"/>
                <a:ea typeface="游ゴシック" panose="020B0400000000000000" pitchFamily="50" charset="-128"/>
              </a:rPr>
              <a:t>会社名・製品名・サ</a:t>
            </a:r>
            <a:r>
              <a:rPr kumimoji="1" lang="en-US" altLang="ja-JP" sz="800">
                <a:solidFill>
                  <a:schemeClr val="bg1">
                    <a:lumMod val="75000"/>
                  </a:schemeClr>
                </a:solidFill>
                <a:latin typeface="游ゴシック" panose="020B0400000000000000" pitchFamily="50" charset="-128"/>
                <a:ea typeface="游ゴシック" panose="020B0400000000000000" pitchFamily="50" charset="-128"/>
              </a:rPr>
              <a:t>−</a:t>
            </a:r>
            <a:r>
              <a:rPr kumimoji="1" lang="ja-JP" altLang="en-US" sz="800">
                <a:solidFill>
                  <a:schemeClr val="bg1">
                    <a:lumMod val="75000"/>
                  </a:schemeClr>
                </a:solidFill>
                <a:latin typeface="游ゴシック" panose="020B0400000000000000" pitchFamily="50" charset="-128"/>
                <a:ea typeface="游ゴシック" panose="020B0400000000000000" pitchFamily="50" charset="-128"/>
              </a:rPr>
              <a:t>ビス名は各社の商標登録です</a:t>
            </a:r>
          </a:p>
        </p:txBody>
      </p:sp>
      <p:cxnSp>
        <p:nvCxnSpPr>
          <p:cNvPr id="6" name="直線コネクタ 5">
            <a:extLst>
              <a:ext uri="{FF2B5EF4-FFF2-40B4-BE49-F238E27FC236}">
                <a16:creationId xmlns:a16="http://schemas.microsoft.com/office/drawing/2014/main" id="{1A736541-FC14-1EB3-5307-E8DCF80D0469}"/>
              </a:ext>
            </a:extLst>
          </p:cNvPr>
          <p:cNvCxnSpPr>
            <a:cxnSpLocks/>
          </p:cNvCxnSpPr>
          <p:nvPr userDrawn="1"/>
        </p:nvCxnSpPr>
        <p:spPr>
          <a:xfrm>
            <a:off x="2419200" y="3789000"/>
            <a:ext cx="79248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7" name="図 6" descr="図形&#10;&#10;中程度の精度で自動的に生成された説明">
            <a:extLst>
              <a:ext uri="{FF2B5EF4-FFF2-40B4-BE49-F238E27FC236}">
                <a16:creationId xmlns:a16="http://schemas.microsoft.com/office/drawing/2014/main" id="{4FF4CF0E-020E-FC23-FF47-7A9C778B496C}"/>
              </a:ext>
            </a:extLst>
          </p:cNvPr>
          <p:cNvPicPr>
            <a:picLocks noChangeAspect="1"/>
          </p:cNvPicPr>
          <p:nvPr userDrawn="1"/>
        </p:nvPicPr>
        <p:blipFill>
          <a:blip r:embed="rId3"/>
          <a:stretch>
            <a:fillRect/>
          </a:stretch>
        </p:blipFill>
        <p:spPr>
          <a:xfrm>
            <a:off x="10706070" y="6363613"/>
            <a:ext cx="1162800" cy="275292"/>
          </a:xfrm>
          <a:prstGeom prst="rect">
            <a:avLst/>
          </a:prstGeom>
        </p:spPr>
      </p:pic>
    </p:spTree>
    <p:extLst>
      <p:ext uri="{BB962C8B-B14F-4D97-AF65-F5344CB8AC3E}">
        <p14:creationId xmlns:p14="http://schemas.microsoft.com/office/powerpoint/2010/main" val="1718116907"/>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青_インデックス">
    <p:bg>
      <p:bgPr>
        <a:solidFill>
          <a:srgbClr val="004098"/>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D26D2627-8727-0A9A-F544-81170F958B60}"/>
              </a:ext>
            </a:extLst>
          </p:cNvPr>
          <p:cNvSpPr/>
          <p:nvPr userDrawn="1"/>
        </p:nvSpPr>
        <p:spPr>
          <a:xfrm>
            <a:off x="0" y="0"/>
            <a:ext cx="321469"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7C97BCB5-80FA-7527-5748-D0F86B2DF5C7}"/>
              </a:ext>
            </a:extLst>
          </p:cNvPr>
          <p:cNvSpPr>
            <a:spLocks noGrp="1"/>
          </p:cNvSpPr>
          <p:nvPr>
            <p:ph type="title" hasCustomPrompt="1"/>
          </p:nvPr>
        </p:nvSpPr>
        <p:spPr>
          <a:xfrm>
            <a:off x="1092708" y="250477"/>
            <a:ext cx="5891784" cy="555732"/>
          </a:xfrm>
        </p:spPr>
        <p:txBody>
          <a:bodyPr anchor="b">
            <a:normAutofit/>
          </a:bodyPr>
          <a:lstStyle>
            <a:lvl1pPr algn="l">
              <a:lnSpc>
                <a:spcPct val="130000"/>
              </a:lnSpc>
              <a:defRPr sz="2800" b="1" i="0">
                <a:solidFill>
                  <a:schemeClr val="bg1"/>
                </a:solidFill>
                <a:latin typeface="Yu Gothic" panose="020B0400000000000000" pitchFamily="34" charset="-128"/>
                <a:ea typeface="Yu Gothic" panose="020B0400000000000000" pitchFamily="34" charset="-128"/>
                <a:cs typeface="Arial" panose="020B0604020202020204" pitchFamily="34" charset="0"/>
              </a:defRPr>
            </a:lvl1pPr>
          </a:lstStyle>
          <a:p>
            <a:r>
              <a:rPr kumimoji="1" lang="ja-JP" altLang="en-US"/>
              <a:t>マスタータイトルの書式設定</a:t>
            </a:r>
          </a:p>
        </p:txBody>
      </p:sp>
      <p:sp>
        <p:nvSpPr>
          <p:cNvPr id="3" name="テキスト プレースホルダー 2">
            <a:extLst>
              <a:ext uri="{FF2B5EF4-FFF2-40B4-BE49-F238E27FC236}">
                <a16:creationId xmlns:a16="http://schemas.microsoft.com/office/drawing/2014/main" id="{A62A21C8-3FBE-463C-23A2-BFE0F31AE82F}"/>
              </a:ext>
            </a:extLst>
          </p:cNvPr>
          <p:cNvSpPr>
            <a:spLocks noGrp="1"/>
          </p:cNvSpPr>
          <p:nvPr>
            <p:ph type="body" idx="1"/>
          </p:nvPr>
        </p:nvSpPr>
        <p:spPr>
          <a:xfrm>
            <a:off x="3581400" y="1571559"/>
            <a:ext cx="8004048" cy="4147318"/>
          </a:xfrm>
        </p:spPr>
        <p:txBody>
          <a:bodyPr/>
          <a:lstStyle>
            <a:lvl1pPr marL="457200" indent="-457200" algn="l">
              <a:buFont typeface="+mj-lt"/>
              <a:buAutoNum type="arabicPeriod"/>
              <a:defRPr sz="2400" b="0" i="0">
                <a:solidFill>
                  <a:schemeClr val="bg1"/>
                </a:solidFill>
                <a:latin typeface="Yu Gothic Medium" panose="020B0400000000000000" pitchFamily="34" charset="-128"/>
                <a:ea typeface="Yu Gothic Medium" panose="020B0400000000000000" pitchFamily="34" charset="-128"/>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82754C15-70A2-D7F9-BBF0-B38F819BF1B5}"/>
              </a:ext>
            </a:extLst>
          </p:cNvPr>
          <p:cNvSpPr>
            <a:spLocks noGrp="1"/>
          </p:cNvSpPr>
          <p:nvPr>
            <p:ph type="dt" sz="half" idx="10"/>
          </p:nvPr>
        </p:nvSpPr>
        <p:spPr/>
        <p:txBody>
          <a:bodyPr/>
          <a:lstStyle/>
          <a:p>
            <a:fld id="{F82B9B99-552D-684E-BB34-46E98F430A1F}" type="datetime1">
              <a:rPr kumimoji="1" lang="ja-JP" altLang="en-US" smtClean="0"/>
              <a:t>2026/6/11</a:t>
            </a:fld>
            <a:endParaRPr kumimoji="1" lang="ja-JP" altLang="en-US"/>
          </a:p>
        </p:txBody>
      </p:sp>
      <p:sp>
        <p:nvSpPr>
          <p:cNvPr id="5" name="フッター プレースホルダー 4">
            <a:extLst>
              <a:ext uri="{FF2B5EF4-FFF2-40B4-BE49-F238E27FC236}">
                <a16:creationId xmlns:a16="http://schemas.microsoft.com/office/drawing/2014/main" id="{E3D13EC8-8E92-1461-1A04-224E10FE5EED}"/>
              </a:ext>
            </a:extLst>
          </p:cNvPr>
          <p:cNvSpPr>
            <a:spLocks noGrp="1"/>
          </p:cNvSpPr>
          <p:nvPr>
            <p:ph type="ftr" sz="quarter" idx="11"/>
          </p:nvPr>
        </p:nvSpPr>
        <p:spPr/>
        <p:txBody>
          <a:bodyPr/>
          <a:lstStyle/>
          <a:p>
            <a:endParaRPr kumimoji="1" lang="ja-JP" altLang="en-US"/>
          </a:p>
        </p:txBody>
      </p:sp>
      <p:sp>
        <p:nvSpPr>
          <p:cNvPr id="10" name="テキスト ボックス 9">
            <a:extLst>
              <a:ext uri="{FF2B5EF4-FFF2-40B4-BE49-F238E27FC236}">
                <a16:creationId xmlns:a16="http://schemas.microsoft.com/office/drawing/2014/main" id="{2287CC6D-2B09-B40D-9430-0A0AF477EC0E}"/>
              </a:ext>
            </a:extLst>
          </p:cNvPr>
          <p:cNvSpPr txBox="1"/>
          <p:nvPr userDrawn="1"/>
        </p:nvSpPr>
        <p:spPr>
          <a:xfrm rot="5400000">
            <a:off x="-821967" y="916705"/>
            <a:ext cx="1950122" cy="215444"/>
          </a:xfrm>
          <a:prstGeom prst="rect">
            <a:avLst/>
          </a:prstGeom>
          <a:noFill/>
        </p:spPr>
        <p:txBody>
          <a:bodyPr vert="horz" wrap="square">
            <a:spAutoFit/>
          </a:bodyPr>
          <a:lstStyle/>
          <a:p>
            <a:pPr lvl="0"/>
            <a:r>
              <a:rPr kumimoji="1" lang="en-US" altLang="ja-JP" sz="800">
                <a:solidFill>
                  <a:schemeClr val="bg1">
                    <a:lumMod val="50000"/>
                  </a:schemeClr>
                </a:solidFill>
              </a:rPr>
              <a:t>©︎ 2025  VERISERVE CORP.  </a:t>
            </a:r>
            <a:endParaRPr kumimoji="1" lang="ja-JP" altLang="en-US" sz="800">
              <a:solidFill>
                <a:schemeClr val="bg1">
                  <a:lumMod val="50000"/>
                </a:schemeClr>
              </a:solidFill>
            </a:endParaRPr>
          </a:p>
        </p:txBody>
      </p:sp>
      <p:sp>
        <p:nvSpPr>
          <p:cNvPr id="12" name="テキスト ボックス 11">
            <a:extLst>
              <a:ext uri="{FF2B5EF4-FFF2-40B4-BE49-F238E27FC236}">
                <a16:creationId xmlns:a16="http://schemas.microsoft.com/office/drawing/2014/main" id="{ADABA662-159A-B17D-12B1-26BDE6DEEB53}"/>
              </a:ext>
            </a:extLst>
          </p:cNvPr>
          <p:cNvSpPr txBox="1"/>
          <p:nvPr userDrawn="1"/>
        </p:nvSpPr>
        <p:spPr>
          <a:xfrm rot="5400000">
            <a:off x="-447686" y="2070711"/>
            <a:ext cx="1213749" cy="215444"/>
          </a:xfrm>
          <a:prstGeom prst="rect">
            <a:avLst/>
          </a:prstGeom>
          <a:noFill/>
        </p:spPr>
        <p:txBody>
          <a:bodyPr vert="horz" wrap="square">
            <a:spAutoFit/>
          </a:bodyPr>
          <a:lstStyle/>
          <a:p>
            <a:pPr lvl="0"/>
            <a:r>
              <a:rPr kumimoji="1" lang="en-US" altLang="ja-JP" sz="800">
                <a:solidFill>
                  <a:schemeClr val="bg1">
                    <a:lumMod val="50000"/>
                  </a:schemeClr>
                </a:solidFill>
              </a:rPr>
              <a:t>CONFIDENTIAL</a:t>
            </a:r>
            <a:endParaRPr kumimoji="1" lang="ja-JP" altLang="en-US" sz="800">
              <a:solidFill>
                <a:schemeClr val="bg1">
                  <a:lumMod val="50000"/>
                </a:schemeClr>
              </a:solidFill>
            </a:endParaRPr>
          </a:p>
        </p:txBody>
      </p:sp>
      <p:cxnSp>
        <p:nvCxnSpPr>
          <p:cNvPr id="14" name="直線コネクタ 13">
            <a:extLst>
              <a:ext uri="{FF2B5EF4-FFF2-40B4-BE49-F238E27FC236}">
                <a16:creationId xmlns:a16="http://schemas.microsoft.com/office/drawing/2014/main" id="{A8DE8DFA-93C8-A881-AADC-ED32F53BFBB9}"/>
              </a:ext>
            </a:extLst>
          </p:cNvPr>
          <p:cNvCxnSpPr>
            <a:cxnSpLocks/>
          </p:cNvCxnSpPr>
          <p:nvPr userDrawn="1"/>
        </p:nvCxnSpPr>
        <p:spPr>
          <a:xfrm>
            <a:off x="3581400" y="1255923"/>
            <a:ext cx="79248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5BD6122E-FD89-0299-EDE5-0626229B2F2A}"/>
              </a:ext>
            </a:extLst>
          </p:cNvPr>
          <p:cNvSpPr txBox="1"/>
          <p:nvPr userDrawn="1"/>
        </p:nvSpPr>
        <p:spPr>
          <a:xfrm>
            <a:off x="8851" y="2869064"/>
            <a:ext cx="307777" cy="2699249"/>
          </a:xfrm>
          <a:prstGeom prst="rect">
            <a:avLst/>
          </a:prstGeom>
          <a:noFill/>
        </p:spPr>
        <p:txBody>
          <a:bodyPr vert="eaVert" wrap="square">
            <a:spAutoFit/>
          </a:bodyPr>
          <a:lstStyle/>
          <a:p>
            <a:pPr lvl="0"/>
            <a:r>
              <a:rPr kumimoji="1" lang="ja-JP" altLang="en-US" sz="800">
                <a:solidFill>
                  <a:schemeClr val="bg1">
                    <a:lumMod val="50000"/>
                  </a:schemeClr>
                </a:solidFill>
                <a:latin typeface="游ゴシック" panose="020B0400000000000000" pitchFamily="50" charset="-128"/>
                <a:ea typeface="游ゴシック" panose="020B0400000000000000" pitchFamily="50" charset="-128"/>
              </a:rPr>
              <a:t>会社名・製品名・サ</a:t>
            </a:r>
            <a:r>
              <a:rPr kumimoji="1" lang="en-US" altLang="ja-JP" sz="800">
                <a:solidFill>
                  <a:schemeClr val="bg1">
                    <a:lumMod val="50000"/>
                  </a:schemeClr>
                </a:solidFill>
                <a:latin typeface="游ゴシック" panose="020B0400000000000000" pitchFamily="50" charset="-128"/>
                <a:ea typeface="游ゴシック" panose="020B0400000000000000" pitchFamily="50" charset="-128"/>
              </a:rPr>
              <a:t>−</a:t>
            </a:r>
            <a:r>
              <a:rPr kumimoji="1" lang="ja-JP" altLang="en-US" sz="800">
                <a:solidFill>
                  <a:schemeClr val="bg1">
                    <a:lumMod val="50000"/>
                  </a:schemeClr>
                </a:solidFill>
                <a:latin typeface="游ゴシック" panose="020B0400000000000000" pitchFamily="50" charset="-128"/>
                <a:ea typeface="游ゴシック" panose="020B0400000000000000" pitchFamily="50" charset="-128"/>
              </a:rPr>
              <a:t>ビス名は各社の商標登録です</a:t>
            </a:r>
          </a:p>
        </p:txBody>
      </p:sp>
      <p:pic>
        <p:nvPicPr>
          <p:cNvPr id="15" name="図 14" descr="図形&#10;&#10;中程度の精度で自動的に生成された説明">
            <a:extLst>
              <a:ext uri="{FF2B5EF4-FFF2-40B4-BE49-F238E27FC236}">
                <a16:creationId xmlns:a16="http://schemas.microsoft.com/office/drawing/2014/main" id="{BEAFD91D-87C9-4B9A-5C92-4492503F73B2}"/>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10704000" y="6355464"/>
            <a:ext cx="1162800" cy="275292"/>
          </a:xfrm>
          <a:prstGeom prst="rect">
            <a:avLst/>
          </a:prstGeom>
        </p:spPr>
      </p:pic>
      <p:sp>
        <p:nvSpPr>
          <p:cNvPr id="6" name="スライド番号プレースホルダー 5">
            <a:extLst>
              <a:ext uri="{FF2B5EF4-FFF2-40B4-BE49-F238E27FC236}">
                <a16:creationId xmlns:a16="http://schemas.microsoft.com/office/drawing/2014/main" id="{A3D4459E-4099-4CA6-8B9E-8C8B70710988}"/>
              </a:ext>
            </a:extLst>
          </p:cNvPr>
          <p:cNvSpPr>
            <a:spLocks noGrp="1"/>
          </p:cNvSpPr>
          <p:nvPr>
            <p:ph type="sldNum" sz="quarter" idx="12"/>
          </p:nvPr>
        </p:nvSpPr>
        <p:spPr>
          <a:xfrm>
            <a:off x="-11151" y="6378652"/>
            <a:ext cx="369849" cy="365125"/>
          </a:xfrm>
        </p:spPr>
        <p:txBody>
          <a:bodyPr/>
          <a:lstStyle>
            <a:lvl1pPr algn="r">
              <a:defRPr>
                <a:solidFill>
                  <a:schemeClr val="bg1">
                    <a:lumMod val="50000"/>
                  </a:schemeClr>
                </a:solidFill>
              </a:defRPr>
            </a:lvl1pPr>
          </a:lstStyle>
          <a:p>
            <a:fld id="{AEA9F59F-5AEA-DB42-A066-0EDE44B4D5E7}" type="slidenum">
              <a:rPr lang="ja-JP" altLang="en-US" smtClean="0"/>
              <a:pPr/>
              <a:t>‹#›</a:t>
            </a:fld>
            <a:endParaRPr lang="ja-JP" altLang="en-US"/>
          </a:p>
        </p:txBody>
      </p:sp>
    </p:spTree>
    <p:extLst>
      <p:ext uri="{BB962C8B-B14F-4D97-AF65-F5344CB8AC3E}">
        <p14:creationId xmlns:p14="http://schemas.microsoft.com/office/powerpoint/2010/main" val="12554869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白_インデックス">
    <p:bg>
      <p:bgRef idx="1001">
        <a:schemeClr val="bg1"/>
      </p:bgRef>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97BCB5-80FA-7527-5748-D0F86B2DF5C7}"/>
              </a:ext>
            </a:extLst>
          </p:cNvPr>
          <p:cNvSpPr>
            <a:spLocks noGrp="1"/>
          </p:cNvSpPr>
          <p:nvPr>
            <p:ph type="title" hasCustomPrompt="1"/>
          </p:nvPr>
        </p:nvSpPr>
        <p:spPr>
          <a:xfrm>
            <a:off x="1092708" y="250477"/>
            <a:ext cx="5891784" cy="555732"/>
          </a:xfrm>
        </p:spPr>
        <p:txBody>
          <a:bodyPr anchor="b">
            <a:normAutofit/>
          </a:bodyPr>
          <a:lstStyle>
            <a:lvl1pPr algn="l">
              <a:lnSpc>
                <a:spcPct val="130000"/>
              </a:lnSpc>
              <a:defRPr sz="2800" b="1" i="0">
                <a:solidFill>
                  <a:srgbClr val="004098"/>
                </a:solidFill>
                <a:latin typeface="Yu Gothic" panose="020B0400000000000000" pitchFamily="34" charset="-128"/>
                <a:ea typeface="Yu Gothic" panose="020B0400000000000000" pitchFamily="34" charset="-128"/>
                <a:cs typeface="Arial" panose="020B0604020202020204" pitchFamily="34" charset="0"/>
              </a:defRPr>
            </a:lvl1pPr>
          </a:lstStyle>
          <a:p>
            <a:r>
              <a:rPr kumimoji="1" lang="ja-JP" altLang="en-US"/>
              <a:t>マスタータイトルの書式設定</a:t>
            </a:r>
          </a:p>
        </p:txBody>
      </p:sp>
      <p:sp>
        <p:nvSpPr>
          <p:cNvPr id="3" name="テキスト プレースホルダー 2">
            <a:extLst>
              <a:ext uri="{FF2B5EF4-FFF2-40B4-BE49-F238E27FC236}">
                <a16:creationId xmlns:a16="http://schemas.microsoft.com/office/drawing/2014/main" id="{A62A21C8-3FBE-463C-23A2-BFE0F31AE82F}"/>
              </a:ext>
            </a:extLst>
          </p:cNvPr>
          <p:cNvSpPr>
            <a:spLocks noGrp="1"/>
          </p:cNvSpPr>
          <p:nvPr>
            <p:ph type="body" idx="1"/>
          </p:nvPr>
        </p:nvSpPr>
        <p:spPr>
          <a:xfrm>
            <a:off x="3581400" y="1571559"/>
            <a:ext cx="8004048" cy="4147318"/>
          </a:xfrm>
        </p:spPr>
        <p:txBody>
          <a:bodyPr/>
          <a:lstStyle>
            <a:lvl1pPr marL="457200" indent="-457200" algn="l">
              <a:buFont typeface="+mj-lt"/>
              <a:buAutoNum type="arabicPeriod"/>
              <a:defRPr sz="2400" b="0" i="0">
                <a:solidFill>
                  <a:schemeClr val="tx1">
                    <a:lumMod val="85000"/>
                    <a:lumOff val="15000"/>
                  </a:schemeClr>
                </a:solidFill>
                <a:latin typeface="Yu Gothic Medium" panose="020B0400000000000000" pitchFamily="34" charset="-128"/>
                <a:ea typeface="Yu Gothic Medium" panose="020B0400000000000000" pitchFamily="34" charset="-128"/>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82754C15-70A2-D7F9-BBF0-B38F819BF1B5}"/>
              </a:ext>
            </a:extLst>
          </p:cNvPr>
          <p:cNvSpPr>
            <a:spLocks noGrp="1"/>
          </p:cNvSpPr>
          <p:nvPr>
            <p:ph type="dt" sz="half" idx="10"/>
          </p:nvPr>
        </p:nvSpPr>
        <p:spPr/>
        <p:txBody>
          <a:bodyPr/>
          <a:lstStyle/>
          <a:p>
            <a:fld id="{F82B9B99-552D-684E-BB34-46E98F430A1F}" type="datetime1">
              <a:rPr kumimoji="1" lang="ja-JP" altLang="en-US" smtClean="0"/>
              <a:t>2026/6/11</a:t>
            </a:fld>
            <a:endParaRPr kumimoji="1" lang="ja-JP" altLang="en-US"/>
          </a:p>
        </p:txBody>
      </p:sp>
      <p:sp>
        <p:nvSpPr>
          <p:cNvPr id="5" name="フッター プレースホルダー 4">
            <a:extLst>
              <a:ext uri="{FF2B5EF4-FFF2-40B4-BE49-F238E27FC236}">
                <a16:creationId xmlns:a16="http://schemas.microsoft.com/office/drawing/2014/main" id="{E3D13EC8-8E92-1461-1A04-224E10FE5EED}"/>
              </a:ext>
            </a:extLst>
          </p:cNvPr>
          <p:cNvSpPr>
            <a:spLocks noGrp="1"/>
          </p:cNvSpPr>
          <p:nvPr>
            <p:ph type="ftr" sz="quarter" idx="11"/>
          </p:nvPr>
        </p:nvSpPr>
        <p:spPr/>
        <p:txBody>
          <a:bodyPr/>
          <a:lstStyle/>
          <a:p>
            <a:endParaRPr kumimoji="1" lang="ja-JP" altLang="en-US"/>
          </a:p>
        </p:txBody>
      </p:sp>
      <p:cxnSp>
        <p:nvCxnSpPr>
          <p:cNvPr id="14" name="直線コネクタ 13">
            <a:extLst>
              <a:ext uri="{FF2B5EF4-FFF2-40B4-BE49-F238E27FC236}">
                <a16:creationId xmlns:a16="http://schemas.microsoft.com/office/drawing/2014/main" id="{A8DE8DFA-93C8-A881-AADC-ED32F53BFBB9}"/>
              </a:ext>
            </a:extLst>
          </p:cNvPr>
          <p:cNvCxnSpPr>
            <a:cxnSpLocks/>
          </p:cNvCxnSpPr>
          <p:nvPr userDrawn="1"/>
        </p:nvCxnSpPr>
        <p:spPr>
          <a:xfrm>
            <a:off x="3581400" y="1255923"/>
            <a:ext cx="7924800" cy="0"/>
          </a:xfrm>
          <a:prstGeom prst="line">
            <a:avLst/>
          </a:prstGeom>
          <a:ln w="12700">
            <a:solidFill>
              <a:srgbClr val="004098"/>
            </a:solidFill>
          </a:ln>
        </p:spPr>
        <p:style>
          <a:lnRef idx="1">
            <a:schemeClr val="accent1"/>
          </a:lnRef>
          <a:fillRef idx="0">
            <a:schemeClr val="accent1"/>
          </a:fillRef>
          <a:effectRef idx="0">
            <a:schemeClr val="accent1"/>
          </a:effectRef>
          <a:fontRef idx="minor">
            <a:schemeClr val="tx1"/>
          </a:fontRef>
        </p:style>
      </p:cxnSp>
      <p:pic>
        <p:nvPicPr>
          <p:cNvPr id="11" name="図 10" descr="挿絵 が含まれている画像&#10;&#10;自動的に生成された説明">
            <a:extLst>
              <a:ext uri="{FF2B5EF4-FFF2-40B4-BE49-F238E27FC236}">
                <a16:creationId xmlns:a16="http://schemas.microsoft.com/office/drawing/2014/main" id="{3778D7C2-98D1-360F-E15C-39273356BE30}"/>
              </a:ext>
            </a:extLst>
          </p:cNvPr>
          <p:cNvPicPr>
            <a:picLocks noChangeAspect="1"/>
          </p:cNvPicPr>
          <p:nvPr userDrawn="1"/>
        </p:nvPicPr>
        <p:blipFill>
          <a:blip r:embed="rId2"/>
          <a:stretch>
            <a:fillRect/>
          </a:stretch>
        </p:blipFill>
        <p:spPr>
          <a:xfrm>
            <a:off x="10680191" y="378199"/>
            <a:ext cx="1161173" cy="183688"/>
          </a:xfrm>
          <a:prstGeom prst="rect">
            <a:avLst/>
          </a:prstGeom>
        </p:spPr>
      </p:pic>
      <p:sp>
        <p:nvSpPr>
          <p:cNvPr id="8" name="正方形/長方形 7">
            <a:extLst>
              <a:ext uri="{FF2B5EF4-FFF2-40B4-BE49-F238E27FC236}">
                <a16:creationId xmlns:a16="http://schemas.microsoft.com/office/drawing/2014/main" id="{3532CAFC-A8CB-D9AF-CE49-93BCFC92308A}"/>
              </a:ext>
            </a:extLst>
          </p:cNvPr>
          <p:cNvSpPr/>
          <p:nvPr userDrawn="1"/>
        </p:nvSpPr>
        <p:spPr>
          <a:xfrm>
            <a:off x="0" y="0"/>
            <a:ext cx="321469" cy="6858000"/>
          </a:xfrm>
          <a:prstGeom prst="rect">
            <a:avLst/>
          </a:prstGeom>
          <a:solidFill>
            <a:srgbClr val="00409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スライド番号プレースホルダー 5">
            <a:extLst>
              <a:ext uri="{FF2B5EF4-FFF2-40B4-BE49-F238E27FC236}">
                <a16:creationId xmlns:a16="http://schemas.microsoft.com/office/drawing/2014/main" id="{76D60A96-5F88-EB28-8A47-B7FE20F1907A}"/>
              </a:ext>
            </a:extLst>
          </p:cNvPr>
          <p:cNvSpPr>
            <a:spLocks noGrp="1"/>
          </p:cNvSpPr>
          <p:nvPr>
            <p:ph type="sldNum" sz="quarter" idx="12"/>
          </p:nvPr>
        </p:nvSpPr>
        <p:spPr>
          <a:xfrm>
            <a:off x="-11151" y="6378652"/>
            <a:ext cx="369849" cy="365125"/>
          </a:xfrm>
        </p:spPr>
        <p:txBody>
          <a:bodyPr/>
          <a:lstStyle>
            <a:lvl1pPr>
              <a:defRPr>
                <a:solidFill>
                  <a:schemeClr val="bg1"/>
                </a:solidFill>
              </a:defRPr>
            </a:lvl1pPr>
          </a:lstStyle>
          <a:p>
            <a:fld id="{AEA9F59F-5AEA-DB42-A066-0EDE44B4D5E7}" type="slidenum">
              <a:rPr lang="ja-JP" altLang="en-US" smtClean="0"/>
              <a:pPr/>
              <a:t>‹#›</a:t>
            </a:fld>
            <a:endParaRPr lang="ja-JP" altLang="en-US"/>
          </a:p>
        </p:txBody>
      </p:sp>
      <p:sp>
        <p:nvSpPr>
          <p:cNvPr id="15" name="テキスト ボックス 14">
            <a:extLst>
              <a:ext uri="{FF2B5EF4-FFF2-40B4-BE49-F238E27FC236}">
                <a16:creationId xmlns:a16="http://schemas.microsoft.com/office/drawing/2014/main" id="{01E063B0-A4CE-E037-6AC8-F514C4ABFB97}"/>
              </a:ext>
            </a:extLst>
          </p:cNvPr>
          <p:cNvSpPr txBox="1"/>
          <p:nvPr userDrawn="1"/>
        </p:nvSpPr>
        <p:spPr>
          <a:xfrm rot="5400000">
            <a:off x="-821967" y="916705"/>
            <a:ext cx="1950122" cy="215444"/>
          </a:xfrm>
          <a:prstGeom prst="rect">
            <a:avLst/>
          </a:prstGeom>
          <a:noFill/>
        </p:spPr>
        <p:txBody>
          <a:bodyPr vert="horz" wrap="square">
            <a:spAutoFit/>
          </a:bodyPr>
          <a:lstStyle/>
          <a:p>
            <a:pPr lvl="0"/>
            <a:r>
              <a:rPr kumimoji="1" lang="en-US" altLang="ja-JP" sz="800">
                <a:solidFill>
                  <a:schemeClr val="bg1">
                    <a:lumMod val="75000"/>
                  </a:schemeClr>
                </a:solidFill>
              </a:rPr>
              <a:t>©︎ 2025  VERISERVE CORP.  </a:t>
            </a:r>
            <a:endParaRPr kumimoji="1" lang="ja-JP" altLang="en-US" sz="800">
              <a:solidFill>
                <a:schemeClr val="bg1">
                  <a:lumMod val="75000"/>
                </a:schemeClr>
              </a:solidFill>
            </a:endParaRPr>
          </a:p>
        </p:txBody>
      </p:sp>
      <p:sp>
        <p:nvSpPr>
          <p:cNvPr id="16" name="テキスト ボックス 15">
            <a:extLst>
              <a:ext uri="{FF2B5EF4-FFF2-40B4-BE49-F238E27FC236}">
                <a16:creationId xmlns:a16="http://schemas.microsoft.com/office/drawing/2014/main" id="{DE2FFB9F-BECE-3F42-4EF0-A549BC04F7AD}"/>
              </a:ext>
            </a:extLst>
          </p:cNvPr>
          <p:cNvSpPr txBox="1"/>
          <p:nvPr userDrawn="1"/>
        </p:nvSpPr>
        <p:spPr>
          <a:xfrm rot="5400000">
            <a:off x="-447686" y="2070711"/>
            <a:ext cx="1213749" cy="215444"/>
          </a:xfrm>
          <a:prstGeom prst="rect">
            <a:avLst/>
          </a:prstGeom>
          <a:noFill/>
        </p:spPr>
        <p:txBody>
          <a:bodyPr vert="horz" wrap="square">
            <a:spAutoFit/>
          </a:bodyPr>
          <a:lstStyle/>
          <a:p>
            <a:pPr lvl="0"/>
            <a:r>
              <a:rPr kumimoji="1" lang="en-US" altLang="ja-JP" sz="800">
                <a:solidFill>
                  <a:schemeClr val="bg1">
                    <a:lumMod val="75000"/>
                  </a:schemeClr>
                </a:solidFill>
              </a:rPr>
              <a:t>CONFIDENTIAL</a:t>
            </a:r>
            <a:endParaRPr kumimoji="1" lang="ja-JP" altLang="en-US" sz="800">
              <a:solidFill>
                <a:schemeClr val="bg1">
                  <a:lumMod val="75000"/>
                </a:schemeClr>
              </a:solidFill>
            </a:endParaRPr>
          </a:p>
        </p:txBody>
      </p:sp>
      <p:sp>
        <p:nvSpPr>
          <p:cNvPr id="17" name="テキスト ボックス 16">
            <a:extLst>
              <a:ext uri="{FF2B5EF4-FFF2-40B4-BE49-F238E27FC236}">
                <a16:creationId xmlns:a16="http://schemas.microsoft.com/office/drawing/2014/main" id="{2865A309-939E-CAB2-2ABE-3BC1EF080148}"/>
              </a:ext>
            </a:extLst>
          </p:cNvPr>
          <p:cNvSpPr txBox="1"/>
          <p:nvPr userDrawn="1"/>
        </p:nvSpPr>
        <p:spPr>
          <a:xfrm>
            <a:off x="8851" y="2869064"/>
            <a:ext cx="307777" cy="2699249"/>
          </a:xfrm>
          <a:prstGeom prst="rect">
            <a:avLst/>
          </a:prstGeom>
          <a:noFill/>
        </p:spPr>
        <p:txBody>
          <a:bodyPr vert="eaVert" wrap="square">
            <a:spAutoFit/>
          </a:bodyPr>
          <a:lstStyle/>
          <a:p>
            <a:pPr lvl="0"/>
            <a:r>
              <a:rPr kumimoji="1" lang="ja-JP" altLang="en-US" sz="800">
                <a:solidFill>
                  <a:schemeClr val="bg1">
                    <a:lumMod val="75000"/>
                  </a:schemeClr>
                </a:solidFill>
                <a:latin typeface="游ゴシック" panose="020B0400000000000000" pitchFamily="50" charset="-128"/>
                <a:ea typeface="游ゴシック" panose="020B0400000000000000" pitchFamily="50" charset="-128"/>
              </a:rPr>
              <a:t>会社名・製品名・サ</a:t>
            </a:r>
            <a:r>
              <a:rPr kumimoji="1" lang="en-US" altLang="ja-JP" sz="800">
                <a:solidFill>
                  <a:schemeClr val="bg1">
                    <a:lumMod val="75000"/>
                  </a:schemeClr>
                </a:solidFill>
                <a:latin typeface="游ゴシック" panose="020B0400000000000000" pitchFamily="50" charset="-128"/>
                <a:ea typeface="游ゴシック" panose="020B0400000000000000" pitchFamily="50" charset="-128"/>
              </a:rPr>
              <a:t>−</a:t>
            </a:r>
            <a:r>
              <a:rPr kumimoji="1" lang="ja-JP" altLang="en-US" sz="800">
                <a:solidFill>
                  <a:schemeClr val="bg1">
                    <a:lumMod val="75000"/>
                  </a:schemeClr>
                </a:solidFill>
                <a:latin typeface="游ゴシック" panose="020B0400000000000000" pitchFamily="50" charset="-128"/>
                <a:ea typeface="游ゴシック" panose="020B0400000000000000" pitchFamily="50" charset="-128"/>
              </a:rPr>
              <a:t>ビス名は各社の商標登録です</a:t>
            </a:r>
          </a:p>
        </p:txBody>
      </p:sp>
      <p:pic>
        <p:nvPicPr>
          <p:cNvPr id="6" name="図 5" descr="図形&#10;&#10;中程度の精度で自動的に生成された説明">
            <a:extLst>
              <a:ext uri="{FF2B5EF4-FFF2-40B4-BE49-F238E27FC236}">
                <a16:creationId xmlns:a16="http://schemas.microsoft.com/office/drawing/2014/main" id="{871AB4DF-FE3C-AD82-2A88-C7360B9174C8}"/>
              </a:ext>
            </a:extLst>
          </p:cNvPr>
          <p:cNvPicPr>
            <a:picLocks noChangeAspect="1"/>
          </p:cNvPicPr>
          <p:nvPr userDrawn="1"/>
        </p:nvPicPr>
        <p:blipFill>
          <a:blip r:embed="rId3"/>
          <a:stretch>
            <a:fillRect/>
          </a:stretch>
        </p:blipFill>
        <p:spPr>
          <a:xfrm>
            <a:off x="10706070" y="6363613"/>
            <a:ext cx="1162800" cy="275292"/>
          </a:xfrm>
          <a:prstGeom prst="rect">
            <a:avLst/>
          </a:prstGeom>
        </p:spPr>
      </p:pic>
    </p:spTree>
    <p:extLst>
      <p:ext uri="{BB962C8B-B14F-4D97-AF65-F5344CB8AC3E}">
        <p14:creationId xmlns:p14="http://schemas.microsoft.com/office/powerpoint/2010/main" val="1801800552"/>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ドキュメン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F8286DA-9F8C-D125-B5E1-948E9C38C406}"/>
              </a:ext>
            </a:extLst>
          </p:cNvPr>
          <p:cNvSpPr>
            <a:spLocks noGrp="1"/>
          </p:cNvSpPr>
          <p:nvPr>
            <p:ph type="title"/>
          </p:nvPr>
        </p:nvSpPr>
        <p:spPr>
          <a:xfrm>
            <a:off x="838200" y="319405"/>
            <a:ext cx="10515600" cy="503555"/>
          </a:xfrm>
        </p:spPr>
        <p:txBody>
          <a:bodyPr>
            <a:noAutofit/>
          </a:bodyPr>
          <a:lstStyle>
            <a:lvl1pPr>
              <a:defRPr sz="3200" b="0" i="0">
                <a:solidFill>
                  <a:srgbClr val="004098"/>
                </a:solidFill>
                <a:latin typeface="Yu Gothic Medium" panose="020B0400000000000000" pitchFamily="34" charset="-128"/>
                <a:ea typeface="Yu Gothic Medium" panose="020B0400000000000000" pitchFamily="34" charset="-128"/>
              </a:defRPr>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88FA1F6-261E-4CDD-0F2D-9DC0DD6F9000}"/>
              </a:ext>
            </a:extLst>
          </p:cNvPr>
          <p:cNvSpPr>
            <a:spLocks noGrp="1"/>
          </p:cNvSpPr>
          <p:nvPr>
            <p:ph idx="1"/>
          </p:nvPr>
        </p:nvSpPr>
        <p:spPr>
          <a:xfrm>
            <a:off x="838200" y="1253330"/>
            <a:ext cx="10515600" cy="5010309"/>
          </a:xfrm>
        </p:spPr>
        <p:txBody>
          <a:bodyPr/>
          <a:lstStyle>
            <a:lvl1pPr>
              <a:lnSpc>
                <a:spcPct val="130000"/>
              </a:lnSpc>
              <a:defRPr b="0" i="0">
                <a:solidFill>
                  <a:schemeClr val="tx1">
                    <a:lumMod val="75000"/>
                    <a:lumOff val="25000"/>
                  </a:schemeClr>
                </a:solidFill>
                <a:latin typeface="Yu Gothic Medium" panose="020B0400000000000000" pitchFamily="34" charset="-128"/>
                <a:ea typeface="Yu Gothic Medium" panose="020B0400000000000000" pitchFamily="34" charset="-128"/>
                <a:cs typeface="Arial" panose="020B0604020202020204" pitchFamily="34" charset="0"/>
              </a:defRPr>
            </a:lvl1pPr>
            <a:lvl2pPr marL="685800" indent="-228600">
              <a:lnSpc>
                <a:spcPct val="130000"/>
              </a:lnSpc>
              <a:buFont typeface="システムフォント（レギュラー）"/>
              <a:buChar char="▹"/>
              <a:defRPr b="0" i="0">
                <a:solidFill>
                  <a:schemeClr val="tx1">
                    <a:lumMod val="75000"/>
                    <a:lumOff val="25000"/>
                  </a:schemeClr>
                </a:solidFill>
                <a:latin typeface="Yu Gothic Medium" panose="020B0400000000000000" pitchFamily="34" charset="-128"/>
                <a:ea typeface="Yu Gothic Medium" panose="020B0400000000000000" pitchFamily="34" charset="-128"/>
                <a:cs typeface="Arial" panose="020B0604020202020204" pitchFamily="34" charset="0"/>
              </a:defRPr>
            </a:lvl2pPr>
            <a:lvl3pPr marL="1143000" indent="-228600">
              <a:lnSpc>
                <a:spcPct val="130000"/>
              </a:lnSpc>
              <a:buFont typeface="システムフォント（レギュラー）"/>
              <a:buChar char="‣"/>
              <a:defRPr b="0" i="0">
                <a:solidFill>
                  <a:schemeClr val="tx1">
                    <a:lumMod val="75000"/>
                    <a:lumOff val="25000"/>
                  </a:schemeClr>
                </a:solidFill>
                <a:latin typeface="Yu Gothic Medium" panose="020B0400000000000000" pitchFamily="34" charset="-128"/>
                <a:ea typeface="Yu Gothic Medium" panose="020B0400000000000000" pitchFamily="34" charset="-128"/>
                <a:cs typeface="Arial" panose="020B0604020202020204" pitchFamily="34" charset="0"/>
              </a:defRPr>
            </a:lvl3pPr>
            <a:lvl4pPr>
              <a:lnSpc>
                <a:spcPct val="130000"/>
              </a:lnSpc>
              <a:defRPr b="0" i="0">
                <a:solidFill>
                  <a:schemeClr val="tx1">
                    <a:lumMod val="75000"/>
                    <a:lumOff val="25000"/>
                  </a:schemeClr>
                </a:solidFill>
                <a:latin typeface="Yu Gothic Medium" panose="020B0400000000000000" pitchFamily="34" charset="-128"/>
                <a:ea typeface="Yu Gothic Medium" panose="020B0400000000000000" pitchFamily="34" charset="-128"/>
                <a:cs typeface="Arial" panose="020B0604020202020204" pitchFamily="34" charset="0"/>
              </a:defRPr>
            </a:lvl4pPr>
            <a:lvl5pPr>
              <a:lnSpc>
                <a:spcPct val="130000"/>
              </a:lnSpc>
              <a:defRPr b="0" i="0">
                <a:solidFill>
                  <a:schemeClr val="tx1">
                    <a:lumMod val="75000"/>
                    <a:lumOff val="25000"/>
                  </a:schemeClr>
                </a:solidFill>
                <a:latin typeface="Yu Gothic Medium" panose="020B0400000000000000" pitchFamily="34" charset="-128"/>
                <a:ea typeface="Yu Gothic Medium" panose="020B0400000000000000" pitchFamily="34" charset="-128"/>
                <a:cs typeface="Arial" panose="020B0604020202020204" pitchFamily="34" charset="0"/>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90D7811-D88B-2441-9257-8EF10A1C1CC8}"/>
              </a:ext>
            </a:extLst>
          </p:cNvPr>
          <p:cNvSpPr>
            <a:spLocks noGrp="1"/>
          </p:cNvSpPr>
          <p:nvPr>
            <p:ph type="dt" sz="half" idx="10"/>
          </p:nvPr>
        </p:nvSpPr>
        <p:spPr/>
        <p:txBody>
          <a:bodyPr/>
          <a:lstStyle/>
          <a:p>
            <a:fld id="{76C640EC-05C6-4945-9A0E-5D22680D67D8}" type="datetime1">
              <a:rPr kumimoji="1" lang="ja-JP" altLang="en-US" smtClean="0"/>
              <a:t>2026/6/11</a:t>
            </a:fld>
            <a:endParaRPr kumimoji="1" lang="ja-JP" altLang="en-US"/>
          </a:p>
        </p:txBody>
      </p:sp>
      <p:sp>
        <p:nvSpPr>
          <p:cNvPr id="5" name="フッター プレースホルダー 4">
            <a:extLst>
              <a:ext uri="{FF2B5EF4-FFF2-40B4-BE49-F238E27FC236}">
                <a16:creationId xmlns:a16="http://schemas.microsoft.com/office/drawing/2014/main" id="{11B81046-B1B1-5966-F66C-191A2D605DC2}"/>
              </a:ext>
            </a:extLst>
          </p:cNvPr>
          <p:cNvSpPr>
            <a:spLocks noGrp="1"/>
          </p:cNvSpPr>
          <p:nvPr>
            <p:ph type="ftr" sz="quarter" idx="11"/>
          </p:nvPr>
        </p:nvSpPr>
        <p:spPr/>
        <p:txBody>
          <a:bodyPr/>
          <a:lstStyle/>
          <a:p>
            <a:endParaRPr kumimoji="1" lang="ja-JP" altLang="en-US"/>
          </a:p>
        </p:txBody>
      </p:sp>
      <p:sp>
        <p:nvSpPr>
          <p:cNvPr id="7" name="正方形/長方形 6">
            <a:extLst>
              <a:ext uri="{FF2B5EF4-FFF2-40B4-BE49-F238E27FC236}">
                <a16:creationId xmlns:a16="http://schemas.microsoft.com/office/drawing/2014/main" id="{3E6E5F35-78DD-E674-3CEF-8DAA9DE039C1}"/>
              </a:ext>
            </a:extLst>
          </p:cNvPr>
          <p:cNvSpPr/>
          <p:nvPr userDrawn="1"/>
        </p:nvSpPr>
        <p:spPr>
          <a:xfrm>
            <a:off x="0" y="0"/>
            <a:ext cx="321469" cy="6858000"/>
          </a:xfrm>
          <a:prstGeom prst="rect">
            <a:avLst/>
          </a:prstGeom>
          <a:solidFill>
            <a:srgbClr val="00409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スライド番号プレースホルダー 5">
            <a:extLst>
              <a:ext uri="{FF2B5EF4-FFF2-40B4-BE49-F238E27FC236}">
                <a16:creationId xmlns:a16="http://schemas.microsoft.com/office/drawing/2014/main" id="{6EA4EE31-92FE-CDEF-64F2-C721C893C606}"/>
              </a:ext>
            </a:extLst>
          </p:cNvPr>
          <p:cNvSpPr>
            <a:spLocks noGrp="1"/>
          </p:cNvSpPr>
          <p:nvPr>
            <p:ph type="sldNum" sz="quarter" idx="12"/>
          </p:nvPr>
        </p:nvSpPr>
        <p:spPr>
          <a:xfrm>
            <a:off x="-11151" y="6378652"/>
            <a:ext cx="369849" cy="365125"/>
          </a:xfrm>
        </p:spPr>
        <p:txBody>
          <a:bodyPr/>
          <a:lstStyle>
            <a:lvl1pPr>
              <a:defRPr>
                <a:solidFill>
                  <a:schemeClr val="bg1"/>
                </a:solidFill>
              </a:defRPr>
            </a:lvl1pPr>
          </a:lstStyle>
          <a:p>
            <a:fld id="{AEA9F59F-5AEA-DB42-A066-0EDE44B4D5E7}" type="slidenum">
              <a:rPr lang="ja-JP" altLang="en-US" smtClean="0"/>
              <a:pPr/>
              <a:t>‹#›</a:t>
            </a:fld>
            <a:endParaRPr lang="ja-JP" altLang="en-US"/>
          </a:p>
        </p:txBody>
      </p:sp>
      <p:sp>
        <p:nvSpPr>
          <p:cNvPr id="14" name="テキスト ボックス 13">
            <a:extLst>
              <a:ext uri="{FF2B5EF4-FFF2-40B4-BE49-F238E27FC236}">
                <a16:creationId xmlns:a16="http://schemas.microsoft.com/office/drawing/2014/main" id="{B6EE3B3C-88C6-D5AF-1AC6-8EC1B7DF9042}"/>
              </a:ext>
            </a:extLst>
          </p:cNvPr>
          <p:cNvSpPr txBox="1"/>
          <p:nvPr userDrawn="1"/>
        </p:nvSpPr>
        <p:spPr>
          <a:xfrm rot="5400000">
            <a:off x="-821967" y="916705"/>
            <a:ext cx="1950122" cy="215444"/>
          </a:xfrm>
          <a:prstGeom prst="rect">
            <a:avLst/>
          </a:prstGeom>
          <a:noFill/>
        </p:spPr>
        <p:txBody>
          <a:bodyPr vert="horz" wrap="square">
            <a:spAutoFit/>
          </a:bodyPr>
          <a:lstStyle/>
          <a:p>
            <a:pPr lvl="0"/>
            <a:r>
              <a:rPr kumimoji="1" lang="en-US" altLang="ja-JP" sz="800">
                <a:solidFill>
                  <a:schemeClr val="bg1">
                    <a:lumMod val="75000"/>
                  </a:schemeClr>
                </a:solidFill>
              </a:rPr>
              <a:t>©︎ 2025  VERISERVE CORP.  </a:t>
            </a:r>
            <a:endParaRPr kumimoji="1" lang="ja-JP" altLang="en-US" sz="800">
              <a:solidFill>
                <a:schemeClr val="bg1">
                  <a:lumMod val="75000"/>
                </a:schemeClr>
              </a:solidFill>
            </a:endParaRPr>
          </a:p>
        </p:txBody>
      </p:sp>
      <p:sp>
        <p:nvSpPr>
          <p:cNvPr id="15" name="テキスト ボックス 14">
            <a:extLst>
              <a:ext uri="{FF2B5EF4-FFF2-40B4-BE49-F238E27FC236}">
                <a16:creationId xmlns:a16="http://schemas.microsoft.com/office/drawing/2014/main" id="{AB9CA8DE-16CE-9A70-65B5-36B0CE5F61DE}"/>
              </a:ext>
            </a:extLst>
          </p:cNvPr>
          <p:cNvSpPr txBox="1"/>
          <p:nvPr userDrawn="1"/>
        </p:nvSpPr>
        <p:spPr>
          <a:xfrm rot="5400000">
            <a:off x="-447686" y="2070711"/>
            <a:ext cx="1213749" cy="215444"/>
          </a:xfrm>
          <a:prstGeom prst="rect">
            <a:avLst/>
          </a:prstGeom>
          <a:noFill/>
        </p:spPr>
        <p:txBody>
          <a:bodyPr vert="horz" wrap="square">
            <a:spAutoFit/>
          </a:bodyPr>
          <a:lstStyle/>
          <a:p>
            <a:pPr lvl="0"/>
            <a:r>
              <a:rPr kumimoji="1" lang="en-US" altLang="ja-JP" sz="800">
                <a:solidFill>
                  <a:schemeClr val="bg1">
                    <a:lumMod val="75000"/>
                  </a:schemeClr>
                </a:solidFill>
              </a:rPr>
              <a:t>CONFIDENTIAL</a:t>
            </a:r>
            <a:endParaRPr kumimoji="1" lang="ja-JP" altLang="en-US" sz="800">
              <a:solidFill>
                <a:schemeClr val="bg1">
                  <a:lumMod val="75000"/>
                </a:schemeClr>
              </a:solidFill>
            </a:endParaRPr>
          </a:p>
        </p:txBody>
      </p:sp>
      <p:sp>
        <p:nvSpPr>
          <p:cNvPr id="8" name="テキスト ボックス 7">
            <a:extLst>
              <a:ext uri="{FF2B5EF4-FFF2-40B4-BE49-F238E27FC236}">
                <a16:creationId xmlns:a16="http://schemas.microsoft.com/office/drawing/2014/main" id="{84312699-1970-DF17-A447-0FD2C83F54C6}"/>
              </a:ext>
            </a:extLst>
          </p:cNvPr>
          <p:cNvSpPr txBox="1"/>
          <p:nvPr userDrawn="1"/>
        </p:nvSpPr>
        <p:spPr>
          <a:xfrm>
            <a:off x="8851" y="2869064"/>
            <a:ext cx="307777" cy="2699249"/>
          </a:xfrm>
          <a:prstGeom prst="rect">
            <a:avLst/>
          </a:prstGeom>
          <a:noFill/>
        </p:spPr>
        <p:txBody>
          <a:bodyPr vert="eaVert" wrap="square">
            <a:spAutoFit/>
          </a:bodyPr>
          <a:lstStyle/>
          <a:p>
            <a:pPr lvl="0"/>
            <a:r>
              <a:rPr kumimoji="1" lang="ja-JP" altLang="en-US" sz="800">
                <a:solidFill>
                  <a:schemeClr val="bg1">
                    <a:lumMod val="75000"/>
                  </a:schemeClr>
                </a:solidFill>
                <a:latin typeface="游ゴシック" panose="020B0400000000000000" pitchFamily="50" charset="-128"/>
                <a:ea typeface="游ゴシック" panose="020B0400000000000000" pitchFamily="50" charset="-128"/>
              </a:rPr>
              <a:t>会社名・製品名・サ</a:t>
            </a:r>
            <a:r>
              <a:rPr kumimoji="1" lang="en-US" altLang="ja-JP" sz="800">
                <a:solidFill>
                  <a:schemeClr val="bg1">
                    <a:lumMod val="75000"/>
                  </a:schemeClr>
                </a:solidFill>
                <a:latin typeface="游ゴシック" panose="020B0400000000000000" pitchFamily="50" charset="-128"/>
                <a:ea typeface="游ゴシック" panose="020B0400000000000000" pitchFamily="50" charset="-128"/>
              </a:rPr>
              <a:t>−</a:t>
            </a:r>
            <a:r>
              <a:rPr kumimoji="1" lang="ja-JP" altLang="en-US" sz="800">
                <a:solidFill>
                  <a:schemeClr val="bg1">
                    <a:lumMod val="75000"/>
                  </a:schemeClr>
                </a:solidFill>
                <a:latin typeface="游ゴシック" panose="020B0400000000000000" pitchFamily="50" charset="-128"/>
                <a:ea typeface="游ゴシック" panose="020B0400000000000000" pitchFamily="50" charset="-128"/>
              </a:rPr>
              <a:t>ビス名は各社の商標登録です</a:t>
            </a:r>
          </a:p>
        </p:txBody>
      </p:sp>
      <p:pic>
        <p:nvPicPr>
          <p:cNvPr id="10" name="図 9" descr="図形&#10;&#10;中程度の精度で自動的に生成された説明">
            <a:extLst>
              <a:ext uri="{FF2B5EF4-FFF2-40B4-BE49-F238E27FC236}">
                <a16:creationId xmlns:a16="http://schemas.microsoft.com/office/drawing/2014/main" id="{FB3C7EC7-37DE-CF58-E58E-3DBF76AC654B}"/>
              </a:ext>
            </a:extLst>
          </p:cNvPr>
          <p:cNvPicPr>
            <a:picLocks noChangeAspect="1"/>
          </p:cNvPicPr>
          <p:nvPr userDrawn="1"/>
        </p:nvPicPr>
        <p:blipFill>
          <a:blip r:embed="rId2"/>
          <a:stretch>
            <a:fillRect/>
          </a:stretch>
        </p:blipFill>
        <p:spPr>
          <a:xfrm>
            <a:off x="10706070" y="6363613"/>
            <a:ext cx="1162800" cy="275292"/>
          </a:xfrm>
          <a:prstGeom prst="rect">
            <a:avLst/>
          </a:prstGeom>
        </p:spPr>
      </p:pic>
    </p:spTree>
    <p:extLst>
      <p:ext uri="{BB962C8B-B14F-4D97-AF65-F5344CB8AC3E}">
        <p14:creationId xmlns:p14="http://schemas.microsoft.com/office/powerpoint/2010/main" val="316676197"/>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ドキュメント_アンダーライ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F8286DA-9F8C-D125-B5E1-948E9C38C406}"/>
              </a:ext>
            </a:extLst>
          </p:cNvPr>
          <p:cNvSpPr>
            <a:spLocks noGrp="1"/>
          </p:cNvSpPr>
          <p:nvPr>
            <p:ph type="title"/>
          </p:nvPr>
        </p:nvSpPr>
        <p:spPr>
          <a:xfrm>
            <a:off x="838200" y="319405"/>
            <a:ext cx="10515600" cy="503555"/>
          </a:xfrm>
        </p:spPr>
        <p:txBody>
          <a:bodyPr>
            <a:noAutofit/>
          </a:bodyPr>
          <a:lstStyle>
            <a:lvl1pPr>
              <a:defRPr sz="3200" b="0" i="0">
                <a:solidFill>
                  <a:srgbClr val="004098"/>
                </a:solidFill>
                <a:latin typeface="Yu Gothic Medium" panose="020B0400000000000000" pitchFamily="34" charset="-128"/>
                <a:ea typeface="Yu Gothic Medium" panose="020B0400000000000000" pitchFamily="34" charset="-128"/>
              </a:defRPr>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88FA1F6-261E-4CDD-0F2D-9DC0DD6F9000}"/>
              </a:ext>
            </a:extLst>
          </p:cNvPr>
          <p:cNvSpPr>
            <a:spLocks noGrp="1"/>
          </p:cNvSpPr>
          <p:nvPr>
            <p:ph idx="1"/>
          </p:nvPr>
        </p:nvSpPr>
        <p:spPr>
          <a:xfrm>
            <a:off x="838200" y="1253330"/>
            <a:ext cx="10515600" cy="5010309"/>
          </a:xfrm>
        </p:spPr>
        <p:txBody>
          <a:bodyPr/>
          <a:lstStyle>
            <a:lvl1pPr>
              <a:lnSpc>
                <a:spcPct val="130000"/>
              </a:lnSpc>
              <a:defRPr b="0" i="0">
                <a:solidFill>
                  <a:schemeClr val="tx1">
                    <a:lumMod val="75000"/>
                    <a:lumOff val="25000"/>
                  </a:schemeClr>
                </a:solidFill>
                <a:latin typeface="Yu Gothic Medium" panose="020B0400000000000000" pitchFamily="34" charset="-128"/>
                <a:ea typeface="Yu Gothic Medium" panose="020B0400000000000000" pitchFamily="34" charset="-128"/>
                <a:cs typeface="Arial" panose="020B0604020202020204" pitchFamily="34" charset="0"/>
              </a:defRPr>
            </a:lvl1pPr>
            <a:lvl2pPr marL="685800" indent="-228600">
              <a:lnSpc>
                <a:spcPct val="130000"/>
              </a:lnSpc>
              <a:buFont typeface="システムフォント（レギュラー）"/>
              <a:buChar char="▹"/>
              <a:defRPr b="0" i="0">
                <a:solidFill>
                  <a:schemeClr val="tx1">
                    <a:lumMod val="75000"/>
                    <a:lumOff val="25000"/>
                  </a:schemeClr>
                </a:solidFill>
                <a:latin typeface="Yu Gothic Medium" panose="020B0400000000000000" pitchFamily="34" charset="-128"/>
                <a:ea typeface="Yu Gothic Medium" panose="020B0400000000000000" pitchFamily="34" charset="-128"/>
                <a:cs typeface="Arial" panose="020B0604020202020204" pitchFamily="34" charset="0"/>
              </a:defRPr>
            </a:lvl2pPr>
            <a:lvl3pPr marL="1143000" indent="-228600">
              <a:lnSpc>
                <a:spcPct val="130000"/>
              </a:lnSpc>
              <a:buFont typeface="システムフォント（レギュラー）"/>
              <a:buChar char="‣"/>
              <a:defRPr b="0" i="0">
                <a:solidFill>
                  <a:schemeClr val="tx1">
                    <a:lumMod val="75000"/>
                    <a:lumOff val="25000"/>
                  </a:schemeClr>
                </a:solidFill>
                <a:latin typeface="Yu Gothic Medium" panose="020B0400000000000000" pitchFamily="34" charset="-128"/>
                <a:ea typeface="Yu Gothic Medium" panose="020B0400000000000000" pitchFamily="34" charset="-128"/>
                <a:cs typeface="Arial" panose="020B0604020202020204" pitchFamily="34" charset="0"/>
              </a:defRPr>
            </a:lvl3pPr>
            <a:lvl4pPr>
              <a:lnSpc>
                <a:spcPct val="130000"/>
              </a:lnSpc>
              <a:defRPr b="0" i="0">
                <a:solidFill>
                  <a:schemeClr val="tx1">
                    <a:lumMod val="75000"/>
                    <a:lumOff val="25000"/>
                  </a:schemeClr>
                </a:solidFill>
                <a:latin typeface="Yu Gothic Medium" panose="020B0400000000000000" pitchFamily="34" charset="-128"/>
                <a:ea typeface="Yu Gothic Medium" panose="020B0400000000000000" pitchFamily="34" charset="-128"/>
                <a:cs typeface="Arial" panose="020B0604020202020204" pitchFamily="34" charset="0"/>
              </a:defRPr>
            </a:lvl4pPr>
            <a:lvl5pPr>
              <a:lnSpc>
                <a:spcPct val="130000"/>
              </a:lnSpc>
              <a:defRPr b="0" i="0">
                <a:solidFill>
                  <a:schemeClr val="tx1">
                    <a:lumMod val="75000"/>
                    <a:lumOff val="25000"/>
                  </a:schemeClr>
                </a:solidFill>
                <a:latin typeface="Yu Gothic Medium" panose="020B0400000000000000" pitchFamily="34" charset="-128"/>
                <a:ea typeface="Yu Gothic Medium" panose="020B0400000000000000" pitchFamily="34" charset="-128"/>
                <a:cs typeface="Arial" panose="020B0604020202020204" pitchFamily="34" charset="0"/>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90D7811-D88B-2441-9257-8EF10A1C1CC8}"/>
              </a:ext>
            </a:extLst>
          </p:cNvPr>
          <p:cNvSpPr>
            <a:spLocks noGrp="1"/>
          </p:cNvSpPr>
          <p:nvPr>
            <p:ph type="dt" sz="half" idx="10"/>
          </p:nvPr>
        </p:nvSpPr>
        <p:spPr/>
        <p:txBody>
          <a:bodyPr/>
          <a:lstStyle/>
          <a:p>
            <a:fld id="{76C640EC-05C6-4945-9A0E-5D22680D67D8}" type="datetime1">
              <a:rPr kumimoji="1" lang="ja-JP" altLang="en-US" smtClean="0"/>
              <a:t>2026/6/11</a:t>
            </a:fld>
            <a:endParaRPr kumimoji="1" lang="ja-JP" altLang="en-US"/>
          </a:p>
        </p:txBody>
      </p:sp>
      <p:sp>
        <p:nvSpPr>
          <p:cNvPr id="5" name="フッター プレースホルダー 4">
            <a:extLst>
              <a:ext uri="{FF2B5EF4-FFF2-40B4-BE49-F238E27FC236}">
                <a16:creationId xmlns:a16="http://schemas.microsoft.com/office/drawing/2014/main" id="{11B81046-B1B1-5966-F66C-191A2D605DC2}"/>
              </a:ext>
            </a:extLst>
          </p:cNvPr>
          <p:cNvSpPr>
            <a:spLocks noGrp="1"/>
          </p:cNvSpPr>
          <p:nvPr>
            <p:ph type="ftr" sz="quarter" idx="11"/>
          </p:nvPr>
        </p:nvSpPr>
        <p:spPr/>
        <p:txBody>
          <a:bodyPr/>
          <a:lstStyle/>
          <a:p>
            <a:endParaRPr kumimoji="1" lang="ja-JP" altLang="en-US"/>
          </a:p>
        </p:txBody>
      </p:sp>
      <p:sp>
        <p:nvSpPr>
          <p:cNvPr id="7" name="正方形/長方形 6">
            <a:extLst>
              <a:ext uri="{FF2B5EF4-FFF2-40B4-BE49-F238E27FC236}">
                <a16:creationId xmlns:a16="http://schemas.microsoft.com/office/drawing/2014/main" id="{3E6E5F35-78DD-E674-3CEF-8DAA9DE039C1}"/>
              </a:ext>
            </a:extLst>
          </p:cNvPr>
          <p:cNvSpPr/>
          <p:nvPr userDrawn="1"/>
        </p:nvSpPr>
        <p:spPr>
          <a:xfrm>
            <a:off x="0" y="0"/>
            <a:ext cx="321469" cy="6858000"/>
          </a:xfrm>
          <a:prstGeom prst="rect">
            <a:avLst/>
          </a:prstGeom>
          <a:solidFill>
            <a:srgbClr val="00409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スライド番号プレースホルダー 5">
            <a:extLst>
              <a:ext uri="{FF2B5EF4-FFF2-40B4-BE49-F238E27FC236}">
                <a16:creationId xmlns:a16="http://schemas.microsoft.com/office/drawing/2014/main" id="{6EA4EE31-92FE-CDEF-64F2-C721C893C606}"/>
              </a:ext>
            </a:extLst>
          </p:cNvPr>
          <p:cNvSpPr>
            <a:spLocks noGrp="1"/>
          </p:cNvSpPr>
          <p:nvPr>
            <p:ph type="sldNum" sz="quarter" idx="12"/>
          </p:nvPr>
        </p:nvSpPr>
        <p:spPr>
          <a:xfrm>
            <a:off x="-11151" y="6378652"/>
            <a:ext cx="369849" cy="365125"/>
          </a:xfrm>
        </p:spPr>
        <p:txBody>
          <a:bodyPr/>
          <a:lstStyle>
            <a:lvl1pPr>
              <a:defRPr>
                <a:solidFill>
                  <a:schemeClr val="bg1"/>
                </a:solidFill>
              </a:defRPr>
            </a:lvl1pPr>
          </a:lstStyle>
          <a:p>
            <a:fld id="{AEA9F59F-5AEA-DB42-A066-0EDE44B4D5E7}" type="slidenum">
              <a:rPr lang="ja-JP" altLang="en-US" smtClean="0"/>
              <a:pPr/>
              <a:t>‹#›</a:t>
            </a:fld>
            <a:endParaRPr lang="ja-JP" altLang="en-US"/>
          </a:p>
        </p:txBody>
      </p:sp>
      <p:sp>
        <p:nvSpPr>
          <p:cNvPr id="14" name="テキスト ボックス 13">
            <a:extLst>
              <a:ext uri="{FF2B5EF4-FFF2-40B4-BE49-F238E27FC236}">
                <a16:creationId xmlns:a16="http://schemas.microsoft.com/office/drawing/2014/main" id="{B6EE3B3C-88C6-D5AF-1AC6-8EC1B7DF9042}"/>
              </a:ext>
            </a:extLst>
          </p:cNvPr>
          <p:cNvSpPr txBox="1"/>
          <p:nvPr userDrawn="1"/>
        </p:nvSpPr>
        <p:spPr>
          <a:xfrm rot="5400000">
            <a:off x="-821967" y="916705"/>
            <a:ext cx="1950122" cy="215444"/>
          </a:xfrm>
          <a:prstGeom prst="rect">
            <a:avLst/>
          </a:prstGeom>
          <a:noFill/>
        </p:spPr>
        <p:txBody>
          <a:bodyPr vert="horz" wrap="square">
            <a:spAutoFit/>
          </a:bodyPr>
          <a:lstStyle/>
          <a:p>
            <a:pPr lvl="0"/>
            <a:r>
              <a:rPr kumimoji="1" lang="en-US" altLang="ja-JP" sz="800">
                <a:solidFill>
                  <a:schemeClr val="bg1">
                    <a:lumMod val="75000"/>
                  </a:schemeClr>
                </a:solidFill>
              </a:rPr>
              <a:t>©︎ 2025  VERISERVE CORP.  </a:t>
            </a:r>
            <a:endParaRPr kumimoji="1" lang="ja-JP" altLang="en-US" sz="800">
              <a:solidFill>
                <a:schemeClr val="bg1">
                  <a:lumMod val="75000"/>
                </a:schemeClr>
              </a:solidFill>
            </a:endParaRPr>
          </a:p>
        </p:txBody>
      </p:sp>
      <p:sp>
        <p:nvSpPr>
          <p:cNvPr id="15" name="テキスト ボックス 14">
            <a:extLst>
              <a:ext uri="{FF2B5EF4-FFF2-40B4-BE49-F238E27FC236}">
                <a16:creationId xmlns:a16="http://schemas.microsoft.com/office/drawing/2014/main" id="{AB9CA8DE-16CE-9A70-65B5-36B0CE5F61DE}"/>
              </a:ext>
            </a:extLst>
          </p:cNvPr>
          <p:cNvSpPr txBox="1"/>
          <p:nvPr userDrawn="1"/>
        </p:nvSpPr>
        <p:spPr>
          <a:xfrm rot="5400000">
            <a:off x="-447686" y="2070711"/>
            <a:ext cx="1213749" cy="215444"/>
          </a:xfrm>
          <a:prstGeom prst="rect">
            <a:avLst/>
          </a:prstGeom>
          <a:noFill/>
        </p:spPr>
        <p:txBody>
          <a:bodyPr vert="horz" wrap="square">
            <a:spAutoFit/>
          </a:bodyPr>
          <a:lstStyle/>
          <a:p>
            <a:pPr lvl="0"/>
            <a:r>
              <a:rPr kumimoji="1" lang="en-US" altLang="ja-JP" sz="800">
                <a:solidFill>
                  <a:schemeClr val="bg1">
                    <a:lumMod val="75000"/>
                  </a:schemeClr>
                </a:solidFill>
              </a:rPr>
              <a:t>CONFIDENTIAL</a:t>
            </a:r>
            <a:endParaRPr kumimoji="1" lang="ja-JP" altLang="en-US" sz="800">
              <a:solidFill>
                <a:schemeClr val="bg1">
                  <a:lumMod val="75000"/>
                </a:schemeClr>
              </a:solidFill>
            </a:endParaRPr>
          </a:p>
        </p:txBody>
      </p:sp>
      <p:cxnSp>
        <p:nvCxnSpPr>
          <p:cNvPr id="10" name="直線コネクタ 9">
            <a:extLst>
              <a:ext uri="{FF2B5EF4-FFF2-40B4-BE49-F238E27FC236}">
                <a16:creationId xmlns:a16="http://schemas.microsoft.com/office/drawing/2014/main" id="{3DC8A919-FAB4-6804-2DDB-FC69D6A6A62C}"/>
              </a:ext>
            </a:extLst>
          </p:cNvPr>
          <p:cNvCxnSpPr/>
          <p:nvPr userDrawn="1"/>
        </p:nvCxnSpPr>
        <p:spPr>
          <a:xfrm>
            <a:off x="838200" y="822960"/>
            <a:ext cx="10515600" cy="0"/>
          </a:xfrm>
          <a:prstGeom prst="line">
            <a:avLst/>
          </a:prstGeom>
          <a:ln w="12700">
            <a:solidFill>
              <a:srgbClr val="004098"/>
            </a:solidFill>
          </a:ln>
        </p:spPr>
        <p:style>
          <a:lnRef idx="1">
            <a:schemeClr val="accent1"/>
          </a:lnRef>
          <a:fillRef idx="0">
            <a:schemeClr val="accent1"/>
          </a:fillRef>
          <a:effectRef idx="0">
            <a:schemeClr val="accent1"/>
          </a:effectRef>
          <a:fontRef idx="minor">
            <a:schemeClr val="tx1"/>
          </a:fontRef>
        </p:style>
      </p:cxnSp>
      <p:sp>
        <p:nvSpPr>
          <p:cNvPr id="9" name="テキスト ボックス 8">
            <a:extLst>
              <a:ext uri="{FF2B5EF4-FFF2-40B4-BE49-F238E27FC236}">
                <a16:creationId xmlns:a16="http://schemas.microsoft.com/office/drawing/2014/main" id="{27D2E9B8-8397-90CC-AA49-C0887B3B1B0F}"/>
              </a:ext>
            </a:extLst>
          </p:cNvPr>
          <p:cNvSpPr txBox="1"/>
          <p:nvPr userDrawn="1"/>
        </p:nvSpPr>
        <p:spPr>
          <a:xfrm>
            <a:off x="8851" y="2869064"/>
            <a:ext cx="307777" cy="2699249"/>
          </a:xfrm>
          <a:prstGeom prst="rect">
            <a:avLst/>
          </a:prstGeom>
          <a:noFill/>
        </p:spPr>
        <p:txBody>
          <a:bodyPr vert="eaVert" wrap="square">
            <a:spAutoFit/>
          </a:bodyPr>
          <a:lstStyle/>
          <a:p>
            <a:pPr lvl="0"/>
            <a:r>
              <a:rPr kumimoji="1" lang="ja-JP" altLang="en-US" sz="800">
                <a:solidFill>
                  <a:schemeClr val="bg1">
                    <a:lumMod val="75000"/>
                  </a:schemeClr>
                </a:solidFill>
                <a:latin typeface="游ゴシック" panose="020B0400000000000000" pitchFamily="50" charset="-128"/>
                <a:ea typeface="游ゴシック" panose="020B0400000000000000" pitchFamily="50" charset="-128"/>
              </a:rPr>
              <a:t>会社名・製品名・サ</a:t>
            </a:r>
            <a:r>
              <a:rPr kumimoji="1" lang="en-US" altLang="ja-JP" sz="800">
                <a:solidFill>
                  <a:schemeClr val="bg1">
                    <a:lumMod val="75000"/>
                  </a:schemeClr>
                </a:solidFill>
                <a:latin typeface="游ゴシック" panose="020B0400000000000000" pitchFamily="50" charset="-128"/>
                <a:ea typeface="游ゴシック" panose="020B0400000000000000" pitchFamily="50" charset="-128"/>
              </a:rPr>
              <a:t>−</a:t>
            </a:r>
            <a:r>
              <a:rPr kumimoji="1" lang="ja-JP" altLang="en-US" sz="800">
                <a:solidFill>
                  <a:schemeClr val="bg1">
                    <a:lumMod val="75000"/>
                  </a:schemeClr>
                </a:solidFill>
                <a:latin typeface="游ゴシック" panose="020B0400000000000000" pitchFamily="50" charset="-128"/>
                <a:ea typeface="游ゴシック" panose="020B0400000000000000" pitchFamily="50" charset="-128"/>
              </a:rPr>
              <a:t>ビス名は各社の商標登録です</a:t>
            </a:r>
          </a:p>
        </p:txBody>
      </p:sp>
      <p:pic>
        <p:nvPicPr>
          <p:cNvPr id="11" name="図 10" descr="図形&#10;&#10;中程度の精度で自動的に生成された説明">
            <a:extLst>
              <a:ext uri="{FF2B5EF4-FFF2-40B4-BE49-F238E27FC236}">
                <a16:creationId xmlns:a16="http://schemas.microsoft.com/office/drawing/2014/main" id="{7363494C-555E-7224-B5B7-68C33842B9B8}"/>
              </a:ext>
            </a:extLst>
          </p:cNvPr>
          <p:cNvPicPr>
            <a:picLocks noChangeAspect="1"/>
          </p:cNvPicPr>
          <p:nvPr userDrawn="1"/>
        </p:nvPicPr>
        <p:blipFill>
          <a:blip r:embed="rId2"/>
          <a:stretch>
            <a:fillRect/>
          </a:stretch>
        </p:blipFill>
        <p:spPr>
          <a:xfrm>
            <a:off x="10706070" y="6363613"/>
            <a:ext cx="1162800" cy="275292"/>
          </a:xfrm>
          <a:prstGeom prst="rect">
            <a:avLst/>
          </a:prstGeom>
        </p:spPr>
      </p:pic>
    </p:spTree>
    <p:extLst>
      <p:ext uri="{BB962C8B-B14F-4D97-AF65-F5344CB8AC3E}">
        <p14:creationId xmlns:p14="http://schemas.microsoft.com/office/powerpoint/2010/main" val="3730217625"/>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比較_２">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53E74B52-5118-69E7-7250-51633D17C15E}"/>
              </a:ext>
            </a:extLst>
          </p:cNvPr>
          <p:cNvSpPr>
            <a:spLocks noGrp="1"/>
          </p:cNvSpPr>
          <p:nvPr>
            <p:ph type="body" idx="1"/>
          </p:nvPr>
        </p:nvSpPr>
        <p:spPr>
          <a:xfrm>
            <a:off x="839788" y="704913"/>
            <a:ext cx="5157787" cy="823912"/>
          </a:xfrm>
        </p:spPr>
        <p:txBody>
          <a:bodyPr anchor="b">
            <a:normAutofit/>
          </a:bodyPr>
          <a:lstStyle>
            <a:lvl1pPr marL="0" indent="0">
              <a:lnSpc>
                <a:spcPct val="130000"/>
              </a:lnSpc>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3D6F200C-371B-8CD0-274B-3AD88B98E6B4}"/>
              </a:ext>
            </a:extLst>
          </p:cNvPr>
          <p:cNvSpPr>
            <a:spLocks noGrp="1"/>
          </p:cNvSpPr>
          <p:nvPr>
            <p:ph sz="half" idx="2"/>
          </p:nvPr>
        </p:nvSpPr>
        <p:spPr>
          <a:xfrm>
            <a:off x="839788" y="1932051"/>
            <a:ext cx="5157787" cy="3684588"/>
          </a:xfrm>
        </p:spPr>
        <p:txBody>
          <a:bodyPr>
            <a:normAutofit/>
          </a:bodyPr>
          <a:lstStyle>
            <a:lvl1pPr marL="0" indent="0">
              <a:lnSpc>
                <a:spcPct val="150000"/>
              </a:lnSpc>
              <a:buNone/>
              <a:defRPr sz="2000"/>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a:t>マスター テキストの書式設定</a:t>
            </a:r>
          </a:p>
        </p:txBody>
      </p:sp>
      <p:sp>
        <p:nvSpPr>
          <p:cNvPr id="7" name="日付プレースホルダー 6">
            <a:extLst>
              <a:ext uri="{FF2B5EF4-FFF2-40B4-BE49-F238E27FC236}">
                <a16:creationId xmlns:a16="http://schemas.microsoft.com/office/drawing/2014/main" id="{A566790C-FC1A-1FFC-62D6-439B074B880B}"/>
              </a:ext>
            </a:extLst>
          </p:cNvPr>
          <p:cNvSpPr>
            <a:spLocks noGrp="1"/>
          </p:cNvSpPr>
          <p:nvPr>
            <p:ph type="dt" sz="half" idx="10"/>
          </p:nvPr>
        </p:nvSpPr>
        <p:spPr/>
        <p:txBody>
          <a:bodyPr/>
          <a:lstStyle/>
          <a:p>
            <a:fld id="{72B5C2F5-5B9F-984D-9F74-8964CBF50DCE}" type="datetime1">
              <a:rPr kumimoji="1" lang="ja-JP" altLang="en-US" smtClean="0"/>
              <a:t>2026/6/11</a:t>
            </a:fld>
            <a:endParaRPr kumimoji="1" lang="ja-JP" altLang="en-US"/>
          </a:p>
        </p:txBody>
      </p:sp>
      <p:sp>
        <p:nvSpPr>
          <p:cNvPr id="8" name="フッター プレースホルダー 7">
            <a:extLst>
              <a:ext uri="{FF2B5EF4-FFF2-40B4-BE49-F238E27FC236}">
                <a16:creationId xmlns:a16="http://schemas.microsoft.com/office/drawing/2014/main" id="{06A78D6E-B407-CD1C-C716-9EAB17968DFE}"/>
              </a:ext>
            </a:extLst>
          </p:cNvPr>
          <p:cNvSpPr>
            <a:spLocks noGrp="1"/>
          </p:cNvSpPr>
          <p:nvPr>
            <p:ph type="ftr" sz="quarter" idx="11"/>
          </p:nvPr>
        </p:nvSpPr>
        <p:spPr/>
        <p:txBody>
          <a:bodyPr/>
          <a:lstStyle/>
          <a:p>
            <a:endParaRPr kumimoji="1" lang="ja-JP" altLang="en-US"/>
          </a:p>
        </p:txBody>
      </p:sp>
      <p:sp>
        <p:nvSpPr>
          <p:cNvPr id="10" name="テキスト プレースホルダー 2">
            <a:extLst>
              <a:ext uri="{FF2B5EF4-FFF2-40B4-BE49-F238E27FC236}">
                <a16:creationId xmlns:a16="http://schemas.microsoft.com/office/drawing/2014/main" id="{2FF559DD-D1FF-5912-6960-A787F34AA609}"/>
              </a:ext>
            </a:extLst>
          </p:cNvPr>
          <p:cNvSpPr>
            <a:spLocks noGrp="1"/>
          </p:cNvSpPr>
          <p:nvPr>
            <p:ph type="body" idx="13"/>
          </p:nvPr>
        </p:nvSpPr>
        <p:spPr>
          <a:xfrm>
            <a:off x="6606604" y="704913"/>
            <a:ext cx="5157787" cy="823912"/>
          </a:xfrm>
        </p:spPr>
        <p:txBody>
          <a:bodyPr anchor="b">
            <a:normAutofit/>
          </a:bodyPr>
          <a:lstStyle>
            <a:lvl1pPr marL="0" indent="0">
              <a:lnSpc>
                <a:spcPct val="130000"/>
              </a:lnSpc>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11" name="コンテンツ プレースホルダー 3">
            <a:extLst>
              <a:ext uri="{FF2B5EF4-FFF2-40B4-BE49-F238E27FC236}">
                <a16:creationId xmlns:a16="http://schemas.microsoft.com/office/drawing/2014/main" id="{4EDB58B2-3798-FED9-4C87-0F0929166FE8}"/>
              </a:ext>
            </a:extLst>
          </p:cNvPr>
          <p:cNvSpPr>
            <a:spLocks noGrp="1"/>
          </p:cNvSpPr>
          <p:nvPr>
            <p:ph sz="half" idx="14"/>
          </p:nvPr>
        </p:nvSpPr>
        <p:spPr>
          <a:xfrm>
            <a:off x="6606604" y="1932051"/>
            <a:ext cx="5157787" cy="3684588"/>
          </a:xfrm>
        </p:spPr>
        <p:txBody>
          <a:bodyPr>
            <a:normAutofit/>
          </a:bodyPr>
          <a:lstStyle>
            <a:lvl1pPr marL="0" indent="0">
              <a:lnSpc>
                <a:spcPct val="150000"/>
              </a:lnSpc>
              <a:buNone/>
              <a:defRPr sz="2000"/>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a:t>マスター テキストの書式設定</a:t>
            </a:r>
          </a:p>
        </p:txBody>
      </p:sp>
      <p:sp>
        <p:nvSpPr>
          <p:cNvPr id="12" name="正方形/長方形 11">
            <a:extLst>
              <a:ext uri="{FF2B5EF4-FFF2-40B4-BE49-F238E27FC236}">
                <a16:creationId xmlns:a16="http://schemas.microsoft.com/office/drawing/2014/main" id="{38F4E8F8-A13E-23D3-4066-569BD344C962}"/>
              </a:ext>
            </a:extLst>
          </p:cNvPr>
          <p:cNvSpPr/>
          <p:nvPr userDrawn="1"/>
        </p:nvSpPr>
        <p:spPr>
          <a:xfrm>
            <a:off x="0" y="0"/>
            <a:ext cx="321469" cy="6858000"/>
          </a:xfrm>
          <a:prstGeom prst="rect">
            <a:avLst/>
          </a:prstGeom>
          <a:solidFill>
            <a:srgbClr val="00409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73FDB1A3-0B8E-B0D5-18BA-93517EA7162C}"/>
              </a:ext>
            </a:extLst>
          </p:cNvPr>
          <p:cNvSpPr txBox="1"/>
          <p:nvPr userDrawn="1"/>
        </p:nvSpPr>
        <p:spPr>
          <a:xfrm rot="5400000">
            <a:off x="-821967" y="916705"/>
            <a:ext cx="1950122" cy="215444"/>
          </a:xfrm>
          <a:prstGeom prst="rect">
            <a:avLst/>
          </a:prstGeom>
          <a:noFill/>
        </p:spPr>
        <p:txBody>
          <a:bodyPr vert="horz" wrap="square">
            <a:spAutoFit/>
          </a:bodyPr>
          <a:lstStyle/>
          <a:p>
            <a:pPr lvl="0"/>
            <a:r>
              <a:rPr kumimoji="1" lang="en-US" altLang="ja-JP" sz="800">
                <a:solidFill>
                  <a:schemeClr val="bg1">
                    <a:lumMod val="75000"/>
                  </a:schemeClr>
                </a:solidFill>
              </a:rPr>
              <a:t>©︎ 2025  VERISERVE CORP.  </a:t>
            </a:r>
            <a:endParaRPr kumimoji="1" lang="ja-JP" altLang="en-US" sz="800">
              <a:solidFill>
                <a:schemeClr val="bg1">
                  <a:lumMod val="75000"/>
                </a:schemeClr>
              </a:solidFill>
            </a:endParaRPr>
          </a:p>
        </p:txBody>
      </p:sp>
      <p:sp>
        <p:nvSpPr>
          <p:cNvPr id="16" name="テキスト ボックス 15">
            <a:extLst>
              <a:ext uri="{FF2B5EF4-FFF2-40B4-BE49-F238E27FC236}">
                <a16:creationId xmlns:a16="http://schemas.microsoft.com/office/drawing/2014/main" id="{F0C18B56-A70A-A355-18EC-8E9508E25B06}"/>
              </a:ext>
            </a:extLst>
          </p:cNvPr>
          <p:cNvSpPr txBox="1"/>
          <p:nvPr userDrawn="1"/>
        </p:nvSpPr>
        <p:spPr>
          <a:xfrm rot="5400000">
            <a:off x="-447686" y="2070711"/>
            <a:ext cx="1213749" cy="215444"/>
          </a:xfrm>
          <a:prstGeom prst="rect">
            <a:avLst/>
          </a:prstGeom>
          <a:noFill/>
        </p:spPr>
        <p:txBody>
          <a:bodyPr vert="horz" wrap="square">
            <a:spAutoFit/>
          </a:bodyPr>
          <a:lstStyle/>
          <a:p>
            <a:pPr lvl="0"/>
            <a:r>
              <a:rPr kumimoji="1" lang="en-US" altLang="ja-JP" sz="800">
                <a:solidFill>
                  <a:schemeClr val="bg1">
                    <a:lumMod val="75000"/>
                  </a:schemeClr>
                </a:solidFill>
              </a:rPr>
              <a:t>CONFIDENTIAL</a:t>
            </a:r>
            <a:endParaRPr kumimoji="1" lang="ja-JP" altLang="en-US" sz="800">
              <a:solidFill>
                <a:schemeClr val="bg1">
                  <a:lumMod val="75000"/>
                </a:schemeClr>
              </a:solidFill>
            </a:endParaRPr>
          </a:p>
        </p:txBody>
      </p:sp>
      <p:sp>
        <p:nvSpPr>
          <p:cNvPr id="17" name="スライド番号プレースホルダー 5">
            <a:extLst>
              <a:ext uri="{FF2B5EF4-FFF2-40B4-BE49-F238E27FC236}">
                <a16:creationId xmlns:a16="http://schemas.microsoft.com/office/drawing/2014/main" id="{B7C126D1-481A-92B6-CA7A-195FA39378E5}"/>
              </a:ext>
            </a:extLst>
          </p:cNvPr>
          <p:cNvSpPr>
            <a:spLocks noGrp="1"/>
          </p:cNvSpPr>
          <p:nvPr>
            <p:ph type="sldNum" sz="quarter" idx="12"/>
          </p:nvPr>
        </p:nvSpPr>
        <p:spPr>
          <a:xfrm>
            <a:off x="-11151" y="6378652"/>
            <a:ext cx="369849" cy="365125"/>
          </a:xfrm>
        </p:spPr>
        <p:txBody>
          <a:bodyPr/>
          <a:lstStyle>
            <a:lvl1pPr>
              <a:defRPr>
                <a:solidFill>
                  <a:schemeClr val="bg1"/>
                </a:solidFill>
              </a:defRPr>
            </a:lvl1pPr>
          </a:lstStyle>
          <a:p>
            <a:fld id="{AEA9F59F-5AEA-DB42-A066-0EDE44B4D5E7}" type="slidenum">
              <a:rPr lang="ja-JP" altLang="en-US" smtClean="0"/>
              <a:pPr/>
              <a:t>‹#›</a:t>
            </a:fld>
            <a:endParaRPr lang="ja-JP" altLang="en-US"/>
          </a:p>
        </p:txBody>
      </p:sp>
      <p:sp>
        <p:nvSpPr>
          <p:cNvPr id="2" name="テキスト ボックス 1">
            <a:extLst>
              <a:ext uri="{FF2B5EF4-FFF2-40B4-BE49-F238E27FC236}">
                <a16:creationId xmlns:a16="http://schemas.microsoft.com/office/drawing/2014/main" id="{6DA5A260-662E-D9A6-BB98-E2D7D1B7E4D4}"/>
              </a:ext>
            </a:extLst>
          </p:cNvPr>
          <p:cNvSpPr txBox="1"/>
          <p:nvPr userDrawn="1"/>
        </p:nvSpPr>
        <p:spPr>
          <a:xfrm>
            <a:off x="8851" y="2869064"/>
            <a:ext cx="307777" cy="2699249"/>
          </a:xfrm>
          <a:prstGeom prst="rect">
            <a:avLst/>
          </a:prstGeom>
          <a:noFill/>
        </p:spPr>
        <p:txBody>
          <a:bodyPr vert="eaVert" wrap="square">
            <a:spAutoFit/>
          </a:bodyPr>
          <a:lstStyle/>
          <a:p>
            <a:pPr lvl="0"/>
            <a:r>
              <a:rPr kumimoji="1" lang="ja-JP" altLang="en-US" sz="800">
                <a:solidFill>
                  <a:schemeClr val="bg1">
                    <a:lumMod val="75000"/>
                  </a:schemeClr>
                </a:solidFill>
                <a:latin typeface="游ゴシック" panose="020B0400000000000000" pitchFamily="50" charset="-128"/>
                <a:ea typeface="游ゴシック" panose="020B0400000000000000" pitchFamily="50" charset="-128"/>
              </a:rPr>
              <a:t>会社名・製品名・サ</a:t>
            </a:r>
            <a:r>
              <a:rPr kumimoji="1" lang="en-US" altLang="ja-JP" sz="800">
                <a:solidFill>
                  <a:schemeClr val="bg1">
                    <a:lumMod val="75000"/>
                  </a:schemeClr>
                </a:solidFill>
                <a:latin typeface="游ゴシック" panose="020B0400000000000000" pitchFamily="50" charset="-128"/>
                <a:ea typeface="游ゴシック" panose="020B0400000000000000" pitchFamily="50" charset="-128"/>
              </a:rPr>
              <a:t>−</a:t>
            </a:r>
            <a:r>
              <a:rPr kumimoji="1" lang="ja-JP" altLang="en-US" sz="800">
                <a:solidFill>
                  <a:schemeClr val="bg1">
                    <a:lumMod val="75000"/>
                  </a:schemeClr>
                </a:solidFill>
                <a:latin typeface="游ゴシック" panose="020B0400000000000000" pitchFamily="50" charset="-128"/>
                <a:ea typeface="游ゴシック" panose="020B0400000000000000" pitchFamily="50" charset="-128"/>
              </a:rPr>
              <a:t>ビス名は各社の商標登録です</a:t>
            </a:r>
          </a:p>
        </p:txBody>
      </p:sp>
      <p:pic>
        <p:nvPicPr>
          <p:cNvPr id="5" name="図 4" descr="図形&#10;&#10;中程度の精度で自動的に生成された説明">
            <a:extLst>
              <a:ext uri="{FF2B5EF4-FFF2-40B4-BE49-F238E27FC236}">
                <a16:creationId xmlns:a16="http://schemas.microsoft.com/office/drawing/2014/main" id="{78F36F3D-E406-72CC-3B56-1E335DCF606B}"/>
              </a:ext>
            </a:extLst>
          </p:cNvPr>
          <p:cNvPicPr>
            <a:picLocks noChangeAspect="1"/>
          </p:cNvPicPr>
          <p:nvPr userDrawn="1"/>
        </p:nvPicPr>
        <p:blipFill>
          <a:blip r:embed="rId2"/>
          <a:stretch>
            <a:fillRect/>
          </a:stretch>
        </p:blipFill>
        <p:spPr>
          <a:xfrm>
            <a:off x="10706070" y="6363613"/>
            <a:ext cx="1162800" cy="275292"/>
          </a:xfrm>
          <a:prstGeom prst="rect">
            <a:avLst/>
          </a:prstGeom>
        </p:spPr>
      </p:pic>
    </p:spTree>
    <p:extLst>
      <p:ext uri="{BB962C8B-B14F-4D97-AF65-F5344CB8AC3E}">
        <p14:creationId xmlns:p14="http://schemas.microsoft.com/office/powerpoint/2010/main" val="7801897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比較_3">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53E74B52-5118-69E7-7250-51633D17C15E}"/>
              </a:ext>
            </a:extLst>
          </p:cNvPr>
          <p:cNvSpPr>
            <a:spLocks noGrp="1"/>
          </p:cNvSpPr>
          <p:nvPr>
            <p:ph type="body" idx="1"/>
          </p:nvPr>
        </p:nvSpPr>
        <p:spPr>
          <a:xfrm>
            <a:off x="692293" y="821443"/>
            <a:ext cx="3142938" cy="823912"/>
          </a:xfrm>
        </p:spPr>
        <p:txBody>
          <a:bodyPr anchor="b">
            <a:noAutofit/>
          </a:bodyPr>
          <a:lstStyle>
            <a:lvl1pPr marL="0" indent="0">
              <a:lnSpc>
                <a:spcPct val="13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3D6F200C-371B-8CD0-274B-3AD88B98E6B4}"/>
              </a:ext>
            </a:extLst>
          </p:cNvPr>
          <p:cNvSpPr>
            <a:spLocks noGrp="1"/>
          </p:cNvSpPr>
          <p:nvPr>
            <p:ph sz="half" idx="2"/>
          </p:nvPr>
        </p:nvSpPr>
        <p:spPr>
          <a:xfrm>
            <a:off x="692293" y="1842840"/>
            <a:ext cx="3346307" cy="4114419"/>
          </a:xfrm>
        </p:spPr>
        <p:txBody>
          <a:bodyPr>
            <a:normAutofit/>
          </a:bodyPr>
          <a:lstStyle>
            <a:lvl1pPr marL="0" indent="0">
              <a:lnSpc>
                <a:spcPct val="150000"/>
              </a:lnSpc>
              <a:buNone/>
              <a:defRPr sz="1800"/>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a:t>マスター テキストの書式設定</a:t>
            </a:r>
          </a:p>
        </p:txBody>
      </p:sp>
      <p:sp>
        <p:nvSpPr>
          <p:cNvPr id="7" name="日付プレースホルダー 6">
            <a:extLst>
              <a:ext uri="{FF2B5EF4-FFF2-40B4-BE49-F238E27FC236}">
                <a16:creationId xmlns:a16="http://schemas.microsoft.com/office/drawing/2014/main" id="{A566790C-FC1A-1FFC-62D6-439B074B880B}"/>
              </a:ext>
            </a:extLst>
          </p:cNvPr>
          <p:cNvSpPr>
            <a:spLocks noGrp="1"/>
          </p:cNvSpPr>
          <p:nvPr>
            <p:ph type="dt" sz="half" idx="10"/>
          </p:nvPr>
        </p:nvSpPr>
        <p:spPr/>
        <p:txBody>
          <a:bodyPr/>
          <a:lstStyle/>
          <a:p>
            <a:fld id="{72B5C2F5-5B9F-984D-9F74-8964CBF50DCE}" type="datetime1">
              <a:rPr kumimoji="1" lang="ja-JP" altLang="en-US" smtClean="0"/>
              <a:t>2026/6/11</a:t>
            </a:fld>
            <a:endParaRPr kumimoji="1" lang="ja-JP" altLang="en-US"/>
          </a:p>
        </p:txBody>
      </p:sp>
      <p:sp>
        <p:nvSpPr>
          <p:cNvPr id="8" name="フッター プレースホルダー 7">
            <a:extLst>
              <a:ext uri="{FF2B5EF4-FFF2-40B4-BE49-F238E27FC236}">
                <a16:creationId xmlns:a16="http://schemas.microsoft.com/office/drawing/2014/main" id="{06A78D6E-B407-CD1C-C716-9EAB17968DFE}"/>
              </a:ext>
            </a:extLst>
          </p:cNvPr>
          <p:cNvSpPr>
            <a:spLocks noGrp="1"/>
          </p:cNvSpPr>
          <p:nvPr>
            <p:ph type="ftr" sz="quarter" idx="11"/>
          </p:nvPr>
        </p:nvSpPr>
        <p:spPr/>
        <p:txBody>
          <a:bodyPr/>
          <a:lstStyle/>
          <a:p>
            <a:endParaRPr kumimoji="1" lang="ja-JP" altLang="en-US"/>
          </a:p>
        </p:txBody>
      </p:sp>
      <p:sp>
        <p:nvSpPr>
          <p:cNvPr id="12" name="正方形/長方形 11">
            <a:extLst>
              <a:ext uri="{FF2B5EF4-FFF2-40B4-BE49-F238E27FC236}">
                <a16:creationId xmlns:a16="http://schemas.microsoft.com/office/drawing/2014/main" id="{38F4E8F8-A13E-23D3-4066-569BD344C962}"/>
              </a:ext>
            </a:extLst>
          </p:cNvPr>
          <p:cNvSpPr/>
          <p:nvPr userDrawn="1"/>
        </p:nvSpPr>
        <p:spPr>
          <a:xfrm>
            <a:off x="0" y="0"/>
            <a:ext cx="321469" cy="6858000"/>
          </a:xfrm>
          <a:prstGeom prst="rect">
            <a:avLst/>
          </a:prstGeom>
          <a:solidFill>
            <a:srgbClr val="00409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73FDB1A3-0B8E-B0D5-18BA-93517EA7162C}"/>
              </a:ext>
            </a:extLst>
          </p:cNvPr>
          <p:cNvSpPr txBox="1"/>
          <p:nvPr userDrawn="1"/>
        </p:nvSpPr>
        <p:spPr>
          <a:xfrm rot="5400000">
            <a:off x="-821967" y="916705"/>
            <a:ext cx="1950122" cy="215444"/>
          </a:xfrm>
          <a:prstGeom prst="rect">
            <a:avLst/>
          </a:prstGeom>
          <a:noFill/>
        </p:spPr>
        <p:txBody>
          <a:bodyPr vert="horz" wrap="square">
            <a:spAutoFit/>
          </a:bodyPr>
          <a:lstStyle/>
          <a:p>
            <a:pPr lvl="0"/>
            <a:r>
              <a:rPr kumimoji="1" lang="en-US" altLang="ja-JP" sz="800">
                <a:solidFill>
                  <a:schemeClr val="bg1">
                    <a:lumMod val="75000"/>
                  </a:schemeClr>
                </a:solidFill>
              </a:rPr>
              <a:t>©︎ 2025  VERISERVE CORP.  </a:t>
            </a:r>
            <a:endParaRPr kumimoji="1" lang="ja-JP" altLang="en-US" sz="800">
              <a:solidFill>
                <a:schemeClr val="bg1">
                  <a:lumMod val="75000"/>
                </a:schemeClr>
              </a:solidFill>
            </a:endParaRPr>
          </a:p>
        </p:txBody>
      </p:sp>
      <p:sp>
        <p:nvSpPr>
          <p:cNvPr id="16" name="テキスト ボックス 15">
            <a:extLst>
              <a:ext uri="{FF2B5EF4-FFF2-40B4-BE49-F238E27FC236}">
                <a16:creationId xmlns:a16="http://schemas.microsoft.com/office/drawing/2014/main" id="{F0C18B56-A70A-A355-18EC-8E9508E25B06}"/>
              </a:ext>
            </a:extLst>
          </p:cNvPr>
          <p:cNvSpPr txBox="1"/>
          <p:nvPr userDrawn="1"/>
        </p:nvSpPr>
        <p:spPr>
          <a:xfrm rot="5400000">
            <a:off x="-447686" y="2070711"/>
            <a:ext cx="1213749" cy="215444"/>
          </a:xfrm>
          <a:prstGeom prst="rect">
            <a:avLst/>
          </a:prstGeom>
          <a:noFill/>
        </p:spPr>
        <p:txBody>
          <a:bodyPr vert="horz" wrap="square">
            <a:spAutoFit/>
          </a:bodyPr>
          <a:lstStyle/>
          <a:p>
            <a:pPr lvl="0"/>
            <a:r>
              <a:rPr kumimoji="1" lang="en-US" altLang="ja-JP" sz="800">
                <a:solidFill>
                  <a:schemeClr val="bg1">
                    <a:lumMod val="75000"/>
                  </a:schemeClr>
                </a:solidFill>
              </a:rPr>
              <a:t>CONFIDENTIAL</a:t>
            </a:r>
            <a:endParaRPr kumimoji="1" lang="ja-JP" altLang="en-US" sz="800">
              <a:solidFill>
                <a:schemeClr val="bg1">
                  <a:lumMod val="75000"/>
                </a:schemeClr>
              </a:solidFill>
            </a:endParaRPr>
          </a:p>
        </p:txBody>
      </p:sp>
      <p:sp>
        <p:nvSpPr>
          <p:cNvPr id="17" name="スライド番号プレースホルダー 5">
            <a:extLst>
              <a:ext uri="{FF2B5EF4-FFF2-40B4-BE49-F238E27FC236}">
                <a16:creationId xmlns:a16="http://schemas.microsoft.com/office/drawing/2014/main" id="{B7C126D1-481A-92B6-CA7A-195FA39378E5}"/>
              </a:ext>
            </a:extLst>
          </p:cNvPr>
          <p:cNvSpPr>
            <a:spLocks noGrp="1"/>
          </p:cNvSpPr>
          <p:nvPr>
            <p:ph type="sldNum" sz="quarter" idx="12"/>
          </p:nvPr>
        </p:nvSpPr>
        <p:spPr>
          <a:xfrm>
            <a:off x="-11151" y="6378652"/>
            <a:ext cx="369849" cy="365125"/>
          </a:xfrm>
        </p:spPr>
        <p:txBody>
          <a:bodyPr/>
          <a:lstStyle>
            <a:lvl1pPr>
              <a:defRPr>
                <a:solidFill>
                  <a:schemeClr val="bg1"/>
                </a:solidFill>
              </a:defRPr>
            </a:lvl1pPr>
          </a:lstStyle>
          <a:p>
            <a:fld id="{AEA9F59F-5AEA-DB42-A066-0EDE44B4D5E7}" type="slidenum">
              <a:rPr lang="ja-JP" altLang="en-US" smtClean="0"/>
              <a:pPr/>
              <a:t>‹#›</a:t>
            </a:fld>
            <a:endParaRPr lang="ja-JP" altLang="en-US"/>
          </a:p>
        </p:txBody>
      </p:sp>
      <p:sp>
        <p:nvSpPr>
          <p:cNvPr id="2" name="テキスト プレースホルダー 2">
            <a:extLst>
              <a:ext uri="{FF2B5EF4-FFF2-40B4-BE49-F238E27FC236}">
                <a16:creationId xmlns:a16="http://schemas.microsoft.com/office/drawing/2014/main" id="{030AE112-0658-4F05-FD3F-A81B712E520C}"/>
              </a:ext>
            </a:extLst>
          </p:cNvPr>
          <p:cNvSpPr>
            <a:spLocks noGrp="1"/>
          </p:cNvSpPr>
          <p:nvPr>
            <p:ph type="body" idx="13"/>
          </p:nvPr>
        </p:nvSpPr>
        <p:spPr>
          <a:xfrm>
            <a:off x="4536121" y="821443"/>
            <a:ext cx="3142938" cy="823912"/>
          </a:xfrm>
        </p:spPr>
        <p:txBody>
          <a:bodyPr anchor="b">
            <a:noAutofit/>
          </a:bodyPr>
          <a:lstStyle>
            <a:lvl1pPr marL="0" indent="0">
              <a:lnSpc>
                <a:spcPct val="13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5" name="コンテンツ プレースホルダー 3">
            <a:extLst>
              <a:ext uri="{FF2B5EF4-FFF2-40B4-BE49-F238E27FC236}">
                <a16:creationId xmlns:a16="http://schemas.microsoft.com/office/drawing/2014/main" id="{3E9BEAA0-0088-AC86-336E-2B295F6AE914}"/>
              </a:ext>
            </a:extLst>
          </p:cNvPr>
          <p:cNvSpPr>
            <a:spLocks noGrp="1"/>
          </p:cNvSpPr>
          <p:nvPr>
            <p:ph sz="half" idx="14"/>
          </p:nvPr>
        </p:nvSpPr>
        <p:spPr>
          <a:xfrm>
            <a:off x="4536121" y="1842840"/>
            <a:ext cx="3346307" cy="4114419"/>
          </a:xfrm>
        </p:spPr>
        <p:txBody>
          <a:bodyPr>
            <a:normAutofit/>
          </a:bodyPr>
          <a:lstStyle>
            <a:lvl1pPr marL="0" indent="0">
              <a:lnSpc>
                <a:spcPct val="150000"/>
              </a:lnSpc>
              <a:buNone/>
              <a:defRPr sz="1800"/>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a:t>マスター テキストの書式設定</a:t>
            </a:r>
          </a:p>
        </p:txBody>
      </p:sp>
      <p:sp>
        <p:nvSpPr>
          <p:cNvPr id="6" name="テキスト プレースホルダー 2">
            <a:extLst>
              <a:ext uri="{FF2B5EF4-FFF2-40B4-BE49-F238E27FC236}">
                <a16:creationId xmlns:a16="http://schemas.microsoft.com/office/drawing/2014/main" id="{D5771BC7-1B5E-D00C-29AC-6C609C1E27A1}"/>
              </a:ext>
            </a:extLst>
          </p:cNvPr>
          <p:cNvSpPr>
            <a:spLocks noGrp="1"/>
          </p:cNvSpPr>
          <p:nvPr>
            <p:ph type="body" idx="15"/>
          </p:nvPr>
        </p:nvSpPr>
        <p:spPr>
          <a:xfrm>
            <a:off x="8423995" y="821443"/>
            <a:ext cx="3142938" cy="823912"/>
          </a:xfrm>
        </p:spPr>
        <p:txBody>
          <a:bodyPr anchor="b">
            <a:noAutofit/>
          </a:bodyPr>
          <a:lstStyle>
            <a:lvl1pPr marL="0" indent="0">
              <a:lnSpc>
                <a:spcPct val="13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9" name="コンテンツ プレースホルダー 3">
            <a:extLst>
              <a:ext uri="{FF2B5EF4-FFF2-40B4-BE49-F238E27FC236}">
                <a16:creationId xmlns:a16="http://schemas.microsoft.com/office/drawing/2014/main" id="{7538BFE3-FAF0-8713-1C78-BF9A83965D3E}"/>
              </a:ext>
            </a:extLst>
          </p:cNvPr>
          <p:cNvSpPr>
            <a:spLocks noGrp="1"/>
          </p:cNvSpPr>
          <p:nvPr>
            <p:ph sz="half" idx="16"/>
          </p:nvPr>
        </p:nvSpPr>
        <p:spPr>
          <a:xfrm>
            <a:off x="8423995" y="1842840"/>
            <a:ext cx="3346307" cy="4114419"/>
          </a:xfrm>
        </p:spPr>
        <p:txBody>
          <a:bodyPr>
            <a:normAutofit/>
          </a:bodyPr>
          <a:lstStyle>
            <a:lvl1pPr marL="0" indent="0">
              <a:lnSpc>
                <a:spcPct val="150000"/>
              </a:lnSpc>
              <a:buNone/>
              <a:defRPr sz="1800"/>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a:t>マスター テキストの書式設定</a:t>
            </a:r>
          </a:p>
        </p:txBody>
      </p:sp>
      <p:sp>
        <p:nvSpPr>
          <p:cNvPr id="10" name="テキスト ボックス 9">
            <a:extLst>
              <a:ext uri="{FF2B5EF4-FFF2-40B4-BE49-F238E27FC236}">
                <a16:creationId xmlns:a16="http://schemas.microsoft.com/office/drawing/2014/main" id="{E64CD04D-D35E-D219-B8CC-A7D108534622}"/>
              </a:ext>
            </a:extLst>
          </p:cNvPr>
          <p:cNvSpPr txBox="1"/>
          <p:nvPr userDrawn="1"/>
        </p:nvSpPr>
        <p:spPr>
          <a:xfrm>
            <a:off x="8851" y="2869064"/>
            <a:ext cx="307777" cy="2699249"/>
          </a:xfrm>
          <a:prstGeom prst="rect">
            <a:avLst/>
          </a:prstGeom>
          <a:noFill/>
        </p:spPr>
        <p:txBody>
          <a:bodyPr vert="eaVert" wrap="square">
            <a:spAutoFit/>
          </a:bodyPr>
          <a:lstStyle/>
          <a:p>
            <a:pPr lvl="0"/>
            <a:r>
              <a:rPr kumimoji="1" lang="ja-JP" altLang="en-US" sz="800">
                <a:solidFill>
                  <a:schemeClr val="bg1">
                    <a:lumMod val="75000"/>
                  </a:schemeClr>
                </a:solidFill>
                <a:latin typeface="游ゴシック" panose="020B0400000000000000" pitchFamily="50" charset="-128"/>
                <a:ea typeface="游ゴシック" panose="020B0400000000000000" pitchFamily="50" charset="-128"/>
              </a:rPr>
              <a:t>会社名・製品名・サ</a:t>
            </a:r>
            <a:r>
              <a:rPr kumimoji="1" lang="en-US" altLang="ja-JP" sz="800">
                <a:solidFill>
                  <a:schemeClr val="bg1">
                    <a:lumMod val="75000"/>
                  </a:schemeClr>
                </a:solidFill>
                <a:latin typeface="游ゴシック" panose="020B0400000000000000" pitchFamily="50" charset="-128"/>
                <a:ea typeface="游ゴシック" panose="020B0400000000000000" pitchFamily="50" charset="-128"/>
              </a:rPr>
              <a:t>−</a:t>
            </a:r>
            <a:r>
              <a:rPr kumimoji="1" lang="ja-JP" altLang="en-US" sz="800">
                <a:solidFill>
                  <a:schemeClr val="bg1">
                    <a:lumMod val="75000"/>
                  </a:schemeClr>
                </a:solidFill>
                <a:latin typeface="游ゴシック" panose="020B0400000000000000" pitchFamily="50" charset="-128"/>
                <a:ea typeface="游ゴシック" panose="020B0400000000000000" pitchFamily="50" charset="-128"/>
              </a:rPr>
              <a:t>ビス名は各社の商標登録です</a:t>
            </a:r>
          </a:p>
        </p:txBody>
      </p:sp>
      <p:pic>
        <p:nvPicPr>
          <p:cNvPr id="11" name="図 10" descr="図形&#10;&#10;中程度の精度で自動的に生成された説明">
            <a:extLst>
              <a:ext uri="{FF2B5EF4-FFF2-40B4-BE49-F238E27FC236}">
                <a16:creationId xmlns:a16="http://schemas.microsoft.com/office/drawing/2014/main" id="{95947A3C-DB07-3698-F17C-FB569CE15265}"/>
              </a:ext>
            </a:extLst>
          </p:cNvPr>
          <p:cNvPicPr>
            <a:picLocks noChangeAspect="1"/>
          </p:cNvPicPr>
          <p:nvPr userDrawn="1"/>
        </p:nvPicPr>
        <p:blipFill>
          <a:blip r:embed="rId2"/>
          <a:stretch>
            <a:fillRect/>
          </a:stretch>
        </p:blipFill>
        <p:spPr>
          <a:xfrm>
            <a:off x="10706070" y="6363613"/>
            <a:ext cx="1162800" cy="275292"/>
          </a:xfrm>
          <a:prstGeom prst="rect">
            <a:avLst/>
          </a:prstGeom>
        </p:spPr>
      </p:pic>
    </p:spTree>
    <p:extLst>
      <p:ext uri="{BB962C8B-B14F-4D97-AF65-F5344CB8AC3E}">
        <p14:creationId xmlns:p14="http://schemas.microsoft.com/office/powerpoint/2010/main" val="7879709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青_EOF">
    <p:bg>
      <p:bgPr>
        <a:solidFill>
          <a:srgbClr val="004098"/>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5D343E7-2246-DFF1-7A5D-50A0E9C537BA}"/>
              </a:ext>
            </a:extLst>
          </p:cNvPr>
          <p:cNvSpPr>
            <a:spLocks noGrp="1"/>
          </p:cNvSpPr>
          <p:nvPr>
            <p:ph type="ctrTitle"/>
          </p:nvPr>
        </p:nvSpPr>
        <p:spPr>
          <a:xfrm>
            <a:off x="6111364" y="2768941"/>
            <a:ext cx="6011918" cy="454956"/>
          </a:xfrm>
        </p:spPr>
        <p:txBody>
          <a:bodyPr anchor="b">
            <a:normAutofit/>
          </a:bodyPr>
          <a:lstStyle>
            <a:lvl1pPr algn="l">
              <a:lnSpc>
                <a:spcPct val="130000"/>
              </a:lnSpc>
              <a:defRPr sz="2400" b="1" i="0">
                <a:solidFill>
                  <a:schemeClr val="bg1"/>
                </a:solidFill>
                <a:latin typeface="Yu Gothic" panose="020B0400000000000000" pitchFamily="34" charset="-128"/>
                <a:ea typeface="Yu Gothic" panose="020B0400000000000000" pitchFamily="34" charset="-128"/>
              </a:defRPr>
            </a:lvl1pPr>
          </a:lstStyle>
          <a:p>
            <a:r>
              <a:rPr kumimoji="1" lang="ja-JP" altLang="en-US"/>
              <a:t>マスター タイトルの書式設定</a:t>
            </a:r>
          </a:p>
        </p:txBody>
      </p:sp>
      <p:sp>
        <p:nvSpPr>
          <p:cNvPr id="4" name="日付プレースホルダー 3">
            <a:extLst>
              <a:ext uri="{FF2B5EF4-FFF2-40B4-BE49-F238E27FC236}">
                <a16:creationId xmlns:a16="http://schemas.microsoft.com/office/drawing/2014/main" id="{227B8E63-9637-2707-94AB-42F626B09A49}"/>
              </a:ext>
            </a:extLst>
          </p:cNvPr>
          <p:cNvSpPr>
            <a:spLocks noGrp="1"/>
          </p:cNvSpPr>
          <p:nvPr>
            <p:ph type="dt" sz="half" idx="10"/>
          </p:nvPr>
        </p:nvSpPr>
        <p:spPr/>
        <p:txBody>
          <a:bodyPr/>
          <a:lstStyle/>
          <a:p>
            <a:fld id="{BB973515-480C-9C4A-8AAA-B3759DA3FA25}" type="datetime1">
              <a:rPr kumimoji="1" lang="ja-JP" altLang="en-US" smtClean="0"/>
              <a:t>2026/6/11</a:t>
            </a:fld>
            <a:endParaRPr kumimoji="1" lang="ja-JP" altLang="en-US"/>
          </a:p>
        </p:txBody>
      </p:sp>
      <p:sp>
        <p:nvSpPr>
          <p:cNvPr id="5" name="フッター プレースホルダー 4">
            <a:extLst>
              <a:ext uri="{FF2B5EF4-FFF2-40B4-BE49-F238E27FC236}">
                <a16:creationId xmlns:a16="http://schemas.microsoft.com/office/drawing/2014/main" id="{6E30F219-213A-E9E5-8033-80390A3B6B8D}"/>
              </a:ext>
            </a:extLst>
          </p:cNvPr>
          <p:cNvSpPr>
            <a:spLocks noGrp="1"/>
          </p:cNvSpPr>
          <p:nvPr>
            <p:ph type="ftr" sz="quarter" idx="11"/>
          </p:nvPr>
        </p:nvSpPr>
        <p:spPr/>
        <p:txBody>
          <a:bodyPr/>
          <a:lstStyle/>
          <a:p>
            <a:endParaRPr kumimoji="1" lang="ja-JP" altLang="en-US"/>
          </a:p>
        </p:txBody>
      </p:sp>
      <p:sp>
        <p:nvSpPr>
          <p:cNvPr id="7" name="正方形/長方形 6">
            <a:extLst>
              <a:ext uri="{FF2B5EF4-FFF2-40B4-BE49-F238E27FC236}">
                <a16:creationId xmlns:a16="http://schemas.microsoft.com/office/drawing/2014/main" id="{ADBC357F-A501-18A2-0F53-151FF2F531C4}"/>
              </a:ext>
            </a:extLst>
          </p:cNvPr>
          <p:cNvSpPr/>
          <p:nvPr userDrawn="1"/>
        </p:nvSpPr>
        <p:spPr>
          <a:xfrm>
            <a:off x="0" y="2280"/>
            <a:ext cx="321469"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D399AC86-9129-DBDE-2676-5048E9B2B2CA}"/>
              </a:ext>
            </a:extLst>
          </p:cNvPr>
          <p:cNvSpPr txBox="1"/>
          <p:nvPr userDrawn="1"/>
        </p:nvSpPr>
        <p:spPr>
          <a:xfrm rot="5400000">
            <a:off x="-821967" y="916705"/>
            <a:ext cx="1950122" cy="215444"/>
          </a:xfrm>
          <a:prstGeom prst="rect">
            <a:avLst/>
          </a:prstGeom>
          <a:noFill/>
        </p:spPr>
        <p:txBody>
          <a:bodyPr vert="horz" wrap="square">
            <a:spAutoFit/>
          </a:bodyPr>
          <a:lstStyle/>
          <a:p>
            <a:pPr lvl="0"/>
            <a:r>
              <a:rPr kumimoji="1" lang="en-US" altLang="ja-JP" sz="800">
                <a:solidFill>
                  <a:schemeClr val="bg1">
                    <a:lumMod val="50000"/>
                  </a:schemeClr>
                </a:solidFill>
              </a:rPr>
              <a:t>©︎ 2025  VERISERVE CORP.  </a:t>
            </a:r>
            <a:endParaRPr kumimoji="1" lang="ja-JP" altLang="en-US" sz="800">
              <a:solidFill>
                <a:schemeClr val="bg1">
                  <a:lumMod val="50000"/>
                </a:schemeClr>
              </a:solidFill>
            </a:endParaRPr>
          </a:p>
        </p:txBody>
      </p:sp>
      <p:sp>
        <p:nvSpPr>
          <p:cNvPr id="19" name="テキスト ボックス 18">
            <a:extLst>
              <a:ext uri="{FF2B5EF4-FFF2-40B4-BE49-F238E27FC236}">
                <a16:creationId xmlns:a16="http://schemas.microsoft.com/office/drawing/2014/main" id="{31B54F22-E9E8-E325-3B37-BF651AC59379}"/>
              </a:ext>
            </a:extLst>
          </p:cNvPr>
          <p:cNvSpPr txBox="1"/>
          <p:nvPr userDrawn="1"/>
        </p:nvSpPr>
        <p:spPr>
          <a:xfrm rot="5400000">
            <a:off x="-447686" y="2070711"/>
            <a:ext cx="1213749" cy="215444"/>
          </a:xfrm>
          <a:prstGeom prst="rect">
            <a:avLst/>
          </a:prstGeom>
          <a:noFill/>
        </p:spPr>
        <p:txBody>
          <a:bodyPr vert="horz" wrap="square">
            <a:spAutoFit/>
          </a:bodyPr>
          <a:lstStyle/>
          <a:p>
            <a:pPr lvl="0"/>
            <a:r>
              <a:rPr kumimoji="1" lang="en-US" altLang="ja-JP" sz="800">
                <a:solidFill>
                  <a:schemeClr val="bg1">
                    <a:lumMod val="50000"/>
                  </a:schemeClr>
                </a:solidFill>
              </a:rPr>
              <a:t>CONFIDENTIAL</a:t>
            </a:r>
            <a:endParaRPr kumimoji="1" lang="ja-JP" altLang="en-US" sz="800">
              <a:solidFill>
                <a:schemeClr val="bg1">
                  <a:lumMod val="50000"/>
                </a:schemeClr>
              </a:solidFill>
            </a:endParaRPr>
          </a:p>
        </p:txBody>
      </p:sp>
      <p:pic>
        <p:nvPicPr>
          <p:cNvPr id="20" name="図 19" descr="図形&#10;&#10;中程度の精度で自動的に生成された説明">
            <a:extLst>
              <a:ext uri="{FF2B5EF4-FFF2-40B4-BE49-F238E27FC236}">
                <a16:creationId xmlns:a16="http://schemas.microsoft.com/office/drawing/2014/main" id="{4CC86029-87E7-CE4C-0C2F-D0B96A5A2CED}"/>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1521773" y="3038668"/>
            <a:ext cx="2609552" cy="617809"/>
          </a:xfrm>
          <a:prstGeom prst="rect">
            <a:avLst/>
          </a:prstGeom>
        </p:spPr>
      </p:pic>
      <p:sp>
        <p:nvSpPr>
          <p:cNvPr id="8" name="テキスト ボックス 7">
            <a:extLst>
              <a:ext uri="{FF2B5EF4-FFF2-40B4-BE49-F238E27FC236}">
                <a16:creationId xmlns:a16="http://schemas.microsoft.com/office/drawing/2014/main" id="{95D2D8BF-5BD0-FFB4-296E-E98E9BBF25D6}"/>
              </a:ext>
            </a:extLst>
          </p:cNvPr>
          <p:cNvSpPr txBox="1"/>
          <p:nvPr userDrawn="1"/>
        </p:nvSpPr>
        <p:spPr>
          <a:xfrm>
            <a:off x="8851" y="2869064"/>
            <a:ext cx="307777" cy="2699249"/>
          </a:xfrm>
          <a:prstGeom prst="rect">
            <a:avLst/>
          </a:prstGeom>
          <a:noFill/>
        </p:spPr>
        <p:txBody>
          <a:bodyPr vert="eaVert" wrap="square">
            <a:spAutoFit/>
          </a:bodyPr>
          <a:lstStyle/>
          <a:p>
            <a:pPr lvl="0"/>
            <a:r>
              <a:rPr kumimoji="1" lang="ja-JP" altLang="en-US" sz="800">
                <a:solidFill>
                  <a:schemeClr val="bg1">
                    <a:lumMod val="50000"/>
                  </a:schemeClr>
                </a:solidFill>
                <a:latin typeface="游ゴシック" panose="020B0400000000000000" pitchFamily="50" charset="-128"/>
                <a:ea typeface="游ゴシック" panose="020B0400000000000000" pitchFamily="50" charset="-128"/>
              </a:rPr>
              <a:t>会社名・製品名・サ</a:t>
            </a:r>
            <a:r>
              <a:rPr kumimoji="1" lang="en-US" altLang="ja-JP" sz="800">
                <a:solidFill>
                  <a:schemeClr val="bg1">
                    <a:lumMod val="50000"/>
                  </a:schemeClr>
                </a:solidFill>
                <a:latin typeface="游ゴシック" panose="020B0400000000000000" pitchFamily="50" charset="-128"/>
                <a:ea typeface="游ゴシック" panose="020B0400000000000000" pitchFamily="50" charset="-128"/>
              </a:rPr>
              <a:t>−</a:t>
            </a:r>
            <a:r>
              <a:rPr kumimoji="1" lang="ja-JP" altLang="en-US" sz="800">
                <a:solidFill>
                  <a:schemeClr val="bg1">
                    <a:lumMod val="50000"/>
                  </a:schemeClr>
                </a:solidFill>
                <a:latin typeface="游ゴシック" panose="020B0400000000000000" pitchFamily="50" charset="-128"/>
                <a:ea typeface="游ゴシック" panose="020B0400000000000000" pitchFamily="50" charset="-128"/>
              </a:rPr>
              <a:t>ビス名は各社の商標登録です</a:t>
            </a:r>
          </a:p>
        </p:txBody>
      </p:sp>
      <p:sp>
        <p:nvSpPr>
          <p:cNvPr id="9" name="コンテンツ プレースホルダー 6">
            <a:extLst>
              <a:ext uri="{FF2B5EF4-FFF2-40B4-BE49-F238E27FC236}">
                <a16:creationId xmlns:a16="http://schemas.microsoft.com/office/drawing/2014/main" id="{979A24FF-5FBB-F95F-F484-8D5DFA645CE1}"/>
              </a:ext>
            </a:extLst>
          </p:cNvPr>
          <p:cNvSpPr>
            <a:spLocks noGrp="1"/>
          </p:cNvSpPr>
          <p:nvPr>
            <p:ph sz="quarter" idx="14" hasCustomPrompt="1"/>
          </p:nvPr>
        </p:nvSpPr>
        <p:spPr>
          <a:xfrm>
            <a:off x="6096000" y="3624355"/>
            <a:ext cx="5057955" cy="2404542"/>
          </a:xfrm>
        </p:spPr>
        <p:txBody>
          <a:bodyPr>
            <a:normAutofit/>
          </a:bodyPr>
          <a:lstStyle>
            <a:lvl1pPr marL="0" indent="0">
              <a:lnSpc>
                <a:spcPct val="100000"/>
              </a:lnSpc>
              <a:buNone/>
              <a:defRPr sz="1600">
                <a:solidFill>
                  <a:schemeClr val="bg1"/>
                </a:solidFill>
              </a:defRPr>
            </a:lvl1pPr>
          </a:lstStyle>
          <a:p>
            <a:r>
              <a:rPr kumimoji="1" lang="ja-JP" altLang="en-US" sz="1800"/>
              <a:t>株式会社ベリサーブ</a:t>
            </a:r>
            <a:endParaRPr kumimoji="1" lang="en-US" altLang="ja-JP" sz="1800"/>
          </a:p>
          <a:p>
            <a:r>
              <a:rPr kumimoji="1" lang="en-US" altLang="ja-JP" sz="1800"/>
              <a:t>XXXXXXXXX</a:t>
            </a:r>
            <a:r>
              <a:rPr kumimoji="1" lang="ja-JP" altLang="en-US" sz="1800"/>
              <a:t>事業部​</a:t>
            </a:r>
          </a:p>
          <a:p>
            <a:r>
              <a:rPr kumimoji="1" lang="ja-JP" altLang="en-US" sz="1800"/>
              <a:t>山田 太郎​</a:t>
            </a:r>
          </a:p>
          <a:p>
            <a:r>
              <a:rPr kumimoji="1" lang="en-US" altLang="ja-JP" sz="1800"/>
              <a:t>TEL</a:t>
            </a:r>
            <a:r>
              <a:rPr kumimoji="1" lang="ja-JP" altLang="en-US" sz="1800"/>
              <a:t>：〇〇</a:t>
            </a:r>
            <a:r>
              <a:rPr kumimoji="1" lang="en-US" altLang="ja-JP" sz="1800"/>
              <a:t>-</a:t>
            </a:r>
            <a:r>
              <a:rPr kumimoji="1" lang="ja-JP" altLang="en-US" sz="1800"/>
              <a:t>〇〇〇〇</a:t>
            </a:r>
            <a:r>
              <a:rPr kumimoji="1" lang="en-US" altLang="ja-JP" sz="1800"/>
              <a:t>-</a:t>
            </a:r>
            <a:r>
              <a:rPr kumimoji="1" lang="ja-JP" altLang="en-US" sz="1800"/>
              <a:t>〇〇〇〇</a:t>
            </a:r>
          </a:p>
          <a:p>
            <a:r>
              <a:rPr kumimoji="1" lang="en-US" altLang="ja-JP" sz="1800"/>
              <a:t>MAIL</a:t>
            </a:r>
            <a:r>
              <a:rPr kumimoji="1" lang="ja-JP" altLang="en-US" sz="1800"/>
              <a:t>：​〇〇〇〇＠</a:t>
            </a:r>
            <a:r>
              <a:rPr kumimoji="1" lang="en-US" altLang="ja-JP" sz="1800"/>
              <a:t>veriserve.co.jp</a:t>
            </a:r>
          </a:p>
          <a:p>
            <a:r>
              <a:rPr kumimoji="1" lang="ja-JP" altLang="en-US" sz="1800"/>
              <a:t>住所：東京都千代田区神田三崎町 </a:t>
            </a:r>
            <a:r>
              <a:rPr kumimoji="1" lang="en-US" altLang="ja-JP" sz="1800"/>
              <a:t>3-1-16 ​</a:t>
            </a:r>
          </a:p>
          <a:p>
            <a:r>
              <a:rPr kumimoji="1" lang="ja-JP" altLang="en-US" sz="1800"/>
              <a:t>神保町北東急ビル</a:t>
            </a:r>
            <a:r>
              <a:rPr kumimoji="1" lang="en-US" altLang="ja-JP" sz="1800"/>
              <a:t>9</a:t>
            </a:r>
            <a:r>
              <a:rPr kumimoji="1" lang="ja-JP" altLang="en-US" sz="1800"/>
              <a:t>階</a:t>
            </a:r>
          </a:p>
          <a:p>
            <a:pPr lvl="0"/>
            <a:endParaRPr kumimoji="1" lang="ja-JP" altLang="en-US"/>
          </a:p>
        </p:txBody>
      </p:sp>
    </p:spTree>
    <p:extLst>
      <p:ext uri="{BB962C8B-B14F-4D97-AF65-F5344CB8AC3E}">
        <p14:creationId xmlns:p14="http://schemas.microsoft.com/office/powerpoint/2010/main" val="1479680751"/>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白_EOF">
    <p:bg>
      <p:bgRef idx="1001">
        <a:schemeClr val="bg1"/>
      </p:bgRef>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5D343E7-2246-DFF1-7A5D-50A0E9C537BA}"/>
              </a:ext>
            </a:extLst>
          </p:cNvPr>
          <p:cNvSpPr>
            <a:spLocks noGrp="1"/>
          </p:cNvSpPr>
          <p:nvPr>
            <p:ph type="ctrTitle"/>
          </p:nvPr>
        </p:nvSpPr>
        <p:spPr>
          <a:xfrm>
            <a:off x="6104763" y="2768941"/>
            <a:ext cx="6011918" cy="454956"/>
          </a:xfrm>
        </p:spPr>
        <p:txBody>
          <a:bodyPr anchor="b">
            <a:normAutofit/>
          </a:bodyPr>
          <a:lstStyle>
            <a:lvl1pPr algn="l">
              <a:lnSpc>
                <a:spcPct val="130000"/>
              </a:lnSpc>
              <a:defRPr sz="2400" b="1" i="0">
                <a:solidFill>
                  <a:srgbClr val="004098"/>
                </a:solidFill>
                <a:latin typeface="Yu Gothic" panose="020B0400000000000000" pitchFamily="34" charset="-128"/>
                <a:ea typeface="Yu Gothic" panose="020B0400000000000000" pitchFamily="34" charset="-128"/>
              </a:defRPr>
            </a:lvl1pPr>
          </a:lstStyle>
          <a:p>
            <a:r>
              <a:rPr kumimoji="1" lang="ja-JP" altLang="en-US"/>
              <a:t>マスター タイトルの書式設定</a:t>
            </a:r>
          </a:p>
        </p:txBody>
      </p:sp>
      <p:sp>
        <p:nvSpPr>
          <p:cNvPr id="4" name="日付プレースホルダー 3">
            <a:extLst>
              <a:ext uri="{FF2B5EF4-FFF2-40B4-BE49-F238E27FC236}">
                <a16:creationId xmlns:a16="http://schemas.microsoft.com/office/drawing/2014/main" id="{227B8E63-9637-2707-94AB-42F626B09A49}"/>
              </a:ext>
            </a:extLst>
          </p:cNvPr>
          <p:cNvSpPr>
            <a:spLocks noGrp="1"/>
          </p:cNvSpPr>
          <p:nvPr>
            <p:ph type="dt" sz="half" idx="10"/>
          </p:nvPr>
        </p:nvSpPr>
        <p:spPr/>
        <p:txBody>
          <a:bodyPr/>
          <a:lstStyle/>
          <a:p>
            <a:fld id="{BB973515-480C-9C4A-8AAA-B3759DA3FA25}" type="datetime1">
              <a:rPr kumimoji="1" lang="ja-JP" altLang="en-US" smtClean="0"/>
              <a:t>2026/6/11</a:t>
            </a:fld>
            <a:endParaRPr kumimoji="1" lang="ja-JP" altLang="en-US"/>
          </a:p>
        </p:txBody>
      </p:sp>
      <p:sp>
        <p:nvSpPr>
          <p:cNvPr id="5" name="フッター プレースホルダー 4">
            <a:extLst>
              <a:ext uri="{FF2B5EF4-FFF2-40B4-BE49-F238E27FC236}">
                <a16:creationId xmlns:a16="http://schemas.microsoft.com/office/drawing/2014/main" id="{6E30F219-213A-E9E5-8033-80390A3B6B8D}"/>
              </a:ext>
            </a:extLst>
          </p:cNvPr>
          <p:cNvSpPr>
            <a:spLocks noGrp="1"/>
          </p:cNvSpPr>
          <p:nvPr>
            <p:ph type="ftr" sz="quarter" idx="11"/>
          </p:nvPr>
        </p:nvSpPr>
        <p:spPr/>
        <p:txBody>
          <a:bodyPr/>
          <a:lstStyle/>
          <a:p>
            <a:endParaRPr kumimoji="1" lang="ja-JP" altLang="en-US"/>
          </a:p>
        </p:txBody>
      </p:sp>
      <p:sp>
        <p:nvSpPr>
          <p:cNvPr id="9" name="正方形/長方形 8">
            <a:extLst>
              <a:ext uri="{FF2B5EF4-FFF2-40B4-BE49-F238E27FC236}">
                <a16:creationId xmlns:a16="http://schemas.microsoft.com/office/drawing/2014/main" id="{A5567104-1A51-803C-F89E-A360EDC68022}"/>
              </a:ext>
            </a:extLst>
          </p:cNvPr>
          <p:cNvSpPr/>
          <p:nvPr userDrawn="1"/>
        </p:nvSpPr>
        <p:spPr>
          <a:xfrm>
            <a:off x="0" y="0"/>
            <a:ext cx="321469" cy="6858000"/>
          </a:xfrm>
          <a:prstGeom prst="rect">
            <a:avLst/>
          </a:prstGeom>
          <a:solidFill>
            <a:srgbClr val="00409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F7346CF0-27CA-0AC7-76CD-73E48DDB2695}"/>
              </a:ext>
            </a:extLst>
          </p:cNvPr>
          <p:cNvSpPr txBox="1"/>
          <p:nvPr userDrawn="1"/>
        </p:nvSpPr>
        <p:spPr>
          <a:xfrm rot="5400000">
            <a:off x="-821967" y="916705"/>
            <a:ext cx="1950122" cy="215444"/>
          </a:xfrm>
          <a:prstGeom prst="rect">
            <a:avLst/>
          </a:prstGeom>
          <a:noFill/>
        </p:spPr>
        <p:txBody>
          <a:bodyPr vert="horz" wrap="square">
            <a:spAutoFit/>
          </a:bodyPr>
          <a:lstStyle/>
          <a:p>
            <a:pPr lvl="0"/>
            <a:r>
              <a:rPr kumimoji="1" lang="en-US" altLang="ja-JP" sz="800">
                <a:solidFill>
                  <a:schemeClr val="bg1">
                    <a:lumMod val="75000"/>
                  </a:schemeClr>
                </a:solidFill>
              </a:rPr>
              <a:t>©︎ 2025  VERISERVE CORP.  </a:t>
            </a:r>
            <a:endParaRPr kumimoji="1" lang="ja-JP" altLang="en-US" sz="800">
              <a:solidFill>
                <a:schemeClr val="bg1">
                  <a:lumMod val="75000"/>
                </a:schemeClr>
              </a:solidFill>
            </a:endParaRPr>
          </a:p>
        </p:txBody>
      </p:sp>
      <p:sp>
        <p:nvSpPr>
          <p:cNvPr id="12" name="テキスト ボックス 11">
            <a:extLst>
              <a:ext uri="{FF2B5EF4-FFF2-40B4-BE49-F238E27FC236}">
                <a16:creationId xmlns:a16="http://schemas.microsoft.com/office/drawing/2014/main" id="{9DA039F6-B117-052D-E423-103AD42C916C}"/>
              </a:ext>
            </a:extLst>
          </p:cNvPr>
          <p:cNvSpPr txBox="1"/>
          <p:nvPr userDrawn="1"/>
        </p:nvSpPr>
        <p:spPr>
          <a:xfrm rot="5400000">
            <a:off x="-447686" y="2070711"/>
            <a:ext cx="1213749" cy="215444"/>
          </a:xfrm>
          <a:prstGeom prst="rect">
            <a:avLst/>
          </a:prstGeom>
          <a:noFill/>
        </p:spPr>
        <p:txBody>
          <a:bodyPr vert="horz" wrap="square">
            <a:spAutoFit/>
          </a:bodyPr>
          <a:lstStyle/>
          <a:p>
            <a:pPr lvl="0"/>
            <a:r>
              <a:rPr kumimoji="1" lang="en-US" altLang="ja-JP" sz="800">
                <a:solidFill>
                  <a:schemeClr val="bg1">
                    <a:lumMod val="75000"/>
                  </a:schemeClr>
                </a:solidFill>
              </a:rPr>
              <a:t>CONFIDENTIAL</a:t>
            </a:r>
            <a:endParaRPr kumimoji="1" lang="ja-JP" altLang="en-US" sz="800">
              <a:solidFill>
                <a:schemeClr val="bg1">
                  <a:lumMod val="75000"/>
                </a:schemeClr>
              </a:solidFill>
            </a:endParaRPr>
          </a:p>
        </p:txBody>
      </p:sp>
      <p:sp>
        <p:nvSpPr>
          <p:cNvPr id="13" name="テキスト ボックス 12">
            <a:extLst>
              <a:ext uri="{FF2B5EF4-FFF2-40B4-BE49-F238E27FC236}">
                <a16:creationId xmlns:a16="http://schemas.microsoft.com/office/drawing/2014/main" id="{19F2A330-CC95-4E2C-6156-8B05894D1841}"/>
              </a:ext>
            </a:extLst>
          </p:cNvPr>
          <p:cNvSpPr txBox="1"/>
          <p:nvPr userDrawn="1"/>
        </p:nvSpPr>
        <p:spPr>
          <a:xfrm>
            <a:off x="8851" y="2869064"/>
            <a:ext cx="307777" cy="2699249"/>
          </a:xfrm>
          <a:prstGeom prst="rect">
            <a:avLst/>
          </a:prstGeom>
          <a:noFill/>
        </p:spPr>
        <p:txBody>
          <a:bodyPr vert="eaVert" wrap="square">
            <a:spAutoFit/>
          </a:bodyPr>
          <a:lstStyle/>
          <a:p>
            <a:pPr lvl="0"/>
            <a:r>
              <a:rPr kumimoji="1" lang="ja-JP" altLang="en-US" sz="800">
                <a:solidFill>
                  <a:schemeClr val="bg1">
                    <a:lumMod val="75000"/>
                  </a:schemeClr>
                </a:solidFill>
                <a:latin typeface="游ゴシック" panose="020B0400000000000000" pitchFamily="50" charset="-128"/>
                <a:ea typeface="游ゴシック" panose="020B0400000000000000" pitchFamily="50" charset="-128"/>
              </a:rPr>
              <a:t>会社名・製品名・サ</a:t>
            </a:r>
            <a:r>
              <a:rPr kumimoji="1" lang="en-US" altLang="ja-JP" sz="800">
                <a:solidFill>
                  <a:schemeClr val="bg1">
                    <a:lumMod val="75000"/>
                  </a:schemeClr>
                </a:solidFill>
                <a:latin typeface="游ゴシック" panose="020B0400000000000000" pitchFamily="50" charset="-128"/>
                <a:ea typeface="游ゴシック" panose="020B0400000000000000" pitchFamily="50" charset="-128"/>
              </a:rPr>
              <a:t>−</a:t>
            </a:r>
            <a:r>
              <a:rPr kumimoji="1" lang="ja-JP" altLang="en-US" sz="800">
                <a:solidFill>
                  <a:schemeClr val="bg1">
                    <a:lumMod val="75000"/>
                  </a:schemeClr>
                </a:solidFill>
                <a:latin typeface="游ゴシック" panose="020B0400000000000000" pitchFamily="50" charset="-128"/>
                <a:ea typeface="游ゴシック" panose="020B0400000000000000" pitchFamily="50" charset="-128"/>
              </a:rPr>
              <a:t>ビス名は各社の商標登録です</a:t>
            </a:r>
          </a:p>
        </p:txBody>
      </p:sp>
      <p:pic>
        <p:nvPicPr>
          <p:cNvPr id="14" name="図 13" descr="図形&#10;&#10;中程度の精度で自動的に生成された説明">
            <a:extLst>
              <a:ext uri="{FF2B5EF4-FFF2-40B4-BE49-F238E27FC236}">
                <a16:creationId xmlns:a16="http://schemas.microsoft.com/office/drawing/2014/main" id="{C199C6D2-949D-A1B3-70B4-7DEA888A0412}"/>
              </a:ext>
            </a:extLst>
          </p:cNvPr>
          <p:cNvPicPr>
            <a:picLocks noChangeAspect="1"/>
          </p:cNvPicPr>
          <p:nvPr userDrawn="1"/>
        </p:nvPicPr>
        <p:blipFill>
          <a:blip r:embed="rId2"/>
          <a:stretch>
            <a:fillRect/>
          </a:stretch>
        </p:blipFill>
        <p:spPr>
          <a:xfrm>
            <a:off x="1524909" y="3007027"/>
            <a:ext cx="2743200" cy="649450"/>
          </a:xfrm>
          <a:prstGeom prst="rect">
            <a:avLst/>
          </a:prstGeom>
        </p:spPr>
      </p:pic>
      <p:sp>
        <p:nvSpPr>
          <p:cNvPr id="6" name="コンテンツ プレースホルダー 6">
            <a:extLst>
              <a:ext uri="{FF2B5EF4-FFF2-40B4-BE49-F238E27FC236}">
                <a16:creationId xmlns:a16="http://schemas.microsoft.com/office/drawing/2014/main" id="{2952E220-93E1-DAB9-B4F2-7840D9525986}"/>
              </a:ext>
            </a:extLst>
          </p:cNvPr>
          <p:cNvSpPr>
            <a:spLocks noGrp="1"/>
          </p:cNvSpPr>
          <p:nvPr>
            <p:ph sz="quarter" idx="15" hasCustomPrompt="1"/>
          </p:nvPr>
        </p:nvSpPr>
        <p:spPr>
          <a:xfrm>
            <a:off x="6096000" y="3429000"/>
            <a:ext cx="5169189" cy="1476375"/>
          </a:xfrm>
        </p:spPr>
        <p:txBody>
          <a:bodyPr>
            <a:normAutofit/>
          </a:bodyPr>
          <a:lstStyle>
            <a:lvl1pPr marL="0" indent="0">
              <a:lnSpc>
                <a:spcPct val="100000"/>
              </a:lnSpc>
              <a:buFontTx/>
              <a:buNone/>
              <a:defRPr sz="1800">
                <a:solidFill>
                  <a:schemeClr val="tx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r>
              <a:rPr kumimoji="1" lang="ja-JP" altLang="en-US" sz="1800"/>
              <a:t>株式会社ベリサーブ</a:t>
            </a:r>
            <a:endParaRPr kumimoji="1" lang="en-US" altLang="ja-JP" sz="1800"/>
          </a:p>
          <a:p>
            <a:r>
              <a:rPr kumimoji="1" lang="en-US" altLang="ja-JP" sz="1800"/>
              <a:t>XXXXXXXXX</a:t>
            </a:r>
            <a:r>
              <a:rPr kumimoji="1" lang="ja-JP" altLang="en-US" sz="1800"/>
              <a:t>事業部​​</a:t>
            </a:r>
          </a:p>
          <a:p>
            <a:r>
              <a:rPr kumimoji="1" lang="ja-JP" altLang="en-US" sz="1800" b="1"/>
              <a:t>山田 太郎​</a:t>
            </a:r>
            <a:endParaRPr kumimoji="1" lang="en-US" altLang="ja-JP" sz="1800" b="1"/>
          </a:p>
          <a:p>
            <a:r>
              <a:rPr kumimoji="1" lang="en-US" altLang="ja-JP" sz="1800"/>
              <a:t>TEL</a:t>
            </a:r>
            <a:r>
              <a:rPr kumimoji="1" lang="ja-JP" altLang="en-US" sz="1800"/>
              <a:t>：〇〇</a:t>
            </a:r>
            <a:r>
              <a:rPr kumimoji="1" lang="en-US" altLang="ja-JP" sz="1800"/>
              <a:t>-</a:t>
            </a:r>
            <a:r>
              <a:rPr kumimoji="1" lang="ja-JP" altLang="en-US" sz="1800"/>
              <a:t>〇〇〇〇</a:t>
            </a:r>
            <a:r>
              <a:rPr kumimoji="1" lang="en-US" altLang="ja-JP" sz="1800"/>
              <a:t>-</a:t>
            </a:r>
            <a:r>
              <a:rPr kumimoji="1" lang="ja-JP" altLang="en-US" sz="1800"/>
              <a:t>〇〇〇〇</a:t>
            </a:r>
            <a:endParaRPr kumimoji="1" lang="en-US" altLang="ja-JP" sz="1800"/>
          </a:p>
          <a:p>
            <a:r>
              <a:rPr kumimoji="1" lang="en-US" altLang="ja-JP" sz="1800"/>
              <a:t>MAIL</a:t>
            </a:r>
            <a:r>
              <a:rPr kumimoji="1" lang="ja-JP" altLang="en-US" sz="1800"/>
              <a:t>：​〇〇〇〇＠</a:t>
            </a:r>
            <a:r>
              <a:rPr kumimoji="1" lang="en-US" altLang="ja-JP" sz="1800"/>
              <a:t>veriserve.co.jp</a:t>
            </a:r>
          </a:p>
          <a:p>
            <a:r>
              <a:rPr kumimoji="1" lang="ja-JP" altLang="en-US" sz="1800"/>
              <a:t>住所：東京都千代田区神田三崎町 </a:t>
            </a:r>
            <a:r>
              <a:rPr kumimoji="1" lang="en-US" altLang="ja-JP" sz="1800"/>
              <a:t>3-1-16 ​</a:t>
            </a:r>
          </a:p>
          <a:p>
            <a:r>
              <a:rPr kumimoji="1" lang="ja-JP" altLang="en-US" sz="1800"/>
              <a:t>神保町北東急ビル</a:t>
            </a:r>
            <a:r>
              <a:rPr kumimoji="1" lang="en-US" altLang="ja-JP" sz="1800"/>
              <a:t>9</a:t>
            </a:r>
            <a:r>
              <a:rPr kumimoji="1" lang="ja-JP" altLang="en-US" sz="1800"/>
              <a:t>階</a:t>
            </a:r>
          </a:p>
        </p:txBody>
      </p:sp>
    </p:spTree>
    <p:extLst>
      <p:ext uri="{BB962C8B-B14F-4D97-AF65-F5344CB8AC3E}">
        <p14:creationId xmlns:p14="http://schemas.microsoft.com/office/powerpoint/2010/main" val="11384578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青_空スライド">
    <p:bg>
      <p:bgRef idx="1001">
        <a:schemeClr val="bg2"/>
      </p:bgRef>
    </p:bg>
    <p:spTree>
      <p:nvGrpSpPr>
        <p:cNvPr id="1" name=""/>
        <p:cNvGrpSpPr/>
        <p:nvPr/>
      </p:nvGrpSpPr>
      <p:grpSpPr>
        <a:xfrm>
          <a:off x="0" y="0"/>
          <a:ext cx="0" cy="0"/>
          <a:chOff x="0" y="0"/>
          <a:chExt cx="0" cy="0"/>
        </a:xfrm>
      </p:grpSpPr>
      <p:sp>
        <p:nvSpPr>
          <p:cNvPr id="2" name="スライド番号プレースホルダー 5">
            <a:extLst>
              <a:ext uri="{FF2B5EF4-FFF2-40B4-BE49-F238E27FC236}">
                <a16:creationId xmlns:a16="http://schemas.microsoft.com/office/drawing/2014/main" id="{4CFB1751-E8D6-FD5A-9510-542404CB8B45}"/>
              </a:ext>
            </a:extLst>
          </p:cNvPr>
          <p:cNvSpPr>
            <a:spLocks noGrp="1"/>
          </p:cNvSpPr>
          <p:nvPr>
            <p:ph type="sldNum" sz="quarter" idx="12"/>
          </p:nvPr>
        </p:nvSpPr>
        <p:spPr>
          <a:xfrm>
            <a:off x="-18963" y="6356350"/>
            <a:ext cx="648802" cy="365125"/>
          </a:xfrm>
        </p:spPr>
        <p:txBody>
          <a:bodyPr/>
          <a:lstStyle>
            <a:lvl1pPr algn="l">
              <a:defRPr>
                <a:solidFill>
                  <a:schemeClr val="tx1"/>
                </a:solidFill>
              </a:defRPr>
            </a:lvl1pPr>
          </a:lstStyle>
          <a:p>
            <a:fld id="{AEA9F59F-5AEA-DB42-A066-0EDE44B4D5E7}" type="slidenum">
              <a:rPr lang="ja-JP" altLang="en-US" smtClean="0"/>
              <a:pPr/>
              <a:t>‹#›</a:t>
            </a:fld>
            <a:endParaRPr lang="ja-JP" altLang="en-US"/>
          </a:p>
        </p:txBody>
      </p:sp>
      <p:sp>
        <p:nvSpPr>
          <p:cNvPr id="5" name="テキスト ボックス 4">
            <a:extLst>
              <a:ext uri="{FF2B5EF4-FFF2-40B4-BE49-F238E27FC236}">
                <a16:creationId xmlns:a16="http://schemas.microsoft.com/office/drawing/2014/main" id="{735BA417-A11B-DE8E-B280-F7C149DEF1C2}"/>
              </a:ext>
            </a:extLst>
          </p:cNvPr>
          <p:cNvSpPr txBox="1"/>
          <p:nvPr userDrawn="1"/>
        </p:nvSpPr>
        <p:spPr>
          <a:xfrm rot="5400000">
            <a:off x="-447686" y="2070711"/>
            <a:ext cx="1213749" cy="215444"/>
          </a:xfrm>
          <a:prstGeom prst="rect">
            <a:avLst/>
          </a:prstGeom>
          <a:noFill/>
        </p:spPr>
        <p:txBody>
          <a:bodyPr vert="horz" wrap="square">
            <a:spAutoFit/>
          </a:bodyPr>
          <a:lstStyle/>
          <a:p>
            <a:pPr lvl="0"/>
            <a:r>
              <a:rPr kumimoji="1" lang="en-US" altLang="ja-JP" sz="800">
                <a:solidFill>
                  <a:schemeClr val="tx1">
                    <a:lumMod val="75000"/>
                  </a:schemeClr>
                </a:solidFill>
              </a:rPr>
              <a:t>CONFIDENTIAL</a:t>
            </a:r>
            <a:endParaRPr kumimoji="1" lang="ja-JP" altLang="en-US" sz="800">
              <a:solidFill>
                <a:schemeClr val="tx1">
                  <a:lumMod val="75000"/>
                </a:schemeClr>
              </a:solidFill>
            </a:endParaRPr>
          </a:p>
        </p:txBody>
      </p:sp>
      <p:sp>
        <p:nvSpPr>
          <p:cNvPr id="6" name="テキスト ボックス 5">
            <a:extLst>
              <a:ext uri="{FF2B5EF4-FFF2-40B4-BE49-F238E27FC236}">
                <a16:creationId xmlns:a16="http://schemas.microsoft.com/office/drawing/2014/main" id="{DEB01531-898A-D7DB-F2D2-CAF87D2BCD4A}"/>
              </a:ext>
            </a:extLst>
          </p:cNvPr>
          <p:cNvSpPr txBox="1"/>
          <p:nvPr userDrawn="1"/>
        </p:nvSpPr>
        <p:spPr>
          <a:xfrm>
            <a:off x="8851" y="2869064"/>
            <a:ext cx="307777" cy="2699249"/>
          </a:xfrm>
          <a:prstGeom prst="rect">
            <a:avLst/>
          </a:prstGeom>
          <a:noFill/>
        </p:spPr>
        <p:txBody>
          <a:bodyPr vert="eaVert" wrap="square">
            <a:spAutoFit/>
          </a:bodyPr>
          <a:lstStyle/>
          <a:p>
            <a:pPr lvl="0"/>
            <a:r>
              <a:rPr kumimoji="1" lang="ja-JP" altLang="en-US" sz="800">
                <a:solidFill>
                  <a:schemeClr val="tx1">
                    <a:lumMod val="75000"/>
                  </a:schemeClr>
                </a:solidFill>
                <a:latin typeface="游ゴシック" panose="020B0400000000000000" pitchFamily="50" charset="-128"/>
                <a:ea typeface="游ゴシック" panose="020B0400000000000000" pitchFamily="50" charset="-128"/>
              </a:rPr>
              <a:t>会社名・製品名・サ</a:t>
            </a:r>
            <a:r>
              <a:rPr kumimoji="1" lang="en-US" altLang="ja-JP" sz="800">
                <a:solidFill>
                  <a:schemeClr val="tx1">
                    <a:lumMod val="75000"/>
                  </a:schemeClr>
                </a:solidFill>
                <a:latin typeface="游ゴシック" panose="020B0400000000000000" pitchFamily="50" charset="-128"/>
                <a:ea typeface="游ゴシック" panose="020B0400000000000000" pitchFamily="50" charset="-128"/>
              </a:rPr>
              <a:t>−</a:t>
            </a:r>
            <a:r>
              <a:rPr kumimoji="1" lang="ja-JP" altLang="en-US" sz="800">
                <a:solidFill>
                  <a:schemeClr val="tx1">
                    <a:lumMod val="75000"/>
                  </a:schemeClr>
                </a:solidFill>
                <a:latin typeface="游ゴシック" panose="020B0400000000000000" pitchFamily="50" charset="-128"/>
                <a:ea typeface="游ゴシック" panose="020B0400000000000000" pitchFamily="50" charset="-128"/>
              </a:rPr>
              <a:t>ビス名は各社の商標登録です</a:t>
            </a:r>
          </a:p>
        </p:txBody>
      </p:sp>
      <p:sp>
        <p:nvSpPr>
          <p:cNvPr id="9" name="テキスト ボックス 8">
            <a:extLst>
              <a:ext uri="{FF2B5EF4-FFF2-40B4-BE49-F238E27FC236}">
                <a16:creationId xmlns:a16="http://schemas.microsoft.com/office/drawing/2014/main" id="{A31A3655-72FD-C1DE-092F-A46B9D0D6E5D}"/>
              </a:ext>
            </a:extLst>
          </p:cNvPr>
          <p:cNvSpPr txBox="1"/>
          <p:nvPr userDrawn="1"/>
        </p:nvSpPr>
        <p:spPr>
          <a:xfrm rot="5400000">
            <a:off x="-821967" y="916705"/>
            <a:ext cx="1950122" cy="215444"/>
          </a:xfrm>
          <a:prstGeom prst="rect">
            <a:avLst/>
          </a:prstGeom>
          <a:noFill/>
        </p:spPr>
        <p:txBody>
          <a:bodyPr vert="horz" wrap="square">
            <a:spAutoFit/>
          </a:bodyPr>
          <a:lstStyle/>
          <a:p>
            <a:pPr lvl="0"/>
            <a:r>
              <a:rPr kumimoji="1" lang="en-US" altLang="ja-JP" sz="800">
                <a:solidFill>
                  <a:schemeClr val="tx1">
                    <a:lumMod val="75000"/>
                  </a:schemeClr>
                </a:solidFill>
              </a:rPr>
              <a:t>©︎ 2025  VERISERVE CORP.  </a:t>
            </a:r>
            <a:endParaRPr kumimoji="1" lang="ja-JP" altLang="en-US" sz="800">
              <a:solidFill>
                <a:schemeClr val="tx1">
                  <a:lumMod val="75000"/>
                </a:schemeClr>
              </a:solidFill>
            </a:endParaRPr>
          </a:p>
        </p:txBody>
      </p:sp>
    </p:spTree>
    <p:extLst>
      <p:ext uri="{BB962C8B-B14F-4D97-AF65-F5344CB8AC3E}">
        <p14:creationId xmlns:p14="http://schemas.microsoft.com/office/powerpoint/2010/main" val="182926710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白_空スライド">
    <p:spTree>
      <p:nvGrpSpPr>
        <p:cNvPr id="1" name=""/>
        <p:cNvGrpSpPr/>
        <p:nvPr/>
      </p:nvGrpSpPr>
      <p:grpSpPr>
        <a:xfrm>
          <a:off x="0" y="0"/>
          <a:ext cx="0" cy="0"/>
          <a:chOff x="0" y="0"/>
          <a:chExt cx="0" cy="0"/>
        </a:xfrm>
      </p:grpSpPr>
      <p:sp>
        <p:nvSpPr>
          <p:cNvPr id="2" name="スライド番号プレースホルダー 5">
            <a:extLst>
              <a:ext uri="{FF2B5EF4-FFF2-40B4-BE49-F238E27FC236}">
                <a16:creationId xmlns:a16="http://schemas.microsoft.com/office/drawing/2014/main" id="{EDD17A95-C5E3-52F8-B473-522947EE88B0}"/>
              </a:ext>
            </a:extLst>
          </p:cNvPr>
          <p:cNvSpPr>
            <a:spLocks noGrp="1"/>
          </p:cNvSpPr>
          <p:nvPr>
            <p:ph type="sldNum" sz="quarter" idx="12"/>
          </p:nvPr>
        </p:nvSpPr>
        <p:spPr>
          <a:xfrm>
            <a:off x="-18963" y="6356350"/>
            <a:ext cx="648802" cy="365125"/>
          </a:xfrm>
        </p:spPr>
        <p:txBody>
          <a:bodyPr/>
          <a:lstStyle>
            <a:lvl1pPr algn="l">
              <a:defRPr>
                <a:solidFill>
                  <a:schemeClr val="bg1">
                    <a:lumMod val="50000"/>
                  </a:schemeClr>
                </a:solidFill>
              </a:defRPr>
            </a:lvl1pPr>
          </a:lstStyle>
          <a:p>
            <a:fld id="{AEA9F59F-5AEA-DB42-A066-0EDE44B4D5E7}" type="slidenum">
              <a:rPr lang="ja-JP" altLang="en-US" smtClean="0"/>
              <a:pPr/>
              <a:t>‹#›</a:t>
            </a:fld>
            <a:endParaRPr lang="ja-JP" altLang="en-US"/>
          </a:p>
        </p:txBody>
      </p:sp>
      <p:sp>
        <p:nvSpPr>
          <p:cNvPr id="4" name="テキスト ボックス 3">
            <a:extLst>
              <a:ext uri="{FF2B5EF4-FFF2-40B4-BE49-F238E27FC236}">
                <a16:creationId xmlns:a16="http://schemas.microsoft.com/office/drawing/2014/main" id="{BEFD5B55-50F5-AD6F-42D1-ED0BC9488BCB}"/>
              </a:ext>
            </a:extLst>
          </p:cNvPr>
          <p:cNvSpPr txBox="1"/>
          <p:nvPr userDrawn="1"/>
        </p:nvSpPr>
        <p:spPr>
          <a:xfrm rot="5400000">
            <a:off x="-447686" y="2070711"/>
            <a:ext cx="1213749" cy="215444"/>
          </a:xfrm>
          <a:prstGeom prst="rect">
            <a:avLst/>
          </a:prstGeom>
          <a:noFill/>
        </p:spPr>
        <p:txBody>
          <a:bodyPr vert="horz" wrap="square">
            <a:spAutoFit/>
          </a:bodyPr>
          <a:lstStyle/>
          <a:p>
            <a:pPr lvl="0"/>
            <a:r>
              <a:rPr kumimoji="1" lang="en-US" altLang="ja-JP" sz="800">
                <a:solidFill>
                  <a:schemeClr val="bg1">
                    <a:lumMod val="50000"/>
                  </a:schemeClr>
                </a:solidFill>
              </a:rPr>
              <a:t>CONFIDENTIAL</a:t>
            </a:r>
            <a:endParaRPr kumimoji="1" lang="ja-JP" altLang="en-US" sz="800">
              <a:solidFill>
                <a:schemeClr val="bg1">
                  <a:lumMod val="50000"/>
                </a:schemeClr>
              </a:solidFill>
            </a:endParaRPr>
          </a:p>
        </p:txBody>
      </p:sp>
      <p:sp>
        <p:nvSpPr>
          <p:cNvPr id="5" name="テキスト ボックス 4">
            <a:extLst>
              <a:ext uri="{FF2B5EF4-FFF2-40B4-BE49-F238E27FC236}">
                <a16:creationId xmlns:a16="http://schemas.microsoft.com/office/drawing/2014/main" id="{8FDB68AD-36A8-4A89-6894-6127D638E6D6}"/>
              </a:ext>
            </a:extLst>
          </p:cNvPr>
          <p:cNvSpPr txBox="1"/>
          <p:nvPr userDrawn="1"/>
        </p:nvSpPr>
        <p:spPr>
          <a:xfrm>
            <a:off x="8851" y="2869064"/>
            <a:ext cx="307777" cy="2699249"/>
          </a:xfrm>
          <a:prstGeom prst="rect">
            <a:avLst/>
          </a:prstGeom>
          <a:noFill/>
        </p:spPr>
        <p:txBody>
          <a:bodyPr vert="eaVert" wrap="square">
            <a:spAutoFit/>
          </a:bodyPr>
          <a:lstStyle/>
          <a:p>
            <a:pPr lvl="0"/>
            <a:r>
              <a:rPr kumimoji="1" lang="ja-JP" altLang="en-US" sz="800">
                <a:solidFill>
                  <a:schemeClr val="bg1">
                    <a:lumMod val="50000"/>
                  </a:schemeClr>
                </a:solidFill>
                <a:latin typeface="游ゴシック" panose="020B0400000000000000" pitchFamily="50" charset="-128"/>
                <a:ea typeface="游ゴシック" panose="020B0400000000000000" pitchFamily="50" charset="-128"/>
              </a:rPr>
              <a:t>会社名・製品名・サ</a:t>
            </a:r>
            <a:r>
              <a:rPr kumimoji="1" lang="en-US" altLang="ja-JP" sz="800">
                <a:solidFill>
                  <a:schemeClr val="bg1">
                    <a:lumMod val="50000"/>
                  </a:schemeClr>
                </a:solidFill>
                <a:latin typeface="游ゴシック" panose="020B0400000000000000" pitchFamily="50" charset="-128"/>
                <a:ea typeface="游ゴシック" panose="020B0400000000000000" pitchFamily="50" charset="-128"/>
              </a:rPr>
              <a:t>−</a:t>
            </a:r>
            <a:r>
              <a:rPr kumimoji="1" lang="ja-JP" altLang="en-US" sz="800">
                <a:solidFill>
                  <a:schemeClr val="bg1">
                    <a:lumMod val="50000"/>
                  </a:schemeClr>
                </a:solidFill>
                <a:latin typeface="游ゴシック" panose="020B0400000000000000" pitchFamily="50" charset="-128"/>
                <a:ea typeface="游ゴシック" panose="020B0400000000000000" pitchFamily="50" charset="-128"/>
              </a:rPr>
              <a:t>ビス名は各社の商標登録です</a:t>
            </a:r>
          </a:p>
        </p:txBody>
      </p:sp>
      <p:sp>
        <p:nvSpPr>
          <p:cNvPr id="6" name="テキスト ボックス 5">
            <a:extLst>
              <a:ext uri="{FF2B5EF4-FFF2-40B4-BE49-F238E27FC236}">
                <a16:creationId xmlns:a16="http://schemas.microsoft.com/office/drawing/2014/main" id="{2408E61B-3F5D-E12D-A55B-EA7077B97691}"/>
              </a:ext>
            </a:extLst>
          </p:cNvPr>
          <p:cNvSpPr txBox="1"/>
          <p:nvPr userDrawn="1"/>
        </p:nvSpPr>
        <p:spPr>
          <a:xfrm rot="5400000">
            <a:off x="-821967" y="916705"/>
            <a:ext cx="1950122" cy="215444"/>
          </a:xfrm>
          <a:prstGeom prst="rect">
            <a:avLst/>
          </a:prstGeom>
          <a:noFill/>
        </p:spPr>
        <p:txBody>
          <a:bodyPr vert="horz" wrap="square">
            <a:spAutoFit/>
          </a:bodyPr>
          <a:lstStyle/>
          <a:p>
            <a:pPr lvl="0"/>
            <a:r>
              <a:rPr kumimoji="1" lang="en-US" altLang="ja-JP" sz="800">
                <a:solidFill>
                  <a:schemeClr val="bg1">
                    <a:lumMod val="50000"/>
                  </a:schemeClr>
                </a:solidFill>
              </a:rPr>
              <a:t>©︎ 2025  VERISERVE CORP.  </a:t>
            </a:r>
            <a:endParaRPr kumimoji="1" lang="ja-JP" altLang="en-US" sz="800">
              <a:solidFill>
                <a:schemeClr val="bg1">
                  <a:lumMod val="50000"/>
                </a:schemeClr>
              </a:solidFill>
            </a:endParaRPr>
          </a:p>
        </p:txBody>
      </p:sp>
    </p:spTree>
    <p:extLst>
      <p:ext uri="{BB962C8B-B14F-4D97-AF65-F5344CB8AC3E}">
        <p14:creationId xmlns:p14="http://schemas.microsoft.com/office/powerpoint/2010/main" val="19491069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C70966E0-F9C8-3E46-2D98-0A506F6031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3464E5A-B5AA-9B5D-AC90-D6424727A4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25A4878-6F59-2153-25E5-A91EAB24E3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DAAC29-8B67-8949-8FCB-2C27C2219EF2}" type="datetime1">
              <a:rPr kumimoji="1" lang="ja-JP" altLang="en-US" smtClean="0"/>
              <a:t>2026/6/11</a:t>
            </a:fld>
            <a:endParaRPr kumimoji="1" lang="ja-JP" altLang="en-US"/>
          </a:p>
        </p:txBody>
      </p:sp>
      <p:sp>
        <p:nvSpPr>
          <p:cNvPr id="5" name="フッター プレースホルダー 4">
            <a:extLst>
              <a:ext uri="{FF2B5EF4-FFF2-40B4-BE49-F238E27FC236}">
                <a16:creationId xmlns:a16="http://schemas.microsoft.com/office/drawing/2014/main" id="{A08E15AB-CB4B-198C-D193-C38E373CB30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6825062D-6033-8CCE-EAE9-5C07196AA5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A9F59F-5AEA-DB42-A066-0EDE44B4D5E7}" type="slidenum">
              <a:rPr kumimoji="1" lang="ja-JP" altLang="en-US" smtClean="0"/>
              <a:t>‹#›</a:t>
            </a:fld>
            <a:endParaRPr kumimoji="1" lang="ja-JP" altLang="en-US"/>
          </a:p>
        </p:txBody>
      </p:sp>
    </p:spTree>
    <p:extLst>
      <p:ext uri="{BB962C8B-B14F-4D97-AF65-F5344CB8AC3E}">
        <p14:creationId xmlns:p14="http://schemas.microsoft.com/office/powerpoint/2010/main" val="1935616376"/>
      </p:ext>
    </p:extLst>
  </p:cSld>
  <p:clrMap bg1="lt1" tx1="dk1" bg2="lt2" tx2="dk2" accent1="accent1" accent2="accent2" accent3="accent3" accent4="accent4" accent5="accent5" accent6="accent6" hlink="hlink" folHlink="folHlink"/>
  <p:sldLayoutIdLst>
    <p:sldLayoutId id="2147483663" r:id="rId1"/>
    <p:sldLayoutId id="2147483667" r:id="rId2"/>
    <p:sldLayoutId id="2147483651" r:id="rId3"/>
    <p:sldLayoutId id="2147483670" r:id="rId4"/>
    <p:sldLayoutId id="2147483660" r:id="rId5"/>
    <p:sldLayoutId id="2147483671" r:id="rId6"/>
    <p:sldLayoutId id="2147483650" r:id="rId7"/>
    <p:sldLayoutId id="2147483662" r:id="rId8"/>
    <p:sldLayoutId id="2147483653" r:id="rId9"/>
    <p:sldLayoutId id="2147483664" r:id="rId10"/>
    <p:sldLayoutId id="2147483649" r:id="rId11"/>
    <p:sldLayoutId id="2147483672" r:id="rId12"/>
    <p:sldLayoutId id="2147483669" r:id="rId13"/>
    <p:sldLayoutId id="2147483668" r:id="rId14"/>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veriserve.box.com/s/t5piuoh7qkjve618lrl55iq5r6qlwqw1" TargetMode="External"/><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2" Type="http://schemas.microsoft.com/office/2018/10/relationships/comments" Target="../comments/modernComment_139_4109B23F.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hyperlink" Target="https://teams.microsoft.com/l/message/19:6998edc9215c41929ec1cb368f2a8c55@thread.tacv2/1761889831771?tenantId=208e5ed7-eeaa-4ed1-8154-a33b55bb8875&amp;groupId=6a2bba86-67f7-4746-95f0-6541d85ba2f3&amp;parentMessageId=1761889831771&amp;teamName=T_%E3%83%99%E3%83%AA%E3%82%B5%E3%83%BC%E3%83%96%E5%87%BD%E9%A4%A8%E7%A4%BE%E5%86%85%E3%83%81%E3%83%A3%E3%83%B3%E3%83%8D%E3%83%AB&amp;channelName=00.%E5%85%A8%E7%A4%BE%E9%80%A3%E7%B5%A1&amp;createdTime=1761889831771"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hyperlink" Target="https://github.co.jp/features/actions"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microsoft.com/office/2018/10/relationships/comments" Target="../comments/modernComment_13D_CA960D0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microsoft.com/office/2018/10/relationships/comments" Target="../comments/modernComment_150_A2AB6596.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hyperlink" Target="https://qiita.com/kamorits/items/6f342da395ad57468ae3" TargetMode="External"/><Relationship Id="rId2" Type="http://schemas.microsoft.com/office/2018/10/relationships/comments" Target="../comments/modernComment_156_86B20CAA.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hyperlink" Target="https://docs.slack.dev/messaging/sending-messages-using-incoming-webhooks/#advanced_message_formatting" TargetMode="Externa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microsoft.com/office/2018/10/relationships/comments" Target="../comments/modernComment_159_B7F914E.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hyperlink" Target="https://teams.microsoft.com/l/message/19:6998edc9215c41929ec1cb368f2a8c55@thread.tacv2/1761889831771?tenantId=208e5ed7-eeaa-4ed1-8154-a33b55bb8875&amp;groupId=6a2bba86-67f7-4746-95f0-6541d85ba2f3&amp;parentMessageId=1761889831771&amp;teamName=T_%E3%83%99%E3%83%AA%E3%82%B5%E3%83%BC%E3%83%96%E5%87%BD%E9%A4%A8%E7%A4%BE%E5%86%85%E3%83%81%E3%83%A3%E3%83%B3%E3%83%8D%E3%83%AB&amp;channelName=00.%E5%85%A8%E7%A4%BE%E9%80%A3%E7%B5%A1&amp;createdTime=1761889831771" TargetMode="Externa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microsoft.com/office/2018/10/relationships/comments" Target="../comments/modernComment_16F_A6868CDD.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hyperlink" Target="https://platform.openai.com/docs/api-reference/introduction" TargetMode="External"/><Relationship Id="rId2" Type="http://schemas.microsoft.com/office/2018/10/relationships/comments" Target="../comments/modernComment_172_B435DAC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microsoft.com/office/2018/10/relationships/comments" Target="../comments/modernComment_161_6E757815.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microsoft.com/office/2018/10/relationships/comments" Target="../comments/modernComment_163_C9082B66.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microsoft.com/office/2018/10/relationships/comments" Target="../comments/modernComment_16E_7659C33F.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hyperlink" Target="https://github.com/actions/upload-artifact" TargetMode="Externa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hyperlink" Target="https://qiita.com/itouuuuuuuuu/items/ebf0d4c306b54747374f" TargetMode="Externa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microsoft.com/office/2018/10/relationships/comments" Target="../comments/modernComment_167_D9244E7A.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82A1044-3D8D-24DB-C200-30CA95C479F5}"/>
              </a:ext>
            </a:extLst>
          </p:cNvPr>
          <p:cNvSpPr>
            <a:spLocks noGrp="1"/>
          </p:cNvSpPr>
          <p:nvPr>
            <p:ph type="ctrTitle"/>
          </p:nvPr>
        </p:nvSpPr>
        <p:spPr/>
        <p:txBody>
          <a:bodyPr>
            <a:normAutofit fontScale="90000"/>
          </a:bodyPr>
          <a:lstStyle/>
          <a:p>
            <a:r>
              <a:rPr lang="ja-JP" altLang="en-US" dirty="0">
                <a:latin typeface="メイリオ" panose="020B0604030504040204" pitchFamily="50" charset="-128"/>
                <a:ea typeface="メイリオ" panose="020B0604030504040204" pitchFamily="50" charset="-128"/>
              </a:rPr>
              <a:t>ベリサーブ函館テスト自動化研修：</a:t>
            </a:r>
            <a:br>
              <a:rPr lang="en-US" altLang="ja-JP" dirty="0">
                <a:latin typeface="メイリオ" panose="020B0604030504040204" pitchFamily="50" charset="-128"/>
                <a:ea typeface="メイリオ" panose="020B0604030504040204" pitchFamily="50" charset="-128"/>
              </a:rPr>
            </a:br>
            <a:r>
              <a:rPr lang="en-US" altLang="ja-JP" dirty="0">
                <a:latin typeface="メイリオ" panose="020B0604030504040204" pitchFamily="50" charset="-128"/>
                <a:ea typeface="メイリオ" panose="020B0604030504040204" pitchFamily="50" charset="-128"/>
              </a:rPr>
              <a:t>CICD</a:t>
            </a:r>
            <a:r>
              <a:rPr lang="ja-JP" altLang="en-US" dirty="0">
                <a:latin typeface="メイリオ" panose="020B0604030504040204" pitchFamily="50" charset="-128"/>
                <a:ea typeface="メイリオ" panose="020B0604030504040204" pitchFamily="50" charset="-128"/>
              </a:rPr>
              <a:t>アーキテクチャ研修資料</a:t>
            </a:r>
            <a:endParaRPr kumimoji="1" lang="ja-JP" altLang="en-US" dirty="0"/>
          </a:p>
        </p:txBody>
      </p:sp>
      <p:sp>
        <p:nvSpPr>
          <p:cNvPr id="3" name="スライド番号プレースホルダー 2">
            <a:extLst>
              <a:ext uri="{FF2B5EF4-FFF2-40B4-BE49-F238E27FC236}">
                <a16:creationId xmlns:a16="http://schemas.microsoft.com/office/drawing/2014/main" id="{F29C146B-3B57-9E64-E691-458A778C7B4A}"/>
              </a:ext>
            </a:extLst>
          </p:cNvPr>
          <p:cNvSpPr>
            <a:spLocks noGrp="1"/>
          </p:cNvSpPr>
          <p:nvPr>
            <p:ph type="sldNum" sz="quarter" idx="12"/>
          </p:nvPr>
        </p:nvSpPr>
        <p:spPr/>
        <p:txBody>
          <a:bodyPr/>
          <a:lstStyle/>
          <a:p>
            <a:fld id="{AEA9F59F-5AEA-DB42-A066-0EDE44B4D5E7}" type="slidenum">
              <a:rPr lang="ja-JP" altLang="en-US" smtClean="0"/>
              <a:pPr/>
              <a:t>0</a:t>
            </a:fld>
            <a:endParaRPr lang="ja-JP" altLang="en-US"/>
          </a:p>
        </p:txBody>
      </p:sp>
      <p:sp>
        <p:nvSpPr>
          <p:cNvPr id="4" name="コンテンツ プレースホルダー 3">
            <a:extLst>
              <a:ext uri="{FF2B5EF4-FFF2-40B4-BE49-F238E27FC236}">
                <a16:creationId xmlns:a16="http://schemas.microsoft.com/office/drawing/2014/main" id="{A16991A6-23C0-978A-0216-15FF9F2C247C}"/>
              </a:ext>
            </a:extLst>
          </p:cNvPr>
          <p:cNvSpPr>
            <a:spLocks noGrp="1"/>
          </p:cNvSpPr>
          <p:nvPr>
            <p:ph sz="quarter" idx="13"/>
          </p:nvPr>
        </p:nvSpPr>
        <p:spPr/>
        <p:txBody>
          <a:bodyPr/>
          <a:lstStyle/>
          <a:p>
            <a:endParaRPr kumimoji="1" lang="ja-JP" altLang="en-US"/>
          </a:p>
        </p:txBody>
      </p:sp>
      <p:sp>
        <p:nvSpPr>
          <p:cNvPr id="5" name="コンテンツ プレースホルダー 4">
            <a:extLst>
              <a:ext uri="{FF2B5EF4-FFF2-40B4-BE49-F238E27FC236}">
                <a16:creationId xmlns:a16="http://schemas.microsoft.com/office/drawing/2014/main" id="{FF32598E-0B7C-0416-8276-A78256F32BB8}"/>
              </a:ext>
            </a:extLst>
          </p:cNvPr>
          <p:cNvSpPr>
            <a:spLocks noGrp="1"/>
          </p:cNvSpPr>
          <p:nvPr>
            <p:ph sz="quarter" idx="14"/>
          </p:nvPr>
        </p:nvSpPr>
        <p:spPr/>
        <p:txBody>
          <a:bodyPr/>
          <a:lstStyle/>
          <a:p>
            <a:endParaRPr kumimoji="1" lang="ja-JP" altLang="en-US"/>
          </a:p>
        </p:txBody>
      </p:sp>
      <p:sp>
        <p:nvSpPr>
          <p:cNvPr id="6" name="コンテンツ プレースホルダー 5">
            <a:extLst>
              <a:ext uri="{FF2B5EF4-FFF2-40B4-BE49-F238E27FC236}">
                <a16:creationId xmlns:a16="http://schemas.microsoft.com/office/drawing/2014/main" id="{4414643F-9939-02BF-0ACB-FF1B88E04909}"/>
              </a:ext>
            </a:extLst>
          </p:cNvPr>
          <p:cNvSpPr>
            <a:spLocks noGrp="1"/>
          </p:cNvSpPr>
          <p:nvPr>
            <p:ph sz="quarter" idx="15"/>
          </p:nvPr>
        </p:nvSpPr>
        <p:spPr/>
        <p:txBody>
          <a:bodyPr/>
          <a:lstStyle/>
          <a:p>
            <a:endParaRPr kumimoji="1" lang="ja-JP" altLang="en-US"/>
          </a:p>
        </p:txBody>
      </p:sp>
      <p:sp>
        <p:nvSpPr>
          <p:cNvPr id="7" name="字幕 6">
            <a:extLst>
              <a:ext uri="{FF2B5EF4-FFF2-40B4-BE49-F238E27FC236}">
                <a16:creationId xmlns:a16="http://schemas.microsoft.com/office/drawing/2014/main" id="{86F9FBC5-BBAF-6FFF-721A-461F545C42E6}"/>
              </a:ext>
            </a:extLst>
          </p:cNvPr>
          <p:cNvSpPr>
            <a:spLocks noGrp="1"/>
          </p:cNvSpPr>
          <p:nvPr>
            <p:ph type="subTitle" idx="1"/>
          </p:nvPr>
        </p:nvSpPr>
        <p:spPr/>
        <p:txBody>
          <a:bodyPr/>
          <a:lstStyle/>
          <a:p>
            <a:endParaRPr kumimoji="1" lang="ja-JP" altLang="en-US"/>
          </a:p>
        </p:txBody>
      </p:sp>
    </p:spTree>
    <p:extLst>
      <p:ext uri="{BB962C8B-B14F-4D97-AF65-F5344CB8AC3E}">
        <p14:creationId xmlns:p14="http://schemas.microsoft.com/office/powerpoint/2010/main" val="725149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047F5-1F3E-AEED-06B2-D1FA6E327DD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09CF5B9-C6A6-EF0A-12DD-1EE80AD8529F}"/>
              </a:ext>
            </a:extLst>
          </p:cNvPr>
          <p:cNvSpPr>
            <a:spLocks noGrp="1"/>
          </p:cNvSpPr>
          <p:nvPr>
            <p:ph type="title"/>
          </p:nvPr>
        </p:nvSpPr>
        <p:spPr>
          <a:xfrm>
            <a:off x="759541" y="535713"/>
            <a:ext cx="10515600" cy="503555"/>
          </a:xfrm>
        </p:spPr>
        <p:txBody>
          <a:bodyPr/>
          <a:lstStyle/>
          <a:p>
            <a:r>
              <a:rPr lang="ja-JP" altLang="en-US" b="1">
                <a:latin typeface="メイリオ" panose="020B0604030504040204" pitchFamily="50" charset="-128"/>
                <a:ea typeface="メイリオ" panose="020B0604030504040204" pitchFamily="50" charset="-128"/>
              </a:rPr>
              <a:t>アジェンダ：この研修でできるようになること</a:t>
            </a:r>
          </a:p>
        </p:txBody>
      </p:sp>
      <p:sp>
        <p:nvSpPr>
          <p:cNvPr id="4" name="スライド番号プレースホルダー 3">
            <a:extLst>
              <a:ext uri="{FF2B5EF4-FFF2-40B4-BE49-F238E27FC236}">
                <a16:creationId xmlns:a16="http://schemas.microsoft.com/office/drawing/2014/main" id="{3A2AD893-5F71-3563-C749-7262BCCE8095}"/>
              </a:ext>
            </a:extLst>
          </p:cNvPr>
          <p:cNvSpPr>
            <a:spLocks noGrp="1"/>
          </p:cNvSpPr>
          <p:nvPr>
            <p:ph type="sldNum" sz="quarter" idx="12"/>
          </p:nvPr>
        </p:nvSpPr>
        <p:spPr/>
        <p:txBody>
          <a:bodyPr/>
          <a:lstStyle/>
          <a:p>
            <a:fld id="{AEA9F59F-5AEA-DB42-A066-0EDE44B4D5E7}" type="slidenum">
              <a:rPr lang="ja-JP" altLang="en-US" smtClean="0"/>
              <a:pPr/>
              <a:t>1</a:t>
            </a:fld>
            <a:endParaRPr lang="ja-JP" altLang="en-US"/>
          </a:p>
        </p:txBody>
      </p:sp>
      <p:sp>
        <p:nvSpPr>
          <p:cNvPr id="3" name="タイトル 1">
            <a:extLst>
              <a:ext uri="{FF2B5EF4-FFF2-40B4-BE49-F238E27FC236}">
                <a16:creationId xmlns:a16="http://schemas.microsoft.com/office/drawing/2014/main" id="{95B7BE68-E832-4C93-3BF4-87A74EFCA65A}"/>
              </a:ext>
            </a:extLst>
          </p:cNvPr>
          <p:cNvSpPr txBox="1">
            <a:spLocks/>
          </p:cNvSpPr>
          <p:nvPr/>
        </p:nvSpPr>
        <p:spPr>
          <a:xfrm>
            <a:off x="1413389" y="1297858"/>
            <a:ext cx="10515600" cy="477152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3200" b="0" i="0" kern="1200">
                <a:solidFill>
                  <a:srgbClr val="004098"/>
                </a:solidFill>
                <a:latin typeface="Yu Gothic Medium" panose="020B0400000000000000" pitchFamily="34" charset="-128"/>
                <a:ea typeface="Yu Gothic Medium" panose="020B0400000000000000" pitchFamily="34" charset="-128"/>
                <a:cs typeface="+mj-cs"/>
              </a:defRPr>
            </a:lvl1pPr>
          </a:lstStyle>
          <a:p>
            <a:pPr marL="685800" lvl="1" indent="-228600">
              <a:buFont typeface="+mj-lt"/>
              <a:buAutoNum type="arabicPeriod"/>
            </a:pPr>
            <a:r>
              <a:rPr lang="en-US" altLang="ja-JP" sz="100">
                <a:latin typeface="メイリオ" panose="020B0604030504040204" pitchFamily="50" charset="-128"/>
                <a:ea typeface="メイリオ" panose="020B0604030504040204" pitchFamily="50" charset="-128"/>
              </a:rPr>
              <a:t>AI</a:t>
            </a:r>
            <a:r>
              <a:rPr lang="ja-JP" altLang="en-US" sz="100">
                <a:latin typeface="メイリオ" panose="020B0604030504040204" pitchFamily="50" charset="-128"/>
                <a:ea typeface="メイリオ" panose="020B0604030504040204" pitchFamily="50" charset="-128"/>
              </a:rPr>
              <a:t>を活用したテスト結果の分析</a:t>
            </a:r>
          </a:p>
        </p:txBody>
      </p:sp>
      <p:sp>
        <p:nvSpPr>
          <p:cNvPr id="5" name="テキスト ボックス 4">
            <a:extLst>
              <a:ext uri="{FF2B5EF4-FFF2-40B4-BE49-F238E27FC236}">
                <a16:creationId xmlns:a16="http://schemas.microsoft.com/office/drawing/2014/main" id="{DBCEBCD9-4A9B-3B8E-19DE-2AEB950E386E}"/>
              </a:ext>
            </a:extLst>
          </p:cNvPr>
          <p:cNvSpPr txBox="1"/>
          <p:nvPr/>
        </p:nvSpPr>
        <p:spPr>
          <a:xfrm>
            <a:off x="1281881" y="1571996"/>
            <a:ext cx="10202196" cy="3758721"/>
          </a:xfrm>
          <a:prstGeom prst="rect">
            <a:avLst/>
          </a:prstGeom>
          <a:noFill/>
        </p:spPr>
        <p:txBody>
          <a:bodyPr wrap="square" lIns="91440" tIns="45720" rIns="91440" bIns="45720" rtlCol="0" anchor="t">
            <a:spAutoFit/>
          </a:bodyPr>
          <a:lstStyle/>
          <a:p>
            <a:pPr>
              <a:lnSpc>
                <a:spcPct val="150000"/>
              </a:lnSpc>
            </a:pPr>
            <a:r>
              <a:rPr kumimoji="1" lang="ja-JP" altLang="en-US" b="1">
                <a:latin typeface="メイリオ" panose="020B0604030504040204" pitchFamily="50" charset="-128"/>
                <a:ea typeface="メイリオ" panose="020B0604030504040204" pitchFamily="50" charset="-128"/>
              </a:rPr>
              <a:t>①ワークフロー作成：自動実行の実装</a:t>
            </a:r>
            <a:endParaRPr lang="en-US" altLang="ja-JP" b="1">
              <a:latin typeface="メイリオ" panose="020B0604030504040204" pitchFamily="50" charset="-128"/>
              <a:ea typeface="メイリオ" panose="020B0604030504040204" pitchFamily="50" charset="-128"/>
            </a:endParaRPr>
          </a:p>
          <a:p>
            <a:pPr>
              <a:lnSpc>
                <a:spcPct val="150000"/>
              </a:lnSpc>
            </a:pPr>
            <a:r>
              <a:rPr kumimoji="1" lang="ja-JP" altLang="en-US" sz="1400" dirty="0">
                <a:latin typeface="メイリオ"/>
                <a:ea typeface="メイリオ"/>
              </a:rPr>
              <a:t>　　ワークフローの内容を定義する</a:t>
            </a:r>
            <a:r>
              <a:rPr kumimoji="1" lang="en-US" altLang="ja-JP" sz="1400" dirty="0" err="1">
                <a:latin typeface="メイリオ"/>
                <a:ea typeface="メイリオ"/>
              </a:rPr>
              <a:t>yaml</a:t>
            </a:r>
            <a:r>
              <a:rPr kumimoji="1" lang="ja-JP" altLang="en-US" sz="1400" dirty="0">
                <a:latin typeface="メイリオ"/>
                <a:ea typeface="メイリオ"/>
              </a:rPr>
              <a:t>ファイルの記法を理解し、要件に応じて作成できるようになる</a:t>
            </a:r>
            <a:endParaRPr kumimoji="1" lang="en-US" altLang="ja-JP" sz="1400" dirty="0">
              <a:latin typeface="メイリオ"/>
              <a:ea typeface="メイリオ"/>
            </a:endParaRPr>
          </a:p>
          <a:p>
            <a:pPr>
              <a:lnSpc>
                <a:spcPct val="150000"/>
              </a:lnSpc>
            </a:pPr>
            <a:r>
              <a:rPr lang="ja-JP" altLang="en-US" b="1">
                <a:latin typeface="メイリオ" panose="020B0604030504040204" pitchFamily="50" charset="-128"/>
                <a:ea typeface="メイリオ" panose="020B0604030504040204" pitchFamily="50" charset="-128"/>
              </a:rPr>
              <a:t>②スクリプト作成：テスト結果データの整形</a:t>
            </a:r>
            <a:endParaRPr lang="en-US" altLang="ja-JP" b="1">
              <a:latin typeface="メイリオ" panose="020B0604030504040204" pitchFamily="50" charset="-128"/>
              <a:ea typeface="メイリオ" panose="020B0604030504040204" pitchFamily="50" charset="-128"/>
            </a:endParaRPr>
          </a:p>
          <a:p>
            <a:pPr>
              <a:lnSpc>
                <a:spcPct val="150000"/>
              </a:lnSpc>
            </a:pPr>
            <a:r>
              <a:rPr lang="ja-JP" altLang="en-US" sz="1400">
                <a:latin typeface="メイリオ" panose="020B0604030504040204" pitchFamily="50" charset="-128"/>
                <a:ea typeface="メイリオ" panose="020B0604030504040204" pitchFamily="50" charset="-128"/>
              </a:rPr>
              <a:t>　　テスト結果データをユーザーにも見やすい</a:t>
            </a:r>
            <a:r>
              <a:rPr lang="en-US" altLang="ja-JP" sz="1400">
                <a:latin typeface="メイリオ" panose="020B0604030504040204" pitchFamily="50" charset="-128"/>
                <a:ea typeface="メイリオ" panose="020B0604030504040204" pitchFamily="50" charset="-128"/>
              </a:rPr>
              <a:t>xlsx</a:t>
            </a:r>
            <a:r>
              <a:rPr lang="ja-JP" altLang="en-US" sz="1400">
                <a:latin typeface="メイリオ" panose="020B0604030504040204" pitchFamily="50" charset="-128"/>
                <a:ea typeface="メイリオ" panose="020B0604030504040204" pitchFamily="50" charset="-128"/>
              </a:rPr>
              <a:t>ファイルに整形する</a:t>
            </a:r>
            <a:r>
              <a:rPr lang="en-US" altLang="ja-JP" sz="1400">
                <a:latin typeface="メイリオ" panose="020B0604030504040204" pitchFamily="50" charset="-128"/>
                <a:ea typeface="メイリオ" panose="020B0604030504040204" pitchFamily="50" charset="-128"/>
              </a:rPr>
              <a:t>python</a:t>
            </a:r>
            <a:r>
              <a:rPr lang="ja-JP" altLang="en-US" sz="1400">
                <a:latin typeface="メイリオ" panose="020B0604030504040204" pitchFamily="50" charset="-128"/>
                <a:ea typeface="メイリオ" panose="020B0604030504040204" pitchFamily="50" charset="-128"/>
              </a:rPr>
              <a:t>スクリプトを実装できるようになる</a:t>
            </a:r>
            <a:endParaRPr lang="en-US" altLang="ja-JP" sz="1400">
              <a:latin typeface="メイリオ" panose="020B0604030504040204" pitchFamily="50" charset="-128"/>
              <a:ea typeface="メイリオ" panose="020B0604030504040204" pitchFamily="50" charset="-128"/>
            </a:endParaRPr>
          </a:p>
          <a:p>
            <a:pPr>
              <a:lnSpc>
                <a:spcPct val="150000"/>
              </a:lnSpc>
            </a:pPr>
            <a:r>
              <a:rPr lang="ja-JP" altLang="en-US" b="1">
                <a:latin typeface="メイリオ" panose="020B0604030504040204" pitchFamily="50" charset="-128"/>
                <a:ea typeface="メイリオ" panose="020B0604030504040204" pitchFamily="50" charset="-128"/>
              </a:rPr>
              <a:t>③スクリプト作成：テスト結果の外部通知</a:t>
            </a:r>
            <a:endParaRPr lang="en-US" altLang="ja-JP" b="1">
              <a:latin typeface="メイリオ" panose="020B0604030504040204" pitchFamily="50" charset="-128"/>
              <a:ea typeface="メイリオ" panose="020B0604030504040204" pitchFamily="50" charset="-128"/>
            </a:endParaRPr>
          </a:p>
          <a:p>
            <a:pPr>
              <a:lnSpc>
                <a:spcPct val="150000"/>
              </a:lnSpc>
            </a:pPr>
            <a:r>
              <a:rPr lang="ja-JP" altLang="en-US" sz="1400" dirty="0">
                <a:latin typeface="メイリオ"/>
                <a:ea typeface="メイリオ"/>
              </a:rPr>
              <a:t>　　</a:t>
            </a:r>
            <a:r>
              <a:rPr lang="en-US" altLang="ja-JP" sz="1400">
                <a:latin typeface="メイリオ"/>
                <a:ea typeface="メイリオ"/>
              </a:rPr>
              <a:t>API</a:t>
            </a:r>
            <a:r>
              <a:rPr lang="ja-JP" altLang="en-US" sz="1400">
                <a:latin typeface="メイリオ"/>
                <a:ea typeface="メイリオ"/>
              </a:rPr>
              <a:t>通信を実現し、外部ツール</a:t>
            </a:r>
            <a:r>
              <a:rPr lang="en-US" altLang="ja-JP" sz="1400">
                <a:latin typeface="メイリオ"/>
                <a:ea typeface="メイリオ"/>
              </a:rPr>
              <a:t>(slack)</a:t>
            </a:r>
            <a:r>
              <a:rPr lang="ja-JP" altLang="en-US" sz="1400">
                <a:latin typeface="メイリオ"/>
                <a:ea typeface="メイリオ"/>
              </a:rPr>
              <a:t>を使用してテスト結果を通知する</a:t>
            </a:r>
            <a:r>
              <a:rPr lang="en-US" altLang="ja-JP" sz="1400">
                <a:latin typeface="メイリオ"/>
                <a:ea typeface="メイリオ"/>
              </a:rPr>
              <a:t>python</a:t>
            </a:r>
            <a:r>
              <a:rPr lang="ja-JP" altLang="en-US" sz="1400">
                <a:latin typeface="メイリオ"/>
                <a:ea typeface="メイリオ"/>
              </a:rPr>
              <a:t>スクリプトを実装できるようになる</a:t>
            </a:r>
            <a:endParaRPr lang="en-US" altLang="ja-JP" sz="1400">
              <a:latin typeface="メイリオ"/>
              <a:ea typeface="メイリオ"/>
            </a:endParaRPr>
          </a:p>
          <a:p>
            <a:pPr>
              <a:lnSpc>
                <a:spcPct val="150000"/>
              </a:lnSpc>
            </a:pPr>
            <a:r>
              <a:rPr lang="ja-JP" altLang="en-US" b="1">
                <a:latin typeface="メイリオ"/>
                <a:ea typeface="メイリオ"/>
              </a:rPr>
              <a:t>④スクリプト作成：</a:t>
            </a:r>
            <a:r>
              <a:rPr lang="en-US" altLang="ja-JP" b="1">
                <a:latin typeface="メイリオ"/>
                <a:ea typeface="メイリオ"/>
              </a:rPr>
              <a:t>AI</a:t>
            </a:r>
            <a:r>
              <a:rPr lang="ja-JP" altLang="en-US" b="1">
                <a:latin typeface="メイリオ"/>
                <a:ea typeface="メイリオ"/>
              </a:rPr>
              <a:t>を活用したテスト結果の分析</a:t>
            </a:r>
            <a:endParaRPr lang="en-US" altLang="ja-JP" b="1">
              <a:latin typeface="メイリオ"/>
              <a:ea typeface="メイリオ"/>
            </a:endParaRPr>
          </a:p>
          <a:p>
            <a:pPr>
              <a:lnSpc>
                <a:spcPct val="150000"/>
              </a:lnSpc>
            </a:pPr>
            <a:r>
              <a:rPr lang="ja-JP" altLang="en-US" sz="1400" dirty="0">
                <a:latin typeface="メイリオ"/>
                <a:ea typeface="メイリオ"/>
              </a:rPr>
              <a:t>　　</a:t>
            </a:r>
            <a:r>
              <a:rPr lang="en-US" altLang="ja-JP" sz="1400">
                <a:latin typeface="メイリオ"/>
                <a:ea typeface="メイリオ"/>
              </a:rPr>
              <a:t>API</a:t>
            </a:r>
            <a:r>
              <a:rPr lang="ja-JP" altLang="en-US" sz="1400">
                <a:latin typeface="メイリオ"/>
                <a:ea typeface="メイリオ"/>
              </a:rPr>
              <a:t>通信を実現し、</a:t>
            </a:r>
            <a:r>
              <a:rPr lang="en-US" altLang="ja-JP" sz="1400">
                <a:latin typeface="メイリオ"/>
                <a:ea typeface="メイリオ"/>
              </a:rPr>
              <a:t>AI</a:t>
            </a:r>
            <a:r>
              <a:rPr lang="ja-JP" altLang="en-US" sz="1400">
                <a:latin typeface="メイリオ"/>
                <a:ea typeface="メイリオ"/>
              </a:rPr>
              <a:t>を活用したテスト結果の分析を行う</a:t>
            </a:r>
            <a:r>
              <a:rPr lang="en-US" altLang="ja-JP" sz="1400">
                <a:latin typeface="メイリオ"/>
                <a:ea typeface="メイリオ"/>
              </a:rPr>
              <a:t>python</a:t>
            </a:r>
            <a:r>
              <a:rPr lang="ja-JP" altLang="en-US" sz="1400">
                <a:latin typeface="メイリオ"/>
                <a:ea typeface="メイリオ"/>
              </a:rPr>
              <a:t>スクリプトを実装できるようになる</a:t>
            </a:r>
            <a:endParaRPr lang="en-US" altLang="ja-JP" sz="1400">
              <a:latin typeface="メイリオ"/>
              <a:ea typeface="メイリオ"/>
            </a:endParaRPr>
          </a:p>
          <a:p>
            <a:pPr>
              <a:lnSpc>
                <a:spcPct val="150000"/>
              </a:lnSpc>
            </a:pPr>
            <a:r>
              <a:rPr lang="ja-JP" altLang="en-US" b="1">
                <a:latin typeface="メイリオ" panose="020B0604030504040204" pitchFamily="50" charset="-128"/>
                <a:ea typeface="メイリオ" panose="020B0604030504040204" pitchFamily="50" charset="-128"/>
              </a:rPr>
              <a:t>⑤ワークフロー作成：②～④を自動実行するワークフローの完成</a:t>
            </a:r>
            <a:endParaRPr lang="en-US" altLang="ja-JP" b="1">
              <a:latin typeface="メイリオ" panose="020B0604030504040204" pitchFamily="50" charset="-128"/>
              <a:ea typeface="メイリオ" panose="020B0604030504040204" pitchFamily="50" charset="-128"/>
            </a:endParaRPr>
          </a:p>
          <a:p>
            <a:pPr>
              <a:lnSpc>
                <a:spcPct val="150000"/>
              </a:lnSpc>
            </a:pPr>
            <a:r>
              <a:rPr lang="ja-JP" altLang="en-US" sz="1400" dirty="0">
                <a:latin typeface="メイリオ"/>
                <a:ea typeface="メイリオ"/>
              </a:rPr>
              <a:t>　　各手順を自動実行する</a:t>
            </a:r>
            <a:r>
              <a:rPr lang="en-US" altLang="ja-JP" sz="1400" dirty="0" err="1">
                <a:latin typeface="メイリオ"/>
                <a:ea typeface="メイリオ"/>
              </a:rPr>
              <a:t>yaml</a:t>
            </a:r>
            <a:r>
              <a:rPr lang="ja-JP" altLang="en-US" sz="1400" dirty="0">
                <a:latin typeface="メイリオ"/>
                <a:ea typeface="メイリオ"/>
              </a:rPr>
              <a:t>を作成し、動作確認が取れるようになる</a:t>
            </a:r>
            <a:endParaRPr lang="en-US" altLang="ja-JP" sz="1400" dirty="0">
              <a:latin typeface="メイリオ"/>
              <a:ea typeface="メイリオ"/>
            </a:endParaRPr>
          </a:p>
        </p:txBody>
      </p:sp>
    </p:spTree>
    <p:extLst>
      <p:ext uri="{BB962C8B-B14F-4D97-AF65-F5344CB8AC3E}">
        <p14:creationId xmlns:p14="http://schemas.microsoft.com/office/powerpoint/2010/main" val="39198818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6FDBF-AEDA-A5B4-AA5B-AF11BE0D5FD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EA70D02-8ACE-EAA6-177E-EA56301C724C}"/>
              </a:ext>
            </a:extLst>
          </p:cNvPr>
          <p:cNvSpPr>
            <a:spLocks noGrp="1"/>
          </p:cNvSpPr>
          <p:nvPr>
            <p:ph type="title"/>
          </p:nvPr>
        </p:nvSpPr>
        <p:spPr>
          <a:xfrm>
            <a:off x="759541" y="535713"/>
            <a:ext cx="10515600" cy="503555"/>
          </a:xfrm>
        </p:spPr>
        <p:txBody>
          <a:bodyPr/>
          <a:lstStyle/>
          <a:p>
            <a:r>
              <a:rPr lang="ja-JP" altLang="en-US" b="1">
                <a:latin typeface="メイリオ" panose="020B0604030504040204" pitchFamily="50" charset="-128"/>
                <a:ea typeface="メイリオ" panose="020B0604030504040204" pitchFamily="50" charset="-128"/>
              </a:rPr>
              <a:t>おことわり</a:t>
            </a:r>
            <a:endParaRPr lang="ja-JP" altLang="en-US" b="1" dirty="0">
              <a:latin typeface="メイリオ" panose="020B0604030504040204" pitchFamily="50" charset="-128"/>
              <a:ea typeface="メイリオ" panose="020B0604030504040204" pitchFamily="50" charset="-128"/>
            </a:endParaRPr>
          </a:p>
        </p:txBody>
      </p:sp>
      <p:sp>
        <p:nvSpPr>
          <p:cNvPr id="4" name="スライド番号プレースホルダー 3">
            <a:extLst>
              <a:ext uri="{FF2B5EF4-FFF2-40B4-BE49-F238E27FC236}">
                <a16:creationId xmlns:a16="http://schemas.microsoft.com/office/drawing/2014/main" id="{BEB09C5A-BE30-E820-3BAF-9F8B2548E382}"/>
              </a:ext>
            </a:extLst>
          </p:cNvPr>
          <p:cNvSpPr>
            <a:spLocks noGrp="1"/>
          </p:cNvSpPr>
          <p:nvPr>
            <p:ph type="sldNum" sz="quarter" idx="12"/>
          </p:nvPr>
        </p:nvSpPr>
        <p:spPr/>
        <p:txBody>
          <a:bodyPr/>
          <a:lstStyle/>
          <a:p>
            <a:fld id="{AEA9F59F-5AEA-DB42-A066-0EDE44B4D5E7}" type="slidenum">
              <a:rPr lang="ja-JP" altLang="en-US" smtClean="0"/>
              <a:pPr/>
              <a:t>2</a:t>
            </a:fld>
            <a:endParaRPr lang="ja-JP" altLang="en-US"/>
          </a:p>
        </p:txBody>
      </p:sp>
      <p:sp>
        <p:nvSpPr>
          <p:cNvPr id="5" name="テキスト ボックス 4">
            <a:extLst>
              <a:ext uri="{FF2B5EF4-FFF2-40B4-BE49-F238E27FC236}">
                <a16:creationId xmlns:a16="http://schemas.microsoft.com/office/drawing/2014/main" id="{53D06760-4598-C691-A7D5-2B4202F82DC1}"/>
              </a:ext>
            </a:extLst>
          </p:cNvPr>
          <p:cNvSpPr txBox="1"/>
          <p:nvPr/>
        </p:nvSpPr>
        <p:spPr>
          <a:xfrm>
            <a:off x="1281881" y="1571996"/>
            <a:ext cx="10202196" cy="473206"/>
          </a:xfrm>
          <a:prstGeom prst="rect">
            <a:avLst/>
          </a:prstGeom>
          <a:noFill/>
        </p:spPr>
        <p:txBody>
          <a:bodyPr wrap="square" lIns="91440" tIns="45720" rIns="91440" bIns="45720" rtlCol="0" anchor="t">
            <a:spAutoFit/>
          </a:bodyPr>
          <a:lstStyle/>
          <a:p>
            <a:pPr>
              <a:lnSpc>
                <a:spcPct val="150000"/>
              </a:lnSpc>
            </a:pPr>
            <a:r>
              <a:rPr lang="ja-JP" altLang="en-US" b="1">
                <a:latin typeface="メイリオ"/>
                <a:ea typeface="メイリオ"/>
              </a:rPr>
              <a:t>この資料は制作中なので、下記ご認識の上ご受講ください。随時メンテナンスいたします…</a:t>
            </a:r>
            <a:endParaRPr lang="ja-JP" altLang="en-US" b="1" dirty="0">
              <a:latin typeface="メイリオ" panose="020B0604030504040204" pitchFamily="50" charset="-128"/>
              <a:ea typeface="メイリオ" panose="020B0604030504040204" pitchFamily="50" charset="-128"/>
            </a:endParaRPr>
          </a:p>
        </p:txBody>
      </p:sp>
      <p:sp>
        <p:nvSpPr>
          <p:cNvPr id="6" name="テキスト ボックス 4">
            <a:extLst>
              <a:ext uri="{FF2B5EF4-FFF2-40B4-BE49-F238E27FC236}">
                <a16:creationId xmlns:a16="http://schemas.microsoft.com/office/drawing/2014/main" id="{4304CDE0-6EBC-13BA-3492-F2EC6695DAF5}"/>
              </a:ext>
            </a:extLst>
          </p:cNvPr>
          <p:cNvSpPr txBox="1"/>
          <p:nvPr/>
        </p:nvSpPr>
        <p:spPr>
          <a:xfrm>
            <a:off x="1281881" y="2322790"/>
            <a:ext cx="10202196" cy="3381695"/>
          </a:xfrm>
          <a:prstGeom prst="rect">
            <a:avLst/>
          </a:prstGeom>
          <a:noFill/>
        </p:spPr>
        <p:txBody>
          <a:bodyPr wrap="square" lIns="91440" tIns="45720" rIns="91440" bIns="45720" rtlCol="0" anchor="t">
            <a:spAutoFit/>
          </a:bodyPr>
          <a:lstStyle/>
          <a:p>
            <a:pPr>
              <a:lnSpc>
                <a:spcPct val="150000"/>
              </a:lnSpc>
            </a:pPr>
            <a:r>
              <a:rPr lang="ja-JP" altLang="en-US" b="1">
                <a:latin typeface="メイリオ"/>
                <a:ea typeface="メイリオ"/>
              </a:rPr>
              <a:t>①研修リポジトリについて</a:t>
            </a:r>
            <a:endParaRPr lang="ja-JP" altLang="en-US" b="1" dirty="0">
              <a:latin typeface="メイリオ"/>
              <a:ea typeface="メイリオ"/>
            </a:endParaRPr>
          </a:p>
          <a:p>
            <a:pPr>
              <a:lnSpc>
                <a:spcPct val="150000"/>
              </a:lnSpc>
            </a:pPr>
            <a:r>
              <a:rPr lang="ja-JP" altLang="en-US">
                <a:latin typeface="メイリオ"/>
                <a:ea typeface="メイリオ"/>
              </a:rPr>
              <a:t>　新規作成を促す記述がありますが、既存のXX-at-trainingリポジトリで構いません</a:t>
            </a:r>
            <a:endParaRPr lang="ja-JP" altLang="en-US" dirty="0">
              <a:latin typeface="メイリオ"/>
              <a:ea typeface="メイリオ"/>
            </a:endParaRPr>
          </a:p>
          <a:p>
            <a:pPr>
              <a:lnSpc>
                <a:spcPct val="150000"/>
              </a:lnSpc>
            </a:pPr>
            <a:r>
              <a:rPr lang="ja-JP" altLang="en-US" b="1">
                <a:latin typeface="メイリオ"/>
                <a:ea typeface="メイリオ"/>
              </a:rPr>
              <a:t>②各演習問題の回答について</a:t>
            </a:r>
          </a:p>
          <a:p>
            <a:pPr>
              <a:lnSpc>
                <a:spcPct val="150000"/>
              </a:lnSpc>
            </a:pPr>
            <a:r>
              <a:rPr lang="ja-JP" altLang="en-US">
                <a:latin typeface="メイリオ"/>
                <a:ea typeface="メイリオ"/>
              </a:rPr>
              <a:t>　担当者のレビューをもって代えさせていただきます</a:t>
            </a:r>
            <a:endParaRPr lang="ja-JP" altLang="en-US" dirty="0">
              <a:latin typeface="メイリオ"/>
              <a:ea typeface="メイリオ"/>
            </a:endParaRPr>
          </a:p>
          <a:p>
            <a:pPr>
              <a:lnSpc>
                <a:spcPct val="150000"/>
              </a:lnSpc>
            </a:pPr>
            <a:r>
              <a:rPr lang="ja-JP" altLang="en-US" b="1" strike="sngStrike">
                <a:latin typeface="メイリオ"/>
                <a:ea typeface="メイリオ"/>
              </a:rPr>
              <a:t>③研修④の生成AI周辺について</a:t>
            </a:r>
          </a:p>
          <a:p>
            <a:pPr>
              <a:lnSpc>
                <a:spcPct val="150000"/>
              </a:lnSpc>
            </a:pPr>
            <a:r>
              <a:rPr lang="ja-JP" altLang="en-US" strike="sngStrike">
                <a:latin typeface="メイリオ"/>
                <a:ea typeface="メイリオ"/>
              </a:rPr>
              <a:t>　APIトークン使用のための手続きが難しいので飛ばして受講してください</a:t>
            </a:r>
          </a:p>
          <a:p>
            <a:pPr>
              <a:lnSpc>
                <a:spcPct val="150000"/>
              </a:lnSpc>
            </a:pPr>
            <a:endParaRPr lang="ja-JP" altLang="en-US" dirty="0">
              <a:latin typeface="メイリオ"/>
              <a:ea typeface="メイリオ"/>
            </a:endParaRPr>
          </a:p>
          <a:p>
            <a:pPr>
              <a:lnSpc>
                <a:spcPct val="150000"/>
              </a:lnSpc>
            </a:pPr>
            <a:r>
              <a:rPr lang="ja-JP" altLang="en-US">
                <a:latin typeface="メイリオ"/>
                <a:ea typeface="メイリオ"/>
              </a:rPr>
              <a:t>その他不明点は研修担当者にお問い合わせください</a:t>
            </a:r>
            <a:endParaRPr lang="ja-JP" altLang="en-US" dirty="0">
              <a:latin typeface="メイリオ"/>
              <a:ea typeface="メイリオ"/>
            </a:endParaRPr>
          </a:p>
        </p:txBody>
      </p:sp>
    </p:spTree>
    <p:extLst>
      <p:ext uri="{BB962C8B-B14F-4D97-AF65-F5344CB8AC3E}">
        <p14:creationId xmlns:p14="http://schemas.microsoft.com/office/powerpoint/2010/main" val="23112427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ECB18-CE63-5B99-7F79-ABE5B99BD97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EC48A71-C1D9-8DA4-00FE-FDC0356195DE}"/>
              </a:ext>
            </a:extLst>
          </p:cNvPr>
          <p:cNvSpPr>
            <a:spLocks noGrp="1"/>
          </p:cNvSpPr>
          <p:nvPr>
            <p:ph type="title"/>
          </p:nvPr>
        </p:nvSpPr>
        <p:spPr>
          <a:xfrm>
            <a:off x="759541" y="535713"/>
            <a:ext cx="10515600" cy="503555"/>
          </a:xfrm>
        </p:spPr>
        <p:txBody>
          <a:bodyPr/>
          <a:lstStyle/>
          <a:p>
            <a:r>
              <a:rPr lang="ja-JP" altLang="en-US" b="1">
                <a:latin typeface="メイリオ" panose="020B0604030504040204" pitchFamily="50" charset="-128"/>
                <a:ea typeface="メイリオ" panose="020B0604030504040204" pitchFamily="50" charset="-128"/>
              </a:rPr>
              <a:t>実装イメージ</a:t>
            </a:r>
          </a:p>
        </p:txBody>
      </p:sp>
      <p:sp>
        <p:nvSpPr>
          <p:cNvPr id="4" name="スライド番号プレースホルダー 3">
            <a:extLst>
              <a:ext uri="{FF2B5EF4-FFF2-40B4-BE49-F238E27FC236}">
                <a16:creationId xmlns:a16="http://schemas.microsoft.com/office/drawing/2014/main" id="{E6906E3C-316F-38DD-657E-9D91B96B0CE1}"/>
              </a:ext>
            </a:extLst>
          </p:cNvPr>
          <p:cNvSpPr>
            <a:spLocks noGrp="1"/>
          </p:cNvSpPr>
          <p:nvPr>
            <p:ph type="sldNum" sz="quarter" idx="12"/>
          </p:nvPr>
        </p:nvSpPr>
        <p:spPr/>
        <p:txBody>
          <a:bodyPr/>
          <a:lstStyle/>
          <a:p>
            <a:fld id="{AEA9F59F-5AEA-DB42-A066-0EDE44B4D5E7}" type="slidenum">
              <a:rPr lang="ja-JP" altLang="en-US" smtClean="0"/>
              <a:pPr/>
              <a:t>3</a:t>
            </a:fld>
            <a:endParaRPr lang="ja-JP" altLang="en-US"/>
          </a:p>
        </p:txBody>
      </p:sp>
      <p:sp>
        <p:nvSpPr>
          <p:cNvPr id="3" name="タイトル 1">
            <a:extLst>
              <a:ext uri="{FF2B5EF4-FFF2-40B4-BE49-F238E27FC236}">
                <a16:creationId xmlns:a16="http://schemas.microsoft.com/office/drawing/2014/main" id="{409FFB39-0893-DB60-36F6-F4568EF04625}"/>
              </a:ext>
            </a:extLst>
          </p:cNvPr>
          <p:cNvSpPr txBox="1">
            <a:spLocks/>
          </p:cNvSpPr>
          <p:nvPr/>
        </p:nvSpPr>
        <p:spPr>
          <a:xfrm>
            <a:off x="2504770" y="1222677"/>
            <a:ext cx="10515600" cy="477152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3200" b="0" i="0" kern="1200">
                <a:solidFill>
                  <a:srgbClr val="004098"/>
                </a:solidFill>
                <a:latin typeface="Yu Gothic Medium" panose="020B0400000000000000" pitchFamily="34" charset="-128"/>
                <a:ea typeface="Yu Gothic Medium" panose="020B0400000000000000" pitchFamily="34" charset="-128"/>
                <a:cs typeface="+mj-cs"/>
              </a:defRPr>
            </a:lvl1pPr>
          </a:lstStyle>
          <a:p>
            <a:pPr marL="685800" lvl="1" indent="-228600">
              <a:buFont typeface="+mj-lt"/>
              <a:buAutoNum type="arabicPeriod"/>
            </a:pPr>
            <a:r>
              <a:rPr lang="en-US" altLang="ja-JP" sz="100">
                <a:latin typeface="メイリオ" panose="020B0604030504040204" pitchFamily="50" charset="-128"/>
                <a:ea typeface="メイリオ" panose="020B0604030504040204" pitchFamily="50" charset="-128"/>
              </a:rPr>
              <a:t>AI</a:t>
            </a:r>
            <a:r>
              <a:rPr lang="ja-JP" altLang="en-US" sz="100">
                <a:latin typeface="メイリオ" panose="020B0604030504040204" pitchFamily="50" charset="-128"/>
                <a:ea typeface="メイリオ" panose="020B0604030504040204" pitchFamily="50" charset="-128"/>
              </a:rPr>
              <a:t>を活用したテスト結果の分析</a:t>
            </a:r>
          </a:p>
        </p:txBody>
      </p:sp>
      <p:sp>
        <p:nvSpPr>
          <p:cNvPr id="6" name="矢印: 五方向 5">
            <a:extLst>
              <a:ext uri="{FF2B5EF4-FFF2-40B4-BE49-F238E27FC236}">
                <a16:creationId xmlns:a16="http://schemas.microsoft.com/office/drawing/2014/main" id="{7B8DD6CC-5050-CCFE-905D-09B1E2D19D63}"/>
              </a:ext>
            </a:extLst>
          </p:cNvPr>
          <p:cNvSpPr/>
          <p:nvPr/>
        </p:nvSpPr>
        <p:spPr>
          <a:xfrm>
            <a:off x="1361767" y="3608439"/>
            <a:ext cx="9913373" cy="1461528"/>
          </a:xfrm>
          <a:prstGeom prst="homePlate">
            <a:avLst/>
          </a:prstGeom>
          <a:solidFill>
            <a:schemeClr val="tx2">
              <a:lumMod val="20000"/>
              <a:lumOff val="80000"/>
            </a:schemeClr>
          </a:solidFill>
          <a:ln w="381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en-US" altLang="ja-JP" sz="2400" b="1">
              <a:solidFill>
                <a:schemeClr val="tx1"/>
              </a:solidFill>
              <a:latin typeface="メイリオ" panose="020B0604030504040204" pitchFamily="50" charset="-128"/>
              <a:ea typeface="メイリオ" panose="020B0604030504040204" pitchFamily="50" charset="-128"/>
            </a:endParaRPr>
          </a:p>
          <a:p>
            <a:pPr algn="ctr"/>
            <a:r>
              <a:rPr kumimoji="1" lang="ja-JP" altLang="en-US" sz="2400" b="1">
                <a:solidFill>
                  <a:schemeClr val="tx1"/>
                </a:solidFill>
                <a:latin typeface="メイリオ" panose="020B0604030504040204" pitchFamily="50" charset="-128"/>
                <a:ea typeface="メイリオ" panose="020B0604030504040204" pitchFamily="50" charset="-128"/>
              </a:rPr>
              <a:t>ワークフロー</a:t>
            </a:r>
            <a:endParaRPr kumimoji="1" lang="en-US" altLang="ja-JP" sz="2400" b="1">
              <a:solidFill>
                <a:schemeClr val="tx1"/>
              </a:solidFill>
              <a:latin typeface="メイリオ" panose="020B0604030504040204" pitchFamily="50" charset="-128"/>
              <a:ea typeface="メイリオ" panose="020B0604030504040204" pitchFamily="50" charset="-128"/>
            </a:endParaRPr>
          </a:p>
          <a:p>
            <a:pPr algn="ctr"/>
            <a:r>
              <a:rPr kumimoji="1" lang="en-US" altLang="ja-JP">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kumimoji="1" lang="en-US" altLang="ja-JP" err="1">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rPr>
              <a:t>github</a:t>
            </a:r>
            <a:r>
              <a:rPr kumimoji="1" lang="en-US" altLang="ja-JP">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rPr>
              <a:t>/workflows/*.</a:t>
            </a:r>
            <a:r>
              <a:rPr kumimoji="1" lang="en-US" altLang="ja-JP" err="1">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rPr>
              <a:t>yaml</a:t>
            </a:r>
            <a:r>
              <a:rPr kumimoji="1" lang="en-US" altLang="ja-JP">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rPr>
              <a:t>)</a:t>
            </a:r>
            <a:endParaRPr kumimoji="1" lang="ja-JP" altLang="en-US">
              <a:solidFill>
                <a:schemeClr val="tx1"/>
              </a:solidFill>
              <a:latin typeface="Cascadia Code Light" panose="020B0609020000020004" pitchFamily="49" charset="0"/>
              <a:ea typeface="メイリオ" panose="020B0604030504040204" pitchFamily="50" charset="-128"/>
              <a:cs typeface="Cascadia Code Light" panose="020B0609020000020004" pitchFamily="49" charset="0"/>
            </a:endParaRPr>
          </a:p>
        </p:txBody>
      </p:sp>
      <p:sp>
        <p:nvSpPr>
          <p:cNvPr id="7" name="フローチャート: 磁気ディスク 6">
            <a:extLst>
              <a:ext uri="{FF2B5EF4-FFF2-40B4-BE49-F238E27FC236}">
                <a16:creationId xmlns:a16="http://schemas.microsoft.com/office/drawing/2014/main" id="{108603CE-E094-FA90-0C00-9B9D8923DF35}"/>
              </a:ext>
            </a:extLst>
          </p:cNvPr>
          <p:cNvSpPr/>
          <p:nvPr/>
        </p:nvSpPr>
        <p:spPr>
          <a:xfrm>
            <a:off x="2213378" y="1933504"/>
            <a:ext cx="3067663" cy="2222091"/>
          </a:xfrm>
          <a:prstGeom prst="flowChartMagneticDisk">
            <a:avLst/>
          </a:prstGeom>
          <a:solidFill>
            <a:srgbClr val="C2FFBF"/>
          </a:solidFill>
          <a:ln w="38100">
            <a:solidFill>
              <a:srgbClr val="0045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en-US" altLang="ja-JP" sz="2400" b="1">
              <a:solidFill>
                <a:schemeClr val="tx1"/>
              </a:solidFill>
              <a:latin typeface="メイリオ" panose="020B0604030504040204" pitchFamily="50" charset="-128"/>
              <a:ea typeface="メイリオ" panose="020B0604030504040204" pitchFamily="50" charset="-128"/>
            </a:endParaRPr>
          </a:p>
          <a:p>
            <a:pPr algn="ctr"/>
            <a:r>
              <a:rPr kumimoji="1" lang="ja-JP" altLang="en-US" sz="2400" b="1">
                <a:solidFill>
                  <a:schemeClr val="tx1"/>
                </a:solidFill>
                <a:latin typeface="メイリオ" panose="020B0604030504040204" pitchFamily="50" charset="-128"/>
                <a:ea typeface="メイリオ" panose="020B0604030504040204" pitchFamily="50" charset="-128"/>
              </a:rPr>
              <a:t>スクリプト</a:t>
            </a:r>
            <a:endParaRPr kumimoji="1" lang="en-US" altLang="ja-JP" sz="2400" b="1">
              <a:solidFill>
                <a:schemeClr val="tx1"/>
              </a:solidFill>
              <a:latin typeface="メイリオ" panose="020B0604030504040204" pitchFamily="50" charset="-128"/>
              <a:ea typeface="メイリオ" panose="020B0604030504040204" pitchFamily="50" charset="-128"/>
            </a:endParaRPr>
          </a:p>
          <a:p>
            <a:pPr algn="ctr"/>
            <a:r>
              <a:rPr lang="en-US" altLang="ja-JP" sz="2000">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altLang="ja-JP" sz="2000" err="1">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rPr>
              <a:t>py</a:t>
            </a:r>
            <a:r>
              <a:rPr lang="en-US" altLang="ja-JP" sz="2000">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ja-JP" altLang="en-US" sz="2000">
                <a:solidFill>
                  <a:schemeClr val="tx1"/>
                </a:solidFill>
                <a:latin typeface="メイリオ" panose="020B0604030504040204" pitchFamily="50" charset="-128"/>
                <a:ea typeface="メイリオ" panose="020B0604030504040204" pitchFamily="50" charset="-128"/>
              </a:rPr>
              <a:t>など</a:t>
            </a:r>
            <a:r>
              <a:rPr lang="en-US" altLang="ja-JP" sz="2000">
                <a:solidFill>
                  <a:schemeClr val="tx1"/>
                </a:solidFill>
                <a:latin typeface="メイリオ" panose="020B0604030504040204" pitchFamily="50" charset="-128"/>
                <a:ea typeface="メイリオ" panose="020B0604030504040204" pitchFamily="50" charset="-128"/>
              </a:rPr>
              <a:t>)</a:t>
            </a:r>
            <a:endParaRPr kumimoji="1" lang="ja-JP" altLang="en-US" sz="2000">
              <a:solidFill>
                <a:schemeClr val="tx1"/>
              </a:solidFill>
              <a:latin typeface="メイリオ" panose="020B0604030504040204" pitchFamily="50" charset="-128"/>
              <a:ea typeface="メイリオ" panose="020B0604030504040204" pitchFamily="50" charset="-128"/>
            </a:endParaRPr>
          </a:p>
        </p:txBody>
      </p:sp>
      <p:sp>
        <p:nvSpPr>
          <p:cNvPr id="8" name="直方体 7">
            <a:extLst>
              <a:ext uri="{FF2B5EF4-FFF2-40B4-BE49-F238E27FC236}">
                <a16:creationId xmlns:a16="http://schemas.microsoft.com/office/drawing/2014/main" id="{D808FBA4-CE71-4488-BDCD-3F17B4052D65}"/>
              </a:ext>
            </a:extLst>
          </p:cNvPr>
          <p:cNvSpPr/>
          <p:nvPr/>
        </p:nvSpPr>
        <p:spPr>
          <a:xfrm>
            <a:off x="6506491" y="1933504"/>
            <a:ext cx="3180739" cy="2222091"/>
          </a:xfrm>
          <a:prstGeom prst="cube">
            <a:avLst/>
          </a:prstGeom>
          <a:solidFill>
            <a:srgbClr val="C2FFBF"/>
          </a:solidFill>
          <a:ln w="38100">
            <a:solidFill>
              <a:srgbClr val="0045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2400" b="1">
              <a:solidFill>
                <a:schemeClr val="tx1"/>
              </a:solidFill>
              <a:latin typeface="メイリオ" panose="020B0604030504040204" pitchFamily="50" charset="-128"/>
              <a:ea typeface="メイリオ" panose="020B0604030504040204" pitchFamily="50" charset="-128"/>
            </a:endParaRPr>
          </a:p>
          <a:p>
            <a:pPr algn="ctr"/>
            <a:r>
              <a:rPr lang="ja-JP" altLang="en-US" sz="2400" b="1">
                <a:solidFill>
                  <a:schemeClr val="tx1"/>
                </a:solidFill>
                <a:latin typeface="メイリオ" panose="020B0604030504040204" pitchFamily="50" charset="-128"/>
                <a:ea typeface="メイリオ" panose="020B0604030504040204" pitchFamily="50" charset="-128"/>
              </a:rPr>
              <a:t>パッケージ</a:t>
            </a:r>
            <a:endParaRPr lang="en-US" altLang="ja-JP" sz="2400" b="1">
              <a:solidFill>
                <a:schemeClr val="tx1"/>
              </a:solidFill>
              <a:latin typeface="メイリオ" panose="020B0604030504040204" pitchFamily="50" charset="-128"/>
              <a:ea typeface="メイリオ" panose="020B0604030504040204" pitchFamily="50" charset="-128"/>
            </a:endParaRPr>
          </a:p>
          <a:p>
            <a:pPr algn="ctr"/>
            <a:r>
              <a:rPr kumimoji="1" lang="en-US" altLang="ja-JP" sz="1600">
                <a:solidFill>
                  <a:schemeClr val="tx1"/>
                </a:solidFill>
                <a:latin typeface="メイリオ" panose="020B0604030504040204" pitchFamily="50" charset="-128"/>
                <a:ea typeface="メイリオ" panose="020B0604030504040204" pitchFamily="50" charset="-128"/>
              </a:rPr>
              <a:t>(</a:t>
            </a:r>
            <a:r>
              <a:rPr kumimoji="1" lang="en-US" altLang="ja-JP" sz="1600">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rPr>
              <a:t>actions/checkout@v6 </a:t>
            </a:r>
            <a:r>
              <a:rPr kumimoji="1" lang="ja-JP" altLang="en-US" sz="1600">
                <a:solidFill>
                  <a:schemeClr val="tx1"/>
                </a:solidFill>
                <a:latin typeface="メイリオ" panose="020B0604030504040204" pitchFamily="50" charset="-128"/>
                <a:ea typeface="メイリオ" panose="020B0604030504040204" pitchFamily="50" charset="-128"/>
              </a:rPr>
              <a:t>など</a:t>
            </a:r>
            <a:r>
              <a:rPr kumimoji="1" lang="en-US" altLang="ja-JP" sz="1600">
                <a:solidFill>
                  <a:schemeClr val="tx1"/>
                </a:solidFill>
                <a:latin typeface="メイリオ" panose="020B0604030504040204" pitchFamily="50" charset="-128"/>
                <a:ea typeface="メイリオ" panose="020B0604030504040204" pitchFamily="50" charset="-128"/>
              </a:rPr>
              <a:t>)</a:t>
            </a:r>
          </a:p>
        </p:txBody>
      </p:sp>
    </p:spTree>
    <p:extLst>
      <p:ext uri="{BB962C8B-B14F-4D97-AF65-F5344CB8AC3E}">
        <p14:creationId xmlns:p14="http://schemas.microsoft.com/office/powerpoint/2010/main" val="33557671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07DEB-E4EF-A3C4-96B4-55E4DC2716F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A9F20A9-74E1-D261-94EC-8E7F856F1943}"/>
              </a:ext>
            </a:extLst>
          </p:cNvPr>
          <p:cNvSpPr>
            <a:spLocks noGrp="1"/>
          </p:cNvSpPr>
          <p:nvPr>
            <p:ph type="title"/>
          </p:nvPr>
        </p:nvSpPr>
        <p:spPr>
          <a:xfrm>
            <a:off x="759541" y="535713"/>
            <a:ext cx="10515600" cy="503555"/>
          </a:xfrm>
        </p:spPr>
        <p:txBody>
          <a:bodyPr/>
          <a:lstStyle/>
          <a:p>
            <a:r>
              <a:rPr lang="ja-JP" altLang="en-US" b="1">
                <a:latin typeface="メイリオ" panose="020B0604030504040204" pitchFamily="50" charset="-128"/>
                <a:ea typeface="メイリオ" panose="020B0604030504040204" pitchFamily="50" charset="-128"/>
              </a:rPr>
              <a:t>実装イメージ</a:t>
            </a:r>
          </a:p>
        </p:txBody>
      </p:sp>
      <p:sp>
        <p:nvSpPr>
          <p:cNvPr id="4" name="スライド番号プレースホルダー 3">
            <a:extLst>
              <a:ext uri="{FF2B5EF4-FFF2-40B4-BE49-F238E27FC236}">
                <a16:creationId xmlns:a16="http://schemas.microsoft.com/office/drawing/2014/main" id="{506C6840-8388-8EF9-735A-FB7F4A4A00AA}"/>
              </a:ext>
            </a:extLst>
          </p:cNvPr>
          <p:cNvSpPr>
            <a:spLocks noGrp="1"/>
          </p:cNvSpPr>
          <p:nvPr>
            <p:ph type="sldNum" sz="quarter" idx="12"/>
          </p:nvPr>
        </p:nvSpPr>
        <p:spPr/>
        <p:txBody>
          <a:bodyPr/>
          <a:lstStyle/>
          <a:p>
            <a:fld id="{AEA9F59F-5AEA-DB42-A066-0EDE44B4D5E7}" type="slidenum">
              <a:rPr lang="ja-JP" altLang="en-US" smtClean="0"/>
              <a:pPr/>
              <a:t>4</a:t>
            </a:fld>
            <a:endParaRPr lang="ja-JP" altLang="en-US"/>
          </a:p>
        </p:txBody>
      </p:sp>
      <p:sp>
        <p:nvSpPr>
          <p:cNvPr id="3" name="タイトル 1">
            <a:extLst>
              <a:ext uri="{FF2B5EF4-FFF2-40B4-BE49-F238E27FC236}">
                <a16:creationId xmlns:a16="http://schemas.microsoft.com/office/drawing/2014/main" id="{86D3F92D-4BA1-CF40-3F14-F74C334BBC9C}"/>
              </a:ext>
            </a:extLst>
          </p:cNvPr>
          <p:cNvSpPr txBox="1">
            <a:spLocks/>
          </p:cNvSpPr>
          <p:nvPr/>
        </p:nvSpPr>
        <p:spPr>
          <a:xfrm>
            <a:off x="2504770" y="1222677"/>
            <a:ext cx="10515600" cy="477152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3200" b="0" i="0" kern="1200">
                <a:solidFill>
                  <a:srgbClr val="004098"/>
                </a:solidFill>
                <a:latin typeface="Yu Gothic Medium" panose="020B0400000000000000" pitchFamily="34" charset="-128"/>
                <a:ea typeface="Yu Gothic Medium" panose="020B0400000000000000" pitchFamily="34" charset="-128"/>
                <a:cs typeface="+mj-cs"/>
              </a:defRPr>
            </a:lvl1pPr>
          </a:lstStyle>
          <a:p>
            <a:pPr marL="685800" lvl="1" indent="-228600">
              <a:buFont typeface="+mj-lt"/>
              <a:buAutoNum type="arabicPeriod"/>
            </a:pPr>
            <a:r>
              <a:rPr lang="en-US" altLang="ja-JP" sz="100">
                <a:latin typeface="メイリオ" panose="020B0604030504040204" pitchFamily="50" charset="-128"/>
                <a:ea typeface="メイリオ" panose="020B0604030504040204" pitchFamily="50" charset="-128"/>
              </a:rPr>
              <a:t>AI</a:t>
            </a:r>
            <a:r>
              <a:rPr lang="ja-JP" altLang="en-US" sz="100">
                <a:latin typeface="メイリオ" panose="020B0604030504040204" pitchFamily="50" charset="-128"/>
                <a:ea typeface="メイリオ" panose="020B0604030504040204" pitchFamily="50" charset="-128"/>
              </a:rPr>
              <a:t>を活用したテスト結果の分析</a:t>
            </a:r>
          </a:p>
        </p:txBody>
      </p:sp>
      <p:sp>
        <p:nvSpPr>
          <p:cNvPr id="6" name="矢印: 五方向 5">
            <a:extLst>
              <a:ext uri="{FF2B5EF4-FFF2-40B4-BE49-F238E27FC236}">
                <a16:creationId xmlns:a16="http://schemas.microsoft.com/office/drawing/2014/main" id="{BFC1277A-2927-0181-745F-3C2E3FF961EC}"/>
              </a:ext>
            </a:extLst>
          </p:cNvPr>
          <p:cNvSpPr/>
          <p:nvPr/>
        </p:nvSpPr>
        <p:spPr>
          <a:xfrm>
            <a:off x="1460091" y="2877674"/>
            <a:ext cx="9913373" cy="1461528"/>
          </a:xfrm>
          <a:prstGeom prst="homePlate">
            <a:avLst/>
          </a:prstGeom>
          <a:solidFill>
            <a:schemeClr val="tx2">
              <a:lumMod val="20000"/>
              <a:lumOff val="80000"/>
            </a:schemeClr>
          </a:solidFill>
          <a:ln w="381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b="1">
                <a:solidFill>
                  <a:schemeClr val="tx1"/>
                </a:solidFill>
                <a:latin typeface="メイリオ" panose="020B0604030504040204" pitchFamily="50" charset="-128"/>
                <a:ea typeface="メイリオ" panose="020B0604030504040204" pitchFamily="50" charset="-128"/>
              </a:rPr>
              <a:t>ワークフロー</a:t>
            </a:r>
            <a:endParaRPr kumimoji="1" lang="en-US" altLang="ja-JP" sz="2400" b="1">
              <a:solidFill>
                <a:schemeClr val="tx1"/>
              </a:solidFill>
              <a:latin typeface="メイリオ" panose="020B0604030504040204" pitchFamily="50" charset="-128"/>
              <a:ea typeface="メイリオ" panose="020B0604030504040204" pitchFamily="50" charset="-128"/>
            </a:endParaRPr>
          </a:p>
        </p:txBody>
      </p:sp>
      <p:sp>
        <p:nvSpPr>
          <p:cNvPr id="5" name="四角形: メモ 4">
            <a:extLst>
              <a:ext uri="{FF2B5EF4-FFF2-40B4-BE49-F238E27FC236}">
                <a16:creationId xmlns:a16="http://schemas.microsoft.com/office/drawing/2014/main" id="{E50F2E41-92A4-387C-0598-058D636DC743}"/>
              </a:ext>
            </a:extLst>
          </p:cNvPr>
          <p:cNvSpPr/>
          <p:nvPr/>
        </p:nvSpPr>
        <p:spPr>
          <a:xfrm>
            <a:off x="2504769" y="1286700"/>
            <a:ext cx="1826337" cy="1343542"/>
          </a:xfrm>
          <a:prstGeom prst="foldedCorner">
            <a:avLst/>
          </a:prstGeom>
          <a:solidFill>
            <a:schemeClr val="bg2">
              <a:lumMod val="20000"/>
              <a:lumOff val="80000"/>
            </a:schemeClr>
          </a:solidFill>
          <a:ln w="3810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en-US" altLang="ja-JP" sz="2000" b="1">
              <a:solidFill>
                <a:schemeClr val="tx1"/>
              </a:solidFill>
              <a:latin typeface="メイリオ" panose="020B0604030504040204" pitchFamily="50" charset="-128"/>
              <a:ea typeface="メイリオ" panose="020B0604030504040204" pitchFamily="50" charset="-128"/>
            </a:endParaRPr>
          </a:p>
          <a:p>
            <a:pPr algn="ctr"/>
            <a:r>
              <a:rPr kumimoji="1" lang="ja-JP" altLang="en-US" sz="2000" b="1">
                <a:solidFill>
                  <a:schemeClr val="tx1"/>
                </a:solidFill>
                <a:latin typeface="メイリオ" panose="020B0604030504040204" pitchFamily="50" charset="-128"/>
                <a:ea typeface="メイリオ" panose="020B0604030504040204" pitchFamily="50" charset="-128"/>
              </a:rPr>
              <a:t>テスト結果</a:t>
            </a:r>
          </a:p>
        </p:txBody>
      </p:sp>
      <p:sp>
        <p:nvSpPr>
          <p:cNvPr id="10" name="四角形: メモ 9">
            <a:extLst>
              <a:ext uri="{FF2B5EF4-FFF2-40B4-BE49-F238E27FC236}">
                <a16:creationId xmlns:a16="http://schemas.microsoft.com/office/drawing/2014/main" id="{FB28840E-1AF7-1782-3CCC-4FB572CC9AFF}"/>
              </a:ext>
            </a:extLst>
          </p:cNvPr>
          <p:cNvSpPr/>
          <p:nvPr/>
        </p:nvSpPr>
        <p:spPr>
          <a:xfrm>
            <a:off x="3902789" y="4650657"/>
            <a:ext cx="1826337" cy="1343542"/>
          </a:xfrm>
          <a:prstGeom prst="foldedCorner">
            <a:avLst/>
          </a:prstGeom>
          <a:solidFill>
            <a:srgbClr val="C2FFBF"/>
          </a:solidFill>
          <a:ln w="38100">
            <a:solidFill>
              <a:srgbClr val="0045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en-US" altLang="ja-JP" sz="2000" b="1">
              <a:solidFill>
                <a:schemeClr val="tx1"/>
              </a:solidFill>
              <a:latin typeface="メイリオ" panose="020B0604030504040204" pitchFamily="50" charset="-128"/>
              <a:ea typeface="メイリオ" panose="020B0604030504040204" pitchFamily="50" charset="-128"/>
            </a:endParaRPr>
          </a:p>
          <a:p>
            <a:pPr algn="ctr"/>
            <a:r>
              <a:rPr kumimoji="1" lang="ja-JP" altLang="en-US" sz="2000" b="1">
                <a:solidFill>
                  <a:schemeClr val="tx1"/>
                </a:solidFill>
                <a:latin typeface="メイリオ" panose="020B0604030504040204" pitchFamily="50" charset="-128"/>
                <a:ea typeface="メイリオ" panose="020B0604030504040204" pitchFamily="50" charset="-128"/>
              </a:rPr>
              <a:t>見やすくした</a:t>
            </a:r>
            <a:endParaRPr kumimoji="1" lang="en-US" altLang="ja-JP" sz="2000" b="1">
              <a:solidFill>
                <a:schemeClr val="tx1"/>
              </a:solidFill>
              <a:latin typeface="メイリオ" panose="020B0604030504040204" pitchFamily="50" charset="-128"/>
              <a:ea typeface="メイリオ" panose="020B0604030504040204" pitchFamily="50" charset="-128"/>
            </a:endParaRPr>
          </a:p>
          <a:p>
            <a:pPr algn="ctr"/>
            <a:r>
              <a:rPr kumimoji="1" lang="ja-JP" altLang="en-US" sz="2000" b="1">
                <a:solidFill>
                  <a:schemeClr val="tx1"/>
                </a:solidFill>
                <a:latin typeface="メイリオ" panose="020B0604030504040204" pitchFamily="50" charset="-128"/>
                <a:ea typeface="メイリオ" panose="020B0604030504040204" pitchFamily="50" charset="-128"/>
              </a:rPr>
              <a:t>テスト結果</a:t>
            </a:r>
          </a:p>
        </p:txBody>
      </p:sp>
      <p:sp>
        <p:nvSpPr>
          <p:cNvPr id="13" name="二等辺三角形 12">
            <a:extLst>
              <a:ext uri="{FF2B5EF4-FFF2-40B4-BE49-F238E27FC236}">
                <a16:creationId xmlns:a16="http://schemas.microsoft.com/office/drawing/2014/main" id="{529EF8C6-155E-CA4C-A425-6D16702A22FC}"/>
              </a:ext>
            </a:extLst>
          </p:cNvPr>
          <p:cNvSpPr/>
          <p:nvPr/>
        </p:nvSpPr>
        <p:spPr>
          <a:xfrm rot="10800000">
            <a:off x="2933084" y="2763961"/>
            <a:ext cx="969705" cy="355472"/>
          </a:xfrm>
          <a:prstGeom prst="triangle">
            <a:avLst/>
          </a:prstGeom>
          <a:solidFill>
            <a:schemeClr val="bg2">
              <a:lumMod val="40000"/>
              <a:lumOff val="60000"/>
            </a:schemeClr>
          </a:solidFill>
          <a:ln w="38100">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81817428-D971-7DA5-3AB3-F4574621FFC0}"/>
              </a:ext>
            </a:extLst>
          </p:cNvPr>
          <p:cNvSpPr/>
          <p:nvPr/>
        </p:nvSpPr>
        <p:spPr>
          <a:xfrm>
            <a:off x="759541" y="2126687"/>
            <a:ext cx="1462549" cy="503555"/>
          </a:xfrm>
          <a:prstGeom prst="rect">
            <a:avLst/>
          </a:prstGeom>
          <a:solidFill>
            <a:schemeClr val="bg2">
              <a:lumMod val="20000"/>
              <a:lumOff val="80000"/>
            </a:schemeClr>
          </a:solidFill>
          <a:ln w="3810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a:solidFill>
                  <a:schemeClr val="bg2">
                    <a:lumMod val="50000"/>
                  </a:schemeClr>
                </a:solidFill>
                <a:latin typeface="メイリオ" panose="020B0604030504040204" pitchFamily="50" charset="-128"/>
                <a:ea typeface="メイリオ" panose="020B0604030504040204" pitchFamily="50" charset="-128"/>
              </a:rPr>
              <a:t>入力</a:t>
            </a:r>
            <a:endParaRPr kumimoji="1" lang="ja-JP" altLang="en-US" b="1">
              <a:solidFill>
                <a:schemeClr val="bg2">
                  <a:lumMod val="50000"/>
                </a:schemeClr>
              </a:solidFill>
              <a:latin typeface="メイリオ" panose="020B0604030504040204" pitchFamily="50" charset="-128"/>
              <a:ea typeface="メイリオ" panose="020B0604030504040204" pitchFamily="50" charset="-128"/>
            </a:endParaRPr>
          </a:p>
        </p:txBody>
      </p:sp>
      <p:sp>
        <p:nvSpPr>
          <p:cNvPr id="15" name="正方形/長方形 14">
            <a:extLst>
              <a:ext uri="{FF2B5EF4-FFF2-40B4-BE49-F238E27FC236}">
                <a16:creationId xmlns:a16="http://schemas.microsoft.com/office/drawing/2014/main" id="{E19921E1-E61A-D6FD-1F5C-3A81BEFA5D0D}"/>
              </a:ext>
            </a:extLst>
          </p:cNvPr>
          <p:cNvSpPr/>
          <p:nvPr/>
        </p:nvSpPr>
        <p:spPr>
          <a:xfrm>
            <a:off x="10314645" y="4650657"/>
            <a:ext cx="1462549" cy="503555"/>
          </a:xfrm>
          <a:prstGeom prst="rect">
            <a:avLst/>
          </a:prstGeom>
          <a:solidFill>
            <a:srgbClr val="C2FFBF"/>
          </a:solidFill>
          <a:ln w="38100">
            <a:solidFill>
              <a:srgbClr val="0045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a:solidFill>
                  <a:srgbClr val="004524"/>
                </a:solidFill>
                <a:latin typeface="メイリオ" panose="020B0604030504040204" pitchFamily="50" charset="-128"/>
                <a:ea typeface="メイリオ" panose="020B0604030504040204" pitchFamily="50" charset="-128"/>
              </a:rPr>
              <a:t>出力</a:t>
            </a:r>
          </a:p>
        </p:txBody>
      </p:sp>
      <p:sp>
        <p:nvSpPr>
          <p:cNvPr id="18" name="四角形: メモ 17">
            <a:extLst>
              <a:ext uri="{FF2B5EF4-FFF2-40B4-BE49-F238E27FC236}">
                <a16:creationId xmlns:a16="http://schemas.microsoft.com/office/drawing/2014/main" id="{1FB94421-2EA8-F8EB-7B87-919D31F24315}"/>
              </a:ext>
            </a:extLst>
          </p:cNvPr>
          <p:cNvSpPr/>
          <p:nvPr/>
        </p:nvSpPr>
        <p:spPr>
          <a:xfrm>
            <a:off x="8247420" y="4650657"/>
            <a:ext cx="1826337" cy="1343542"/>
          </a:xfrm>
          <a:prstGeom prst="foldedCorner">
            <a:avLst/>
          </a:prstGeom>
          <a:solidFill>
            <a:srgbClr val="C2FFBF"/>
          </a:solidFill>
          <a:ln w="38100">
            <a:solidFill>
              <a:srgbClr val="0045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en-US" altLang="ja-JP" sz="2000" b="1">
              <a:solidFill>
                <a:schemeClr val="tx1"/>
              </a:solidFill>
              <a:latin typeface="メイリオ" panose="020B0604030504040204" pitchFamily="50" charset="-128"/>
              <a:ea typeface="メイリオ" panose="020B0604030504040204" pitchFamily="50" charset="-128"/>
            </a:endParaRPr>
          </a:p>
          <a:p>
            <a:pPr algn="ctr"/>
            <a:r>
              <a:rPr lang="en-US" altLang="ja-JP" sz="2000" b="1">
                <a:solidFill>
                  <a:schemeClr val="tx1"/>
                </a:solidFill>
                <a:latin typeface="メイリオ" panose="020B0604030504040204" pitchFamily="50" charset="-128"/>
                <a:ea typeface="メイリオ" panose="020B0604030504040204" pitchFamily="50" charset="-128"/>
              </a:rPr>
              <a:t>AI</a:t>
            </a:r>
            <a:r>
              <a:rPr lang="ja-JP" altLang="en-US" sz="2000" b="1">
                <a:solidFill>
                  <a:schemeClr val="tx1"/>
                </a:solidFill>
                <a:latin typeface="メイリオ" panose="020B0604030504040204" pitchFamily="50" charset="-128"/>
                <a:ea typeface="メイリオ" panose="020B0604030504040204" pitchFamily="50" charset="-128"/>
              </a:rPr>
              <a:t>による</a:t>
            </a:r>
            <a:endParaRPr lang="en-US" altLang="ja-JP" sz="2000" b="1">
              <a:solidFill>
                <a:schemeClr val="tx1"/>
              </a:solidFill>
              <a:latin typeface="メイリオ" panose="020B0604030504040204" pitchFamily="50" charset="-128"/>
              <a:ea typeface="メイリオ" panose="020B0604030504040204" pitchFamily="50" charset="-128"/>
            </a:endParaRPr>
          </a:p>
          <a:p>
            <a:pPr algn="ctr"/>
            <a:r>
              <a:rPr lang="ja-JP" altLang="en-US" sz="2000" b="1">
                <a:solidFill>
                  <a:schemeClr val="tx1"/>
                </a:solidFill>
                <a:latin typeface="メイリオ" panose="020B0604030504040204" pitchFamily="50" charset="-128"/>
                <a:ea typeface="メイリオ" panose="020B0604030504040204" pitchFamily="50" charset="-128"/>
              </a:rPr>
              <a:t>分析結果</a:t>
            </a:r>
            <a:endParaRPr kumimoji="1" lang="en-US" altLang="ja-JP" sz="2000" b="1">
              <a:solidFill>
                <a:schemeClr val="tx1"/>
              </a:solidFill>
              <a:latin typeface="メイリオ" panose="020B0604030504040204" pitchFamily="50" charset="-128"/>
              <a:ea typeface="メイリオ" panose="020B0604030504040204" pitchFamily="50" charset="-128"/>
            </a:endParaRPr>
          </a:p>
        </p:txBody>
      </p:sp>
      <p:sp>
        <p:nvSpPr>
          <p:cNvPr id="19" name="四角形: メモ 18">
            <a:extLst>
              <a:ext uri="{FF2B5EF4-FFF2-40B4-BE49-F238E27FC236}">
                <a16:creationId xmlns:a16="http://schemas.microsoft.com/office/drawing/2014/main" id="{162F57F9-5B02-32EA-004C-8A7100F85DB0}"/>
              </a:ext>
            </a:extLst>
          </p:cNvPr>
          <p:cNvSpPr/>
          <p:nvPr/>
        </p:nvSpPr>
        <p:spPr>
          <a:xfrm>
            <a:off x="6079397" y="4650657"/>
            <a:ext cx="1826337" cy="1343542"/>
          </a:xfrm>
          <a:prstGeom prst="foldedCorner">
            <a:avLst/>
          </a:prstGeom>
          <a:solidFill>
            <a:srgbClr val="C2FFBF"/>
          </a:solidFill>
          <a:ln w="38100">
            <a:solidFill>
              <a:srgbClr val="0045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en-US" altLang="ja-JP" sz="2000" b="1">
              <a:solidFill>
                <a:schemeClr val="tx1"/>
              </a:solidFill>
              <a:latin typeface="メイリオ" panose="020B0604030504040204" pitchFamily="50" charset="-128"/>
              <a:ea typeface="メイリオ" panose="020B0604030504040204" pitchFamily="50" charset="-128"/>
            </a:endParaRPr>
          </a:p>
          <a:p>
            <a:pPr algn="ctr"/>
            <a:r>
              <a:rPr kumimoji="1" lang="en-US" altLang="ja-JP" sz="2000" b="1">
                <a:solidFill>
                  <a:schemeClr val="tx1"/>
                </a:solidFill>
                <a:latin typeface="メイリオ" panose="020B0604030504040204" pitchFamily="50" charset="-128"/>
                <a:ea typeface="メイリオ" panose="020B0604030504040204" pitchFamily="50" charset="-128"/>
              </a:rPr>
              <a:t>Slack</a:t>
            </a:r>
            <a:r>
              <a:rPr kumimoji="1" lang="ja-JP" altLang="en-US" sz="2000" b="1">
                <a:solidFill>
                  <a:schemeClr val="tx1"/>
                </a:solidFill>
                <a:latin typeface="メイリオ" panose="020B0604030504040204" pitchFamily="50" charset="-128"/>
                <a:ea typeface="メイリオ" panose="020B0604030504040204" pitchFamily="50" charset="-128"/>
              </a:rPr>
              <a:t>通知</a:t>
            </a:r>
            <a:endParaRPr kumimoji="1" lang="en-US" altLang="ja-JP" sz="2000" b="1">
              <a:solidFill>
                <a:schemeClr val="tx1"/>
              </a:solidFill>
              <a:latin typeface="メイリオ" panose="020B0604030504040204" pitchFamily="50" charset="-128"/>
              <a:ea typeface="メイリオ" panose="020B0604030504040204" pitchFamily="50" charset="-128"/>
            </a:endParaRPr>
          </a:p>
        </p:txBody>
      </p:sp>
      <p:sp>
        <p:nvSpPr>
          <p:cNvPr id="20" name="二等辺三角形 19">
            <a:extLst>
              <a:ext uri="{FF2B5EF4-FFF2-40B4-BE49-F238E27FC236}">
                <a16:creationId xmlns:a16="http://schemas.microsoft.com/office/drawing/2014/main" id="{B8280394-E673-E61D-DDF4-AE41DED6D97F}"/>
              </a:ext>
            </a:extLst>
          </p:cNvPr>
          <p:cNvSpPr/>
          <p:nvPr/>
        </p:nvSpPr>
        <p:spPr>
          <a:xfrm rot="10800000">
            <a:off x="4331104" y="4201877"/>
            <a:ext cx="969705" cy="355472"/>
          </a:xfrm>
          <a:prstGeom prst="triangle">
            <a:avLst/>
          </a:prstGeom>
          <a:solidFill>
            <a:srgbClr val="78FF71"/>
          </a:solidFill>
          <a:ln w="38100">
            <a:solidFill>
              <a:srgbClr val="0045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二等辺三角形 20">
            <a:extLst>
              <a:ext uri="{FF2B5EF4-FFF2-40B4-BE49-F238E27FC236}">
                <a16:creationId xmlns:a16="http://schemas.microsoft.com/office/drawing/2014/main" id="{EC1CC169-6E75-623C-6954-2D0C49C579A5}"/>
              </a:ext>
            </a:extLst>
          </p:cNvPr>
          <p:cNvSpPr/>
          <p:nvPr/>
        </p:nvSpPr>
        <p:spPr>
          <a:xfrm rot="10800000">
            <a:off x="6507712" y="4196847"/>
            <a:ext cx="969705" cy="355472"/>
          </a:xfrm>
          <a:prstGeom prst="triangle">
            <a:avLst/>
          </a:prstGeom>
          <a:solidFill>
            <a:srgbClr val="78FF71"/>
          </a:solidFill>
          <a:ln w="38100">
            <a:solidFill>
              <a:srgbClr val="0045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二等辺三角形 21">
            <a:extLst>
              <a:ext uri="{FF2B5EF4-FFF2-40B4-BE49-F238E27FC236}">
                <a16:creationId xmlns:a16="http://schemas.microsoft.com/office/drawing/2014/main" id="{6A877178-7AF0-0789-AA37-AF11C5698513}"/>
              </a:ext>
            </a:extLst>
          </p:cNvPr>
          <p:cNvSpPr/>
          <p:nvPr/>
        </p:nvSpPr>
        <p:spPr>
          <a:xfrm rot="10800000">
            <a:off x="8684319" y="4203481"/>
            <a:ext cx="969705" cy="355472"/>
          </a:xfrm>
          <a:prstGeom prst="triangle">
            <a:avLst/>
          </a:prstGeom>
          <a:solidFill>
            <a:srgbClr val="78FF71"/>
          </a:solidFill>
          <a:ln w="38100">
            <a:solidFill>
              <a:srgbClr val="0045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7115368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0A303-780A-BC70-7C94-425AE742884F}"/>
            </a:ext>
          </a:extLst>
        </p:cNvPr>
        <p:cNvGrpSpPr/>
        <p:nvPr/>
      </p:nvGrpSpPr>
      <p:grpSpPr>
        <a:xfrm>
          <a:off x="0" y="0"/>
          <a:ext cx="0" cy="0"/>
          <a:chOff x="0" y="0"/>
          <a:chExt cx="0" cy="0"/>
        </a:xfrm>
      </p:grpSpPr>
      <p:pic>
        <p:nvPicPr>
          <p:cNvPr id="7" name="図 6">
            <a:extLst>
              <a:ext uri="{FF2B5EF4-FFF2-40B4-BE49-F238E27FC236}">
                <a16:creationId xmlns:a16="http://schemas.microsoft.com/office/drawing/2014/main" id="{A3AF4A5E-525B-CDE5-2B48-B228615E004B}"/>
              </a:ext>
            </a:extLst>
          </p:cNvPr>
          <p:cNvPicPr>
            <a:picLocks noChangeAspect="1"/>
          </p:cNvPicPr>
          <p:nvPr/>
        </p:nvPicPr>
        <p:blipFill>
          <a:blip r:embed="rId2"/>
          <a:srcRect/>
          <a:stretch/>
        </p:blipFill>
        <p:spPr>
          <a:xfrm>
            <a:off x="9909720" y="1733211"/>
            <a:ext cx="1522739" cy="1522739"/>
          </a:xfrm>
          <a:prstGeom prst="rect">
            <a:avLst/>
          </a:prstGeom>
        </p:spPr>
      </p:pic>
      <p:sp>
        <p:nvSpPr>
          <p:cNvPr id="2" name="タイトル 1">
            <a:extLst>
              <a:ext uri="{FF2B5EF4-FFF2-40B4-BE49-F238E27FC236}">
                <a16:creationId xmlns:a16="http://schemas.microsoft.com/office/drawing/2014/main" id="{ACA0E626-9B85-ABAC-B276-E12F335D18B7}"/>
              </a:ext>
            </a:extLst>
          </p:cNvPr>
          <p:cNvSpPr>
            <a:spLocks noGrp="1"/>
          </p:cNvSpPr>
          <p:nvPr>
            <p:ph type="title"/>
          </p:nvPr>
        </p:nvSpPr>
        <p:spPr>
          <a:xfrm>
            <a:off x="759541" y="535713"/>
            <a:ext cx="10515600" cy="503555"/>
          </a:xfrm>
        </p:spPr>
        <p:txBody>
          <a:bodyPr/>
          <a:lstStyle/>
          <a:p>
            <a:r>
              <a:rPr lang="ja-JP" altLang="en-US" b="1">
                <a:latin typeface="メイリオ" panose="020B0604030504040204" pitchFamily="50" charset="-128"/>
                <a:ea typeface="メイリオ" panose="020B0604030504040204" pitchFamily="50" charset="-128"/>
              </a:rPr>
              <a:t>研修準備：作業環境構築</a:t>
            </a:r>
          </a:p>
        </p:txBody>
      </p:sp>
      <p:sp>
        <p:nvSpPr>
          <p:cNvPr id="4" name="スライド番号プレースホルダー 3">
            <a:extLst>
              <a:ext uri="{FF2B5EF4-FFF2-40B4-BE49-F238E27FC236}">
                <a16:creationId xmlns:a16="http://schemas.microsoft.com/office/drawing/2014/main" id="{50985CF6-850B-6BE1-D4E2-F0F144446074}"/>
              </a:ext>
            </a:extLst>
          </p:cNvPr>
          <p:cNvSpPr>
            <a:spLocks noGrp="1"/>
          </p:cNvSpPr>
          <p:nvPr>
            <p:ph type="sldNum" sz="quarter" idx="12"/>
          </p:nvPr>
        </p:nvSpPr>
        <p:spPr/>
        <p:txBody>
          <a:bodyPr/>
          <a:lstStyle/>
          <a:p>
            <a:fld id="{AEA9F59F-5AEA-DB42-A066-0EDE44B4D5E7}" type="slidenum">
              <a:rPr lang="ja-JP" altLang="en-US" smtClean="0"/>
              <a:pPr/>
              <a:t>5</a:t>
            </a:fld>
            <a:endParaRPr lang="ja-JP" altLang="en-US"/>
          </a:p>
        </p:txBody>
      </p:sp>
      <p:sp>
        <p:nvSpPr>
          <p:cNvPr id="3" name="タイトル 1">
            <a:extLst>
              <a:ext uri="{FF2B5EF4-FFF2-40B4-BE49-F238E27FC236}">
                <a16:creationId xmlns:a16="http://schemas.microsoft.com/office/drawing/2014/main" id="{5BE95A71-6280-7834-7CB4-373B6BE17B27}"/>
              </a:ext>
            </a:extLst>
          </p:cNvPr>
          <p:cNvSpPr txBox="1">
            <a:spLocks/>
          </p:cNvSpPr>
          <p:nvPr/>
        </p:nvSpPr>
        <p:spPr>
          <a:xfrm>
            <a:off x="759541" y="1733211"/>
            <a:ext cx="8959644" cy="380235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3200" b="0" i="0" kern="1200">
                <a:solidFill>
                  <a:srgbClr val="004098"/>
                </a:solidFill>
                <a:latin typeface="Yu Gothic Medium" panose="020B0400000000000000" pitchFamily="34" charset="-128"/>
                <a:ea typeface="Yu Gothic Medium" panose="020B0400000000000000" pitchFamily="34" charset="-128"/>
                <a:cs typeface="+mj-cs"/>
              </a:defRPr>
            </a:lvl1pPr>
          </a:lstStyle>
          <a:p>
            <a:pPr>
              <a:lnSpc>
                <a:spcPct val="100000"/>
              </a:lnSpc>
            </a:pPr>
            <a:r>
              <a:rPr lang="en-US" altLang="ja-JP" sz="2400" b="1">
                <a:solidFill>
                  <a:schemeClr val="tx1"/>
                </a:solidFill>
                <a:latin typeface="メイリオ" panose="020B0604030504040204" pitchFamily="50" charset="-128"/>
                <a:ea typeface="メイリオ" panose="020B0604030504040204" pitchFamily="50" charset="-128"/>
              </a:rPr>
              <a:t>【</a:t>
            </a:r>
            <a:r>
              <a:rPr lang="ja-JP" altLang="en-US" sz="2400" b="1">
                <a:solidFill>
                  <a:schemeClr val="tx1"/>
                </a:solidFill>
                <a:latin typeface="メイリオ" panose="020B0604030504040204" pitchFamily="50" charset="-128"/>
                <a:ea typeface="メイリオ" panose="020B0604030504040204" pitchFamily="50" charset="-128"/>
              </a:rPr>
              <a:t>必須</a:t>
            </a:r>
            <a:r>
              <a:rPr lang="en-US" altLang="ja-JP" sz="2400" b="1">
                <a:solidFill>
                  <a:schemeClr val="tx1"/>
                </a:solidFill>
                <a:latin typeface="メイリオ" panose="020B0604030504040204" pitchFamily="50" charset="-128"/>
                <a:ea typeface="メイリオ" panose="020B0604030504040204" pitchFamily="50" charset="-128"/>
              </a:rPr>
              <a:t>】Python</a:t>
            </a:r>
            <a:r>
              <a:rPr lang="ja-JP" altLang="en-US" sz="2400">
                <a:solidFill>
                  <a:schemeClr val="tx1"/>
                </a:solidFill>
                <a:latin typeface="メイリオ" panose="020B0604030504040204" pitchFamily="50" charset="-128"/>
                <a:ea typeface="メイリオ" panose="020B0604030504040204" pitchFamily="50" charset="-128"/>
              </a:rPr>
              <a:t>の環境構築が完了している</a:t>
            </a:r>
            <a:endParaRPr lang="en-US" altLang="ja-JP" sz="2400" b="1">
              <a:solidFill>
                <a:schemeClr val="tx1"/>
              </a:solidFill>
              <a:latin typeface="メイリオ" panose="020B0604030504040204" pitchFamily="50" charset="-128"/>
              <a:ea typeface="メイリオ" panose="020B0604030504040204" pitchFamily="50" charset="-128"/>
            </a:endParaRPr>
          </a:p>
          <a:p>
            <a:pPr marL="914400" lvl="1" indent="-457200">
              <a:lnSpc>
                <a:spcPct val="150000"/>
              </a:lnSpc>
              <a:buFont typeface="Arial" panose="020B0604020202020204" pitchFamily="34" charset="0"/>
              <a:buChar char="•"/>
            </a:pPr>
            <a:r>
              <a:rPr lang="en-US" altLang="ja-JP" sz="2000" b="1">
                <a:latin typeface="メイリオ" panose="020B0604030504040204" pitchFamily="50" charset="-128"/>
                <a:ea typeface="メイリオ" panose="020B0604030504040204" pitchFamily="50" charset="-128"/>
              </a:rPr>
              <a:t>Python</a:t>
            </a:r>
            <a:r>
              <a:rPr lang="ja-JP" altLang="en-US" sz="2000">
                <a:latin typeface="メイリオ" panose="020B0604030504040204" pitchFamily="50" charset="-128"/>
                <a:ea typeface="メイリオ" panose="020B0604030504040204" pitchFamily="50" charset="-128"/>
              </a:rPr>
              <a:t>の導入</a:t>
            </a:r>
            <a:endParaRPr lang="en-US" altLang="ja-JP" sz="2000">
              <a:latin typeface="メイリオ" panose="020B0604030504040204" pitchFamily="50" charset="-128"/>
              <a:ea typeface="メイリオ" panose="020B0604030504040204" pitchFamily="50" charset="-128"/>
            </a:endParaRPr>
          </a:p>
          <a:p>
            <a:pPr marL="1371600" lvl="2" indent="-457200">
              <a:lnSpc>
                <a:spcPct val="150000"/>
              </a:lnSpc>
              <a:buFont typeface="Arial" panose="020B0604020202020204" pitchFamily="34" charset="0"/>
              <a:buChar char="•"/>
            </a:pPr>
            <a:r>
              <a:rPr lang="ja-JP" altLang="en-US" sz="2000">
                <a:latin typeface="メイリオ" panose="020B0604030504040204" pitchFamily="50" charset="-128"/>
                <a:ea typeface="メイリオ" panose="020B0604030504040204" pitchFamily="50" charset="-128"/>
              </a:rPr>
              <a:t>コマンドプロンプトで</a:t>
            </a:r>
            <a:r>
              <a:rPr lang="en-US" altLang="ja-JP" sz="2000">
                <a:latin typeface="メイリオ" panose="020B0604030504040204" pitchFamily="50" charset="-128"/>
                <a:ea typeface="メイリオ" panose="020B0604030504040204" pitchFamily="50" charset="-128"/>
              </a:rPr>
              <a:t>[ </a:t>
            </a:r>
            <a:r>
              <a:rPr lang="en-US" altLang="ja-JP" sz="2000">
                <a:latin typeface="Cascadia Code Light" panose="020B0609020000020004" pitchFamily="49" charset="0"/>
                <a:ea typeface="Cascadia Code Light" panose="020B0609020000020004" pitchFamily="49" charset="0"/>
                <a:cs typeface="Cascadia Code Light" panose="020B0609020000020004" pitchFamily="49" charset="0"/>
              </a:rPr>
              <a:t>python ~~~.py </a:t>
            </a:r>
            <a:r>
              <a:rPr lang="en-US" altLang="ja-JP" sz="2000">
                <a:latin typeface="メイリオ" panose="020B0604030504040204" pitchFamily="50" charset="-128"/>
                <a:ea typeface="メイリオ" panose="020B0604030504040204" pitchFamily="50" charset="-128"/>
              </a:rPr>
              <a:t>]</a:t>
            </a:r>
            <a:r>
              <a:rPr lang="ja-JP" altLang="en-US" sz="2000">
                <a:latin typeface="メイリオ" panose="020B0604030504040204" pitchFamily="50" charset="-128"/>
                <a:ea typeface="メイリオ" panose="020B0604030504040204" pitchFamily="50" charset="-128"/>
              </a:rPr>
              <a:t>が実行できる</a:t>
            </a:r>
            <a:endParaRPr lang="en-US" altLang="ja-JP" sz="2000">
              <a:latin typeface="メイリオ" panose="020B0604030504040204" pitchFamily="50" charset="-128"/>
              <a:ea typeface="メイリオ" panose="020B0604030504040204" pitchFamily="50" charset="-128"/>
            </a:endParaRPr>
          </a:p>
          <a:p>
            <a:pPr marL="914400" lvl="1" indent="-457200">
              <a:lnSpc>
                <a:spcPct val="150000"/>
              </a:lnSpc>
              <a:buFont typeface="Arial" panose="020B0604020202020204" pitchFamily="34" charset="0"/>
              <a:buChar char="•"/>
            </a:pPr>
            <a:r>
              <a:rPr lang="en-US" altLang="ja-JP" sz="2000" b="1" dirty="0" err="1">
                <a:latin typeface="メイリオ"/>
                <a:ea typeface="メイリオ"/>
              </a:rPr>
              <a:t>Vscode</a:t>
            </a:r>
            <a:r>
              <a:rPr lang="ja-JP" altLang="en-US" sz="2000" dirty="0">
                <a:latin typeface="メイリオ"/>
                <a:ea typeface="メイリオ"/>
              </a:rPr>
              <a:t>の導入</a:t>
            </a:r>
            <a:endParaRPr lang="en-US" altLang="ja-JP" sz="2000" dirty="0">
              <a:latin typeface="メイリオ"/>
              <a:ea typeface="メイリオ"/>
            </a:endParaRPr>
          </a:p>
          <a:p>
            <a:pPr marL="914400" lvl="1" indent="-457200">
              <a:lnSpc>
                <a:spcPct val="150000"/>
              </a:lnSpc>
              <a:buFont typeface="Arial" panose="020B0604020202020204" pitchFamily="34" charset="0"/>
              <a:buChar char="•"/>
            </a:pPr>
            <a:r>
              <a:rPr lang="ja-JP" altLang="en-US" sz="2000">
                <a:latin typeface="メイリオ"/>
                <a:ea typeface="メイリオ"/>
              </a:rPr>
              <a:t>できていない場合は</a:t>
            </a:r>
            <a:r>
              <a:rPr lang="ja-JP" altLang="en-US" sz="2000" dirty="0">
                <a:latin typeface="メイリオ"/>
                <a:ea typeface="メイリオ"/>
                <a:hlinkClick r:id="rId3"/>
              </a:rPr>
              <a:t>こちら</a:t>
            </a:r>
            <a:r>
              <a:rPr lang="ja-JP" altLang="en-US" sz="2000">
                <a:latin typeface="メイリオ"/>
                <a:ea typeface="メイリオ"/>
              </a:rPr>
              <a:t>から</a:t>
            </a:r>
            <a:endParaRPr lang="en-US" altLang="ja-JP" sz="2000">
              <a:latin typeface="メイリオ"/>
              <a:ea typeface="メイリオ"/>
            </a:endParaRPr>
          </a:p>
          <a:p>
            <a:pPr marL="914400" lvl="1" indent="-457200">
              <a:lnSpc>
                <a:spcPct val="150000"/>
              </a:lnSpc>
              <a:buFont typeface="Arial" panose="020B0604020202020204" pitchFamily="34" charset="0"/>
              <a:buChar char="•"/>
            </a:pPr>
            <a:endParaRPr lang="en-US" altLang="ja-JP" sz="2000">
              <a:latin typeface="メイリオ" panose="020B0604030504040204" pitchFamily="50" charset="-128"/>
              <a:ea typeface="メイリオ" panose="020B0604030504040204" pitchFamily="50" charset="-128"/>
            </a:endParaRPr>
          </a:p>
          <a:p>
            <a:pPr marL="914400" lvl="1" indent="-457200">
              <a:lnSpc>
                <a:spcPct val="150000"/>
              </a:lnSpc>
              <a:buFont typeface="Arial" panose="020B0604020202020204" pitchFamily="34" charset="0"/>
              <a:buChar char="•"/>
            </a:pPr>
            <a:r>
              <a:rPr lang="ja-JP" altLang="en-US" sz="100">
                <a:latin typeface="メイリオ" panose="020B0604030504040204" pitchFamily="50" charset="-128"/>
                <a:ea typeface="メイリオ" panose="020B0604030504040204" pitchFamily="50" charset="-128"/>
              </a:rPr>
              <a:t>活用したテスト結果の分析</a:t>
            </a:r>
            <a:endParaRPr lang="en-US" altLang="ja-JP" sz="100">
              <a:latin typeface="メイリオ" panose="020B0604030504040204" pitchFamily="50" charset="-128"/>
              <a:ea typeface="メイリオ" panose="020B0604030504040204" pitchFamily="50" charset="-128"/>
            </a:endParaRPr>
          </a:p>
          <a:p>
            <a:pPr>
              <a:lnSpc>
                <a:spcPct val="100000"/>
              </a:lnSpc>
            </a:pPr>
            <a:r>
              <a:rPr lang="en-US" altLang="ja-JP" sz="2400" b="1">
                <a:solidFill>
                  <a:schemeClr val="tx1"/>
                </a:solidFill>
                <a:latin typeface="メイリオ" panose="020B0604030504040204" pitchFamily="50" charset="-128"/>
                <a:ea typeface="メイリオ" panose="020B0604030504040204" pitchFamily="50" charset="-128"/>
              </a:rPr>
              <a:t>【</a:t>
            </a:r>
            <a:r>
              <a:rPr lang="ja-JP" altLang="en-US" sz="2400" b="1">
                <a:solidFill>
                  <a:schemeClr val="tx1"/>
                </a:solidFill>
                <a:latin typeface="メイリオ" panose="020B0604030504040204" pitchFamily="50" charset="-128"/>
                <a:ea typeface="メイリオ" panose="020B0604030504040204" pitchFamily="50" charset="-128"/>
              </a:rPr>
              <a:t>推奨</a:t>
            </a:r>
            <a:r>
              <a:rPr lang="en-US" altLang="ja-JP" sz="2400" b="1">
                <a:solidFill>
                  <a:schemeClr val="tx1"/>
                </a:solidFill>
                <a:latin typeface="メイリオ" panose="020B0604030504040204" pitchFamily="50" charset="-128"/>
                <a:ea typeface="メイリオ" panose="020B0604030504040204" pitchFamily="50" charset="-128"/>
              </a:rPr>
              <a:t>】GitHub</a:t>
            </a:r>
            <a:r>
              <a:rPr lang="ja-JP" altLang="en-US" sz="2400">
                <a:solidFill>
                  <a:schemeClr val="tx1"/>
                </a:solidFill>
                <a:latin typeface="メイリオ" panose="020B0604030504040204" pitchFamily="50" charset="-128"/>
                <a:ea typeface="メイリオ" panose="020B0604030504040204" pitchFamily="50" charset="-128"/>
              </a:rPr>
              <a:t>の使用方法を理解している</a:t>
            </a:r>
            <a:endParaRPr lang="en-US" altLang="ja-JP" sz="2400">
              <a:solidFill>
                <a:schemeClr val="tx1"/>
              </a:solidFill>
              <a:latin typeface="メイリオ" panose="020B0604030504040204" pitchFamily="50" charset="-128"/>
              <a:ea typeface="メイリオ" panose="020B0604030504040204" pitchFamily="50" charset="-128"/>
            </a:endParaRPr>
          </a:p>
          <a:p>
            <a:pPr marL="914400" lvl="1" indent="-457200">
              <a:lnSpc>
                <a:spcPct val="150000"/>
              </a:lnSpc>
              <a:buFont typeface="Arial" panose="020B0604020202020204" pitchFamily="34" charset="0"/>
              <a:buChar char="•"/>
            </a:pPr>
            <a:r>
              <a:rPr lang="ja-JP" altLang="en-US" sz="2000">
                <a:latin typeface="メイリオ" panose="020B0604030504040204" pitchFamily="50" charset="-128"/>
                <a:ea typeface="メイリオ" panose="020B0604030504040204" pitchFamily="50" charset="-128"/>
              </a:rPr>
              <a:t>基礎的な用語やコマンドの意味が分かっている</a:t>
            </a:r>
            <a:endParaRPr lang="en-US" altLang="ja-JP" sz="2000">
              <a:latin typeface="メイリオ" panose="020B0604030504040204" pitchFamily="50" charset="-128"/>
              <a:ea typeface="メイリオ" panose="020B0604030504040204" pitchFamily="50" charset="-128"/>
            </a:endParaRPr>
          </a:p>
          <a:p>
            <a:pPr marL="914400" lvl="1" indent="-457200">
              <a:lnSpc>
                <a:spcPct val="150000"/>
              </a:lnSpc>
              <a:buFont typeface="Arial" panose="020B0604020202020204" pitchFamily="34" charset="0"/>
              <a:buChar char="•"/>
            </a:pPr>
            <a:r>
              <a:rPr lang="ja-JP" altLang="en-US" sz="2000">
                <a:latin typeface="メイリオ"/>
                <a:ea typeface="メイリオ"/>
              </a:rPr>
              <a:t>(プルリクエストなどを活用し、作業の証跡を残すことができる)</a:t>
            </a:r>
            <a:endParaRPr lang="en-US" altLang="ja-JP" sz="2000">
              <a:latin typeface="メイリオ" panose="020B0604030504040204" pitchFamily="50" charset="-128"/>
              <a:ea typeface="メイリオ" panose="020B0604030504040204" pitchFamily="50" charset="-128"/>
            </a:endParaRPr>
          </a:p>
          <a:p>
            <a:pPr marL="914400" lvl="1" indent="-457200">
              <a:lnSpc>
                <a:spcPct val="150000"/>
              </a:lnSpc>
              <a:buFont typeface="Arial" panose="020B0604020202020204" pitchFamily="34" charset="0"/>
              <a:buChar char="•"/>
            </a:pPr>
            <a:r>
              <a:rPr lang="en-US" altLang="ja-JP" sz="100">
                <a:latin typeface="メイリオ" panose="020B0604030504040204" pitchFamily="50" charset="-128"/>
                <a:ea typeface="メイリオ" panose="020B0604030504040204" pitchFamily="50" charset="-128"/>
              </a:rPr>
              <a:t>p</a:t>
            </a:r>
            <a:r>
              <a:rPr lang="ja-JP" altLang="en-US" sz="100">
                <a:latin typeface="メイリオ" panose="020B0604030504040204" pitchFamily="50" charset="-128"/>
                <a:ea typeface="メイリオ" panose="020B0604030504040204" pitchFamily="50" charset="-128"/>
              </a:rPr>
              <a:t>の分析</a:t>
            </a:r>
          </a:p>
          <a:p>
            <a:pPr marL="914400" lvl="1" indent="-457200">
              <a:lnSpc>
                <a:spcPct val="150000"/>
              </a:lnSpc>
              <a:buFont typeface="Arial" panose="020B0604020202020204" pitchFamily="34" charset="0"/>
              <a:buChar char="•"/>
            </a:pPr>
            <a:endParaRPr lang="ja-JP" altLang="en-US" sz="100">
              <a:latin typeface="メイリオ" panose="020B0604030504040204" pitchFamily="50" charset="-128"/>
              <a:ea typeface="メイリオ" panose="020B0604030504040204" pitchFamily="50" charset="-128"/>
            </a:endParaRPr>
          </a:p>
        </p:txBody>
      </p:sp>
      <p:pic>
        <p:nvPicPr>
          <p:cNvPr id="6" name="図 5" descr="アイコン&#10;&#10;AI 生成コンテンツは誤りを含む可能性があります。">
            <a:extLst>
              <a:ext uri="{FF2B5EF4-FFF2-40B4-BE49-F238E27FC236}">
                <a16:creationId xmlns:a16="http://schemas.microsoft.com/office/drawing/2014/main" id="{A0CE100E-2CC7-D26B-97D3-85383379CC94}"/>
              </a:ext>
            </a:extLst>
          </p:cNvPr>
          <p:cNvPicPr>
            <a:picLocks noChangeAspect="1"/>
          </p:cNvPicPr>
          <p:nvPr/>
        </p:nvPicPr>
        <p:blipFill>
          <a:blip r:embed="rId4"/>
          <a:stretch>
            <a:fillRect/>
          </a:stretch>
        </p:blipFill>
        <p:spPr>
          <a:xfrm>
            <a:off x="9909720" y="3919801"/>
            <a:ext cx="1628188" cy="1615760"/>
          </a:xfrm>
          <a:prstGeom prst="rect">
            <a:avLst/>
          </a:prstGeom>
        </p:spPr>
      </p:pic>
    </p:spTree>
    <p:extLst>
      <p:ext uri="{BB962C8B-B14F-4D97-AF65-F5344CB8AC3E}">
        <p14:creationId xmlns:p14="http://schemas.microsoft.com/office/powerpoint/2010/main" val="28116831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6035E-5A07-9FC2-F928-B3978BDE0D7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714E728-C192-DCB9-F197-B33BE41353E7}"/>
              </a:ext>
            </a:extLst>
          </p:cNvPr>
          <p:cNvSpPr>
            <a:spLocks noGrp="1"/>
          </p:cNvSpPr>
          <p:nvPr>
            <p:ph type="title"/>
          </p:nvPr>
        </p:nvSpPr>
        <p:spPr>
          <a:xfrm>
            <a:off x="759541" y="535713"/>
            <a:ext cx="10515600" cy="503555"/>
          </a:xfrm>
        </p:spPr>
        <p:txBody>
          <a:bodyPr/>
          <a:lstStyle/>
          <a:p>
            <a:r>
              <a:rPr lang="ja-JP" altLang="en-US" b="1">
                <a:latin typeface="メイリオ" panose="020B0604030504040204" pitchFamily="50" charset="-128"/>
                <a:ea typeface="メイリオ" panose="020B0604030504040204" pitchFamily="50" charset="-128"/>
              </a:rPr>
              <a:t>研修準備：作業環境構築</a:t>
            </a:r>
          </a:p>
        </p:txBody>
      </p:sp>
      <p:sp>
        <p:nvSpPr>
          <p:cNvPr id="4" name="スライド番号プレースホルダー 3">
            <a:extLst>
              <a:ext uri="{FF2B5EF4-FFF2-40B4-BE49-F238E27FC236}">
                <a16:creationId xmlns:a16="http://schemas.microsoft.com/office/drawing/2014/main" id="{5A43F3BD-8513-86BF-456F-35504688A7AD}"/>
              </a:ext>
            </a:extLst>
          </p:cNvPr>
          <p:cNvSpPr>
            <a:spLocks noGrp="1"/>
          </p:cNvSpPr>
          <p:nvPr>
            <p:ph type="sldNum" sz="quarter" idx="12"/>
          </p:nvPr>
        </p:nvSpPr>
        <p:spPr/>
        <p:txBody>
          <a:bodyPr/>
          <a:lstStyle/>
          <a:p>
            <a:fld id="{AEA9F59F-5AEA-DB42-A066-0EDE44B4D5E7}" type="slidenum">
              <a:rPr lang="ja-JP" altLang="en-US" smtClean="0"/>
              <a:pPr/>
              <a:t>6</a:t>
            </a:fld>
            <a:endParaRPr lang="ja-JP" altLang="en-US"/>
          </a:p>
        </p:txBody>
      </p:sp>
      <p:sp>
        <p:nvSpPr>
          <p:cNvPr id="3" name="タイトル 1">
            <a:extLst>
              <a:ext uri="{FF2B5EF4-FFF2-40B4-BE49-F238E27FC236}">
                <a16:creationId xmlns:a16="http://schemas.microsoft.com/office/drawing/2014/main" id="{29760A9B-1B89-772F-F554-F49FF811F7D4}"/>
              </a:ext>
            </a:extLst>
          </p:cNvPr>
          <p:cNvSpPr txBox="1">
            <a:spLocks/>
          </p:cNvSpPr>
          <p:nvPr/>
        </p:nvSpPr>
        <p:spPr>
          <a:xfrm>
            <a:off x="1177414" y="1733211"/>
            <a:ext cx="10515600" cy="380235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3200" b="0" i="0" kern="1200">
                <a:solidFill>
                  <a:srgbClr val="004098"/>
                </a:solidFill>
                <a:latin typeface="Yu Gothic Medium" panose="020B0400000000000000" pitchFamily="34" charset="-128"/>
                <a:ea typeface="Yu Gothic Medium" panose="020B0400000000000000" pitchFamily="34" charset="-128"/>
                <a:cs typeface="+mj-cs"/>
              </a:defRPr>
            </a:lvl1pPr>
          </a:lstStyle>
          <a:p>
            <a:pPr>
              <a:lnSpc>
                <a:spcPct val="150000"/>
              </a:lnSpc>
            </a:pPr>
            <a:r>
              <a:rPr lang="en-US" altLang="ja-JP" sz="2400" b="1">
                <a:solidFill>
                  <a:schemeClr val="tx1"/>
                </a:solidFill>
                <a:latin typeface="メイリオ" panose="020B0604030504040204" pitchFamily="50" charset="-128"/>
                <a:ea typeface="メイリオ" panose="020B0604030504040204" pitchFamily="50" charset="-128"/>
              </a:rPr>
              <a:t>【</a:t>
            </a:r>
            <a:r>
              <a:rPr lang="ja-JP" altLang="en-US" sz="2400" b="1">
                <a:solidFill>
                  <a:schemeClr val="tx1"/>
                </a:solidFill>
                <a:latin typeface="メイリオ" panose="020B0604030504040204" pitchFamily="50" charset="-128"/>
                <a:ea typeface="メイリオ" panose="020B0604030504040204" pitchFamily="50" charset="-128"/>
              </a:rPr>
              <a:t>作業解説</a:t>
            </a:r>
            <a:r>
              <a:rPr lang="en-US" altLang="ja-JP" sz="2400" b="1">
                <a:solidFill>
                  <a:schemeClr val="tx1"/>
                </a:solidFill>
                <a:latin typeface="メイリオ" panose="020B0604030504040204" pitchFamily="50" charset="-128"/>
                <a:ea typeface="メイリオ" panose="020B0604030504040204" pitchFamily="50" charset="-128"/>
              </a:rPr>
              <a:t>】</a:t>
            </a:r>
          </a:p>
          <a:p>
            <a:pPr lvl="1">
              <a:lnSpc>
                <a:spcPct val="150000"/>
              </a:lnSpc>
            </a:pPr>
            <a:r>
              <a:rPr lang="ja-JP" altLang="en-US">
                <a:latin typeface="メイリオ" panose="020B0604030504040204" pitchFamily="50" charset="-128"/>
                <a:ea typeface="メイリオ" panose="020B0604030504040204" pitchFamily="50" charset="-128"/>
              </a:rPr>
              <a:t>①</a:t>
            </a:r>
            <a:r>
              <a:rPr lang="ja-JP" altLang="en-US" b="1">
                <a:latin typeface="メイリオ" panose="020B0604030504040204" pitchFamily="50" charset="-128"/>
                <a:ea typeface="メイリオ" panose="020B0604030504040204" pitchFamily="50" charset="-128"/>
              </a:rPr>
              <a:t>研修用リポジトリ</a:t>
            </a:r>
            <a:r>
              <a:rPr lang="en-US" altLang="ja-JP" b="1">
                <a:latin typeface="メイリオ" panose="020B0604030504040204" pitchFamily="50" charset="-128"/>
                <a:ea typeface="メイリオ" panose="020B0604030504040204" pitchFamily="50" charset="-128"/>
              </a:rPr>
              <a:t>(</a:t>
            </a:r>
            <a:r>
              <a:rPr lang="ja-JP" altLang="en-US" b="1">
                <a:latin typeface="メイリオ" panose="020B0604030504040204" pitchFamily="50" charset="-128"/>
                <a:ea typeface="メイリオ" panose="020B0604030504040204" pitchFamily="50" charset="-128"/>
              </a:rPr>
              <a:t>プライベート必須</a:t>
            </a:r>
            <a:r>
              <a:rPr lang="en-US" altLang="ja-JP" b="1">
                <a:latin typeface="メイリオ" panose="020B0604030504040204" pitchFamily="50" charset="-128"/>
                <a:ea typeface="メイリオ" panose="020B0604030504040204" pitchFamily="50" charset="-128"/>
              </a:rPr>
              <a:t>)</a:t>
            </a:r>
            <a:r>
              <a:rPr lang="ja-JP" altLang="en-US">
                <a:latin typeface="メイリオ" panose="020B0604030504040204" pitchFamily="50" charset="-128"/>
                <a:ea typeface="メイリオ" panose="020B0604030504040204" pitchFamily="50" charset="-128"/>
              </a:rPr>
              <a:t>を作成し、研修担当者を招待する</a:t>
            </a:r>
            <a:endParaRPr lang="en-US" altLang="ja-JP">
              <a:latin typeface="メイリオ" panose="020B0604030504040204" pitchFamily="50" charset="-128"/>
              <a:ea typeface="メイリオ" panose="020B0604030504040204" pitchFamily="50" charset="-128"/>
            </a:endParaRPr>
          </a:p>
          <a:p>
            <a:pPr lvl="1">
              <a:lnSpc>
                <a:spcPct val="150000"/>
              </a:lnSpc>
            </a:pPr>
            <a:r>
              <a:rPr lang="ja-JP" altLang="en-US">
                <a:latin typeface="メイリオ" panose="020B0604030504040204" pitchFamily="50" charset="-128"/>
                <a:ea typeface="メイリオ" panose="020B0604030504040204" pitchFamily="50" charset="-128"/>
              </a:rPr>
              <a:t>②</a:t>
            </a:r>
            <a:r>
              <a:rPr lang="ja-JP" altLang="en-US">
                <a:solidFill>
                  <a:schemeClr val="tx1"/>
                </a:solidFill>
                <a:latin typeface="メイリオ" panose="020B0604030504040204" pitchFamily="50" charset="-128"/>
                <a:ea typeface="メイリオ" panose="020B0604030504040204" pitchFamily="50" charset="-128"/>
              </a:rPr>
              <a:t>ローカルでファイルを作成し、リモートに</a:t>
            </a:r>
            <a:r>
              <a:rPr lang="en-US" altLang="ja-JP">
                <a:solidFill>
                  <a:schemeClr val="tx1"/>
                </a:solidFill>
                <a:latin typeface="メイリオ" panose="020B0604030504040204" pitchFamily="50" charset="-128"/>
                <a:ea typeface="メイリオ" panose="020B0604030504040204" pitchFamily="50" charset="-128"/>
              </a:rPr>
              <a:t>push</a:t>
            </a:r>
            <a:r>
              <a:rPr lang="ja-JP" altLang="en-US">
                <a:latin typeface="メイリオ" panose="020B0604030504040204" pitchFamily="50" charset="-128"/>
                <a:ea typeface="メイリオ" panose="020B0604030504040204" pitchFamily="50" charset="-128"/>
              </a:rPr>
              <a:t>できるようにする</a:t>
            </a:r>
            <a:endParaRPr lang="en-US" altLang="ja-JP">
              <a:latin typeface="メイリオ" panose="020B0604030504040204" pitchFamily="50" charset="-128"/>
              <a:ea typeface="メイリオ" panose="020B0604030504040204" pitchFamily="50" charset="-128"/>
            </a:endParaRPr>
          </a:p>
          <a:p>
            <a:pPr lvl="2">
              <a:lnSpc>
                <a:spcPct val="150000"/>
              </a:lnSpc>
            </a:pPr>
            <a:r>
              <a:rPr lang="ja-JP" altLang="en-US">
                <a:solidFill>
                  <a:schemeClr val="tx1"/>
                </a:solidFill>
                <a:latin typeface="メイリオ" panose="020B0604030504040204" pitchFamily="50" charset="-128"/>
                <a:ea typeface="メイリオ" panose="020B0604030504040204" pitchFamily="50" charset="-128"/>
              </a:rPr>
              <a:t>適当なディレクトリ</a:t>
            </a:r>
            <a:r>
              <a:rPr lang="en-US" altLang="ja-JP">
                <a:solidFill>
                  <a:schemeClr val="tx1"/>
                </a:solidFill>
                <a:latin typeface="メイリオ" panose="020B0604030504040204" pitchFamily="50" charset="-128"/>
                <a:ea typeface="メイリオ" panose="020B0604030504040204" pitchFamily="50" charset="-128"/>
              </a:rPr>
              <a:t>( </a:t>
            </a:r>
            <a:r>
              <a:rPr lang="en-US" altLang="ja-JP">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rPr>
              <a:t>c:/user/[username]/desktop</a:t>
            </a:r>
            <a:r>
              <a:rPr lang="ja-JP" altLang="en-US">
                <a:latin typeface="Cascadia Code Light" panose="020B0609020000020004" pitchFamily="49" charset="0"/>
                <a:ea typeface="Cascadia Code Light" panose="020B0609020000020004" pitchFamily="49" charset="0"/>
                <a:cs typeface="Cascadia Code Light" panose="020B0609020000020004" pitchFamily="49" charset="0"/>
              </a:rPr>
              <a:t> </a:t>
            </a:r>
            <a:r>
              <a:rPr lang="ja-JP" altLang="en-US">
                <a:solidFill>
                  <a:schemeClr val="tx1"/>
                </a:solidFill>
                <a:latin typeface="メイリオ" panose="020B0604030504040204" pitchFamily="50" charset="-128"/>
                <a:ea typeface="メイリオ" panose="020B0604030504040204" pitchFamily="50" charset="-128"/>
              </a:rPr>
              <a:t>など</a:t>
            </a:r>
            <a:r>
              <a:rPr lang="en-US" altLang="ja-JP">
                <a:solidFill>
                  <a:schemeClr val="tx1"/>
                </a:solidFill>
                <a:latin typeface="メイリオ" panose="020B0604030504040204" pitchFamily="50" charset="-128"/>
                <a:ea typeface="メイリオ" panose="020B0604030504040204" pitchFamily="50" charset="-128"/>
              </a:rPr>
              <a:t>)</a:t>
            </a:r>
            <a:r>
              <a:rPr lang="ja-JP" altLang="en-US">
                <a:solidFill>
                  <a:schemeClr val="tx1"/>
                </a:solidFill>
                <a:latin typeface="メイリオ" panose="020B0604030504040204" pitchFamily="50" charset="-128"/>
                <a:ea typeface="メイリオ" panose="020B0604030504040204" pitchFamily="50" charset="-128"/>
              </a:rPr>
              <a:t>に移動し、</a:t>
            </a:r>
            <a:endParaRPr lang="en-US" altLang="ja-JP">
              <a:solidFill>
                <a:schemeClr val="tx1"/>
              </a:solidFill>
              <a:latin typeface="メイリオ" panose="020B0604030504040204" pitchFamily="50" charset="-128"/>
              <a:ea typeface="メイリオ" panose="020B0604030504040204" pitchFamily="50" charset="-128"/>
            </a:endParaRPr>
          </a:p>
          <a:p>
            <a:pPr lvl="2">
              <a:lnSpc>
                <a:spcPct val="150000"/>
              </a:lnSpc>
            </a:pPr>
            <a:r>
              <a:rPr lang="en-US" altLang="ja-JP">
                <a:latin typeface="メイリオ" panose="020B0604030504040204" pitchFamily="50" charset="-128"/>
                <a:ea typeface="メイリオ" panose="020B0604030504040204" pitchFamily="50" charset="-128"/>
              </a:rPr>
              <a:t>‘</a:t>
            </a:r>
            <a:r>
              <a:rPr lang="en-US" altLang="ja-JP">
                <a:latin typeface="Cascadia Code Light" panose="020B0609020000020004" pitchFamily="49" charset="0"/>
                <a:ea typeface="Cascadia Code Light" panose="020B0609020000020004" pitchFamily="49" charset="0"/>
                <a:cs typeface="Cascadia Code Light" panose="020B0609020000020004" pitchFamily="49" charset="0"/>
              </a:rPr>
              <a:t>git clone [</a:t>
            </a:r>
            <a:r>
              <a:rPr lang="en-US" altLang="ja-JP" err="1">
                <a:latin typeface="Cascadia Code Light" panose="020B0609020000020004" pitchFamily="49" charset="0"/>
                <a:ea typeface="Cascadia Code Light" panose="020B0609020000020004" pitchFamily="49" charset="0"/>
                <a:cs typeface="Cascadia Code Light" panose="020B0609020000020004" pitchFamily="49" charset="0"/>
              </a:rPr>
              <a:t>github</a:t>
            </a:r>
            <a:r>
              <a:rPr lang="ja-JP" altLang="en-US">
                <a:latin typeface="Cascadia Code Light" panose="020B0609020000020004" pitchFamily="49" charset="0"/>
                <a:ea typeface="メイリオ" panose="020B0604030504040204" pitchFamily="50" charset="-128"/>
                <a:cs typeface="Cascadia Code Light" panose="020B0609020000020004" pitchFamily="49" charset="0"/>
              </a:rPr>
              <a:t>のリポジトリ</a:t>
            </a:r>
            <a:r>
              <a:rPr lang="en-US" altLang="ja-JP">
                <a:latin typeface="Cascadia Code Light" panose="020B0609020000020004" pitchFamily="49" charset="0"/>
                <a:ea typeface="Cascadia Code Light" panose="020B0609020000020004" pitchFamily="49" charset="0"/>
                <a:cs typeface="Cascadia Code Light" panose="020B0609020000020004" pitchFamily="49" charset="0"/>
              </a:rPr>
              <a:t>URL]’</a:t>
            </a:r>
            <a:r>
              <a:rPr lang="ja-JP" altLang="en-US">
                <a:latin typeface="メイリオ" panose="020B0604030504040204" pitchFamily="50" charset="-128"/>
                <a:ea typeface="メイリオ" panose="020B0604030504040204" pitchFamily="50" charset="-128"/>
              </a:rPr>
              <a:t>を実行</a:t>
            </a:r>
            <a:endParaRPr lang="en-US" altLang="ja-JP">
              <a:latin typeface="メイリオ" panose="020B0604030504040204" pitchFamily="50" charset="-128"/>
              <a:ea typeface="メイリオ" panose="020B0604030504040204" pitchFamily="50" charset="-128"/>
            </a:endParaRPr>
          </a:p>
          <a:p>
            <a:pPr lvl="2">
              <a:lnSpc>
                <a:spcPct val="150000"/>
              </a:lnSpc>
            </a:pPr>
            <a:r>
              <a:rPr lang="ja-JP" altLang="en-US">
                <a:latin typeface="メイリオ" panose="020B0604030504040204" pitchFamily="50" charset="-128"/>
                <a:ea typeface="メイリオ" panose="020B0604030504040204" pitchFamily="50" charset="-128"/>
              </a:rPr>
              <a:t>これで①で作成したリポジトリの中身を</a:t>
            </a:r>
            <a:r>
              <a:rPr lang="en-US" altLang="ja-JP">
                <a:latin typeface="メイリオ" panose="020B0604030504040204" pitchFamily="50" charset="-128"/>
                <a:ea typeface="メイリオ" panose="020B0604030504040204" pitchFamily="50" charset="-128"/>
              </a:rPr>
              <a:t>PC</a:t>
            </a:r>
            <a:r>
              <a:rPr lang="ja-JP" altLang="en-US">
                <a:latin typeface="メイリオ" panose="020B0604030504040204" pitchFamily="50" charset="-128"/>
                <a:ea typeface="メイリオ" panose="020B0604030504040204" pitchFamily="50" charset="-128"/>
              </a:rPr>
              <a:t>から操作できるようになる</a:t>
            </a:r>
            <a:endParaRPr lang="en-US" altLang="ja-JP">
              <a:latin typeface="メイリオ" panose="020B0604030504040204" pitchFamily="50" charset="-128"/>
              <a:ea typeface="メイリオ" panose="020B0604030504040204" pitchFamily="50" charset="-128"/>
            </a:endParaRPr>
          </a:p>
          <a:p>
            <a:pPr lvl="2">
              <a:lnSpc>
                <a:spcPct val="150000"/>
              </a:lnSpc>
            </a:pPr>
            <a:r>
              <a:rPr lang="ja-JP" altLang="en-US">
                <a:latin typeface="メイリオ" panose="020B0604030504040204" pitchFamily="50" charset="-128"/>
                <a:ea typeface="メイリオ" panose="020B0604030504040204" pitchFamily="50" charset="-128"/>
              </a:rPr>
              <a:t>こちらも参考のこと</a:t>
            </a:r>
            <a:endParaRPr lang="en-US" altLang="ja-JP">
              <a:latin typeface="メイリオ" panose="020B0604030504040204" pitchFamily="50" charset="-128"/>
              <a:ea typeface="メイリオ" panose="020B0604030504040204" pitchFamily="50" charset="-128"/>
            </a:endParaRPr>
          </a:p>
          <a:p>
            <a:pPr marL="1371600" lvl="2" indent="-457200">
              <a:buFont typeface="Arial" panose="020B0604020202020204" pitchFamily="34" charset="0"/>
              <a:buChar char="•"/>
            </a:pPr>
            <a:endParaRPr lang="en-US" altLang="ja-JP" b="1">
              <a:solidFill>
                <a:schemeClr val="tx1"/>
              </a:solidFill>
              <a:latin typeface="メイリオ" panose="020B0604030504040204" pitchFamily="50" charset="-128"/>
              <a:ea typeface="メイリオ" panose="020B0604030504040204" pitchFamily="50" charset="-128"/>
            </a:endParaRPr>
          </a:p>
          <a:p>
            <a:pPr marL="914400" lvl="1" indent="-457200">
              <a:lnSpc>
                <a:spcPct val="150000"/>
              </a:lnSpc>
              <a:buFont typeface="Arial" panose="020B0604020202020204" pitchFamily="34" charset="0"/>
              <a:buChar char="•"/>
            </a:pPr>
            <a:endParaRPr lang="ja-JP" altLang="en-US" sz="10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091154495"/>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99591-9784-249F-2C76-432FCCE1905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E2B6947-ACF7-489B-E235-97CA03C75BCA}"/>
              </a:ext>
            </a:extLst>
          </p:cNvPr>
          <p:cNvSpPr>
            <a:spLocks noGrp="1"/>
          </p:cNvSpPr>
          <p:nvPr>
            <p:ph type="title"/>
          </p:nvPr>
        </p:nvSpPr>
        <p:spPr>
          <a:xfrm>
            <a:off x="759541" y="535713"/>
            <a:ext cx="10515600" cy="503555"/>
          </a:xfrm>
        </p:spPr>
        <p:txBody>
          <a:bodyPr/>
          <a:lstStyle/>
          <a:p>
            <a:r>
              <a:rPr lang="ja-JP" altLang="en-US" b="1">
                <a:latin typeface="メイリオ" panose="020B0604030504040204" pitchFamily="50" charset="-128"/>
                <a:ea typeface="メイリオ" panose="020B0604030504040204" pitchFamily="50" charset="-128"/>
              </a:rPr>
              <a:t>研修準備：受講にあたって</a:t>
            </a:r>
          </a:p>
        </p:txBody>
      </p:sp>
      <p:sp>
        <p:nvSpPr>
          <p:cNvPr id="4" name="スライド番号プレースホルダー 3">
            <a:extLst>
              <a:ext uri="{FF2B5EF4-FFF2-40B4-BE49-F238E27FC236}">
                <a16:creationId xmlns:a16="http://schemas.microsoft.com/office/drawing/2014/main" id="{E17E977E-2CF6-6105-D181-DCB842909B4B}"/>
              </a:ext>
            </a:extLst>
          </p:cNvPr>
          <p:cNvSpPr>
            <a:spLocks noGrp="1"/>
          </p:cNvSpPr>
          <p:nvPr>
            <p:ph type="sldNum" sz="quarter" idx="12"/>
          </p:nvPr>
        </p:nvSpPr>
        <p:spPr/>
        <p:txBody>
          <a:bodyPr/>
          <a:lstStyle/>
          <a:p>
            <a:fld id="{AEA9F59F-5AEA-DB42-A066-0EDE44B4D5E7}" type="slidenum">
              <a:rPr lang="ja-JP" altLang="en-US" smtClean="0"/>
              <a:pPr/>
              <a:t>7</a:t>
            </a:fld>
            <a:endParaRPr lang="ja-JP" altLang="en-US"/>
          </a:p>
        </p:txBody>
      </p:sp>
      <p:sp>
        <p:nvSpPr>
          <p:cNvPr id="3" name="タイトル 1">
            <a:extLst>
              <a:ext uri="{FF2B5EF4-FFF2-40B4-BE49-F238E27FC236}">
                <a16:creationId xmlns:a16="http://schemas.microsoft.com/office/drawing/2014/main" id="{D109BE77-95FF-54B5-4B1B-92B5554FA50F}"/>
              </a:ext>
            </a:extLst>
          </p:cNvPr>
          <p:cNvSpPr txBox="1">
            <a:spLocks/>
          </p:cNvSpPr>
          <p:nvPr/>
        </p:nvSpPr>
        <p:spPr>
          <a:xfrm>
            <a:off x="1177414" y="1349752"/>
            <a:ext cx="10515600" cy="445127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3200" b="0" i="0" kern="1200">
                <a:solidFill>
                  <a:srgbClr val="004098"/>
                </a:solidFill>
                <a:latin typeface="Yu Gothic Medium" panose="020B0400000000000000" pitchFamily="34" charset="-128"/>
                <a:ea typeface="Yu Gothic Medium" panose="020B0400000000000000" pitchFamily="34" charset="-128"/>
                <a:cs typeface="+mj-cs"/>
              </a:defRPr>
            </a:lvl1pPr>
          </a:lstStyle>
          <a:p>
            <a:pPr>
              <a:lnSpc>
                <a:spcPct val="150000"/>
              </a:lnSpc>
            </a:pPr>
            <a:r>
              <a:rPr lang="ja-JP" altLang="en-US" sz="2400" b="1">
                <a:solidFill>
                  <a:schemeClr val="tx1"/>
                </a:solidFill>
                <a:latin typeface="メイリオ" panose="020B0604030504040204" pitchFamily="50" charset="-128"/>
                <a:ea typeface="メイリオ" panose="020B0604030504040204" pitchFamily="50" charset="-128"/>
              </a:rPr>
              <a:t>①各例題については、原則下記</a:t>
            </a:r>
            <a:r>
              <a:rPr lang="en-US" altLang="ja-JP" sz="2400" b="1">
                <a:solidFill>
                  <a:schemeClr val="tx1"/>
                </a:solidFill>
                <a:latin typeface="メイリオ" panose="020B0604030504040204" pitchFamily="50" charset="-128"/>
                <a:ea typeface="メイリオ" panose="020B0604030504040204" pitchFamily="50" charset="-128"/>
              </a:rPr>
              <a:t>2</a:t>
            </a:r>
            <a:r>
              <a:rPr lang="ja-JP" altLang="en-US" sz="2400" b="1">
                <a:solidFill>
                  <a:schemeClr val="tx1"/>
                </a:solidFill>
                <a:latin typeface="メイリオ" panose="020B0604030504040204" pitchFamily="50" charset="-128"/>
                <a:ea typeface="メイリオ" panose="020B0604030504040204" pitchFamily="50" charset="-128"/>
              </a:rPr>
              <a:t>点を提出してください。</a:t>
            </a:r>
            <a:endParaRPr lang="en-US" altLang="ja-JP" sz="2400" b="1">
              <a:solidFill>
                <a:schemeClr val="tx1"/>
              </a:solidFill>
              <a:latin typeface="メイリオ" panose="020B0604030504040204" pitchFamily="50" charset="-128"/>
              <a:ea typeface="メイリオ" panose="020B0604030504040204" pitchFamily="50" charset="-128"/>
            </a:endParaRPr>
          </a:p>
          <a:p>
            <a:pPr lvl="1">
              <a:lnSpc>
                <a:spcPct val="150000"/>
              </a:lnSpc>
            </a:pPr>
            <a:r>
              <a:rPr lang="ja-JP" altLang="en-US">
                <a:solidFill>
                  <a:schemeClr val="tx1"/>
                </a:solidFill>
                <a:latin typeface="メイリオ" panose="020B0604030504040204" pitchFamily="50" charset="-128"/>
                <a:ea typeface="メイリオ" panose="020B0604030504040204" pitchFamily="50" charset="-128"/>
              </a:rPr>
              <a:t>・スクリプト本体</a:t>
            </a:r>
            <a:endParaRPr lang="en-US" altLang="ja-JP">
              <a:solidFill>
                <a:schemeClr val="tx1"/>
              </a:solidFill>
              <a:latin typeface="メイリオ" panose="020B0604030504040204" pitchFamily="50" charset="-128"/>
              <a:ea typeface="メイリオ" panose="020B0604030504040204" pitchFamily="50" charset="-128"/>
            </a:endParaRPr>
          </a:p>
          <a:p>
            <a:pPr lvl="1">
              <a:lnSpc>
                <a:spcPct val="150000"/>
              </a:lnSpc>
            </a:pPr>
            <a:r>
              <a:rPr lang="ja-JP" altLang="en-US">
                <a:latin typeface="メイリオ" panose="020B0604030504040204" pitchFamily="50" charset="-128"/>
                <a:ea typeface="メイリオ" panose="020B0604030504040204" pitchFamily="50" charset="-128"/>
              </a:rPr>
              <a:t>・スクリプトによって出力されたファイル</a:t>
            </a:r>
            <a:endParaRPr lang="en-US" altLang="ja-JP">
              <a:latin typeface="メイリオ" panose="020B0604030504040204" pitchFamily="50" charset="-128"/>
              <a:ea typeface="メイリオ" panose="020B0604030504040204" pitchFamily="50" charset="-128"/>
            </a:endParaRPr>
          </a:p>
          <a:p>
            <a:pPr marL="914400" lvl="1" indent="-457200">
              <a:lnSpc>
                <a:spcPct val="150000"/>
              </a:lnSpc>
              <a:buFont typeface="Arial" panose="020B0604020202020204" pitchFamily="34" charset="0"/>
              <a:buChar char="•"/>
            </a:pPr>
            <a:endParaRPr lang="en-US" altLang="ja-JP" sz="100">
              <a:latin typeface="メイリオ" panose="020B0604030504040204" pitchFamily="50" charset="-128"/>
              <a:ea typeface="メイリオ" panose="020B0604030504040204" pitchFamily="50" charset="-128"/>
            </a:endParaRPr>
          </a:p>
          <a:p>
            <a:pPr>
              <a:lnSpc>
                <a:spcPct val="150000"/>
              </a:lnSpc>
            </a:pPr>
            <a:r>
              <a:rPr lang="ja-JP" altLang="en-US" sz="2400" b="1">
                <a:solidFill>
                  <a:schemeClr val="tx1"/>
                </a:solidFill>
                <a:latin typeface="メイリオ" panose="020B0604030504040204" pitchFamily="50" charset="-128"/>
                <a:ea typeface="メイリオ" panose="020B0604030504040204" pitchFamily="50" charset="-128"/>
              </a:rPr>
              <a:t>②受講については下記を厳守してください。</a:t>
            </a:r>
            <a:endParaRPr lang="en-US" altLang="ja-JP" sz="2400" b="1">
              <a:solidFill>
                <a:schemeClr val="tx1"/>
              </a:solidFill>
              <a:latin typeface="メイリオ" panose="020B0604030504040204" pitchFamily="50" charset="-128"/>
              <a:ea typeface="メイリオ" panose="020B0604030504040204" pitchFamily="50" charset="-128"/>
            </a:endParaRPr>
          </a:p>
          <a:p>
            <a:pPr>
              <a:lnSpc>
                <a:spcPct val="150000"/>
              </a:lnSpc>
            </a:pPr>
            <a:r>
              <a:rPr lang="ja-JP" altLang="en-US" sz="1800"/>
              <a:t>　　</a:t>
            </a:r>
            <a:r>
              <a:rPr lang="ja-JP" altLang="ja-JP" sz="1800">
                <a:solidFill>
                  <a:schemeClr val="tx1"/>
                </a:solidFill>
              </a:rPr>
              <a:t>・</a:t>
            </a:r>
            <a:r>
              <a:rPr lang="ja-JP" altLang="ja-JP" sz="1800">
                <a:solidFill>
                  <a:schemeClr val="tx1"/>
                </a:solidFill>
                <a:latin typeface="メイリオ" panose="020B0604030504040204" pitchFamily="50" charset="-128"/>
                <a:ea typeface="メイリオ" panose="020B0604030504040204" pitchFamily="50" charset="-128"/>
              </a:rPr>
              <a:t>インターネット上で検索した情報の活用については認めますが、</a:t>
            </a:r>
            <a:br>
              <a:rPr lang="en-US" altLang="ja-JP" sz="1800">
                <a:solidFill>
                  <a:schemeClr val="tx1"/>
                </a:solidFill>
                <a:latin typeface="メイリオ" panose="020B0604030504040204" pitchFamily="50" charset="-128"/>
                <a:ea typeface="メイリオ" panose="020B0604030504040204" pitchFamily="50" charset="-128"/>
              </a:rPr>
            </a:br>
            <a:r>
              <a:rPr lang="ja-JP" altLang="ja-JP" sz="1800">
                <a:solidFill>
                  <a:schemeClr val="tx1"/>
                </a:solidFill>
                <a:latin typeface="メイリオ" panose="020B0604030504040204" pitchFamily="50" charset="-128"/>
                <a:ea typeface="メイリオ" panose="020B0604030504040204" pitchFamily="50" charset="-128"/>
              </a:rPr>
              <a:t>　</a:t>
            </a:r>
            <a:r>
              <a:rPr lang="ja-JP" altLang="en-US" sz="1800">
                <a:solidFill>
                  <a:schemeClr val="tx1"/>
                </a:solidFill>
                <a:latin typeface="メイリオ" panose="020B0604030504040204" pitchFamily="50" charset="-128"/>
                <a:ea typeface="メイリオ" panose="020B0604030504040204" pitchFamily="50" charset="-128"/>
              </a:rPr>
              <a:t>　　</a:t>
            </a:r>
            <a:r>
              <a:rPr lang="en-US" altLang="ja-JP" sz="1800" b="1" err="1">
                <a:solidFill>
                  <a:schemeClr val="tx1"/>
                </a:solidFill>
                <a:latin typeface="メイリオ" panose="020B0604030504040204" pitchFamily="50" charset="-128"/>
                <a:ea typeface="メイリオ" panose="020B0604030504040204" pitchFamily="50" charset="-128"/>
              </a:rPr>
              <a:t>VeriGenChat</a:t>
            </a:r>
            <a:r>
              <a:rPr lang="ja-JP" altLang="ja-JP" sz="1800" b="1">
                <a:solidFill>
                  <a:schemeClr val="tx1"/>
                </a:solidFill>
                <a:latin typeface="メイリオ" panose="020B0604030504040204" pitchFamily="50" charset="-128"/>
                <a:ea typeface="メイリオ" panose="020B0604030504040204" pitchFamily="50" charset="-128"/>
              </a:rPr>
              <a:t>以外の生成</a:t>
            </a:r>
            <a:r>
              <a:rPr lang="en-US" altLang="ja-JP" sz="1800" b="1">
                <a:solidFill>
                  <a:schemeClr val="tx1"/>
                </a:solidFill>
                <a:latin typeface="メイリオ" panose="020B0604030504040204" pitchFamily="50" charset="-128"/>
                <a:ea typeface="メイリオ" panose="020B0604030504040204" pitchFamily="50" charset="-128"/>
              </a:rPr>
              <a:t>AI</a:t>
            </a:r>
            <a:r>
              <a:rPr lang="ja-JP" altLang="ja-JP" sz="1800" b="1">
                <a:solidFill>
                  <a:schemeClr val="tx1"/>
                </a:solidFill>
                <a:latin typeface="メイリオ" panose="020B0604030504040204" pitchFamily="50" charset="-128"/>
                <a:ea typeface="メイリオ" panose="020B0604030504040204" pitchFamily="50" charset="-128"/>
              </a:rPr>
              <a:t>は使用しないように</a:t>
            </a:r>
            <a:r>
              <a:rPr lang="ja-JP" altLang="ja-JP" sz="1800">
                <a:solidFill>
                  <a:schemeClr val="tx1"/>
                </a:solidFill>
                <a:latin typeface="メイリオ" panose="020B0604030504040204" pitchFamily="50" charset="-128"/>
                <a:ea typeface="メイリオ" panose="020B0604030504040204" pitchFamily="50" charset="-128"/>
              </a:rPr>
              <a:t>してください。</a:t>
            </a:r>
            <a:br>
              <a:rPr lang="en-US" altLang="ja-JP" sz="1800">
                <a:solidFill>
                  <a:schemeClr val="tx1"/>
                </a:solidFill>
                <a:latin typeface="メイリオ" panose="020B0604030504040204" pitchFamily="50" charset="-128"/>
                <a:ea typeface="メイリオ" panose="020B0604030504040204" pitchFamily="50" charset="-128"/>
              </a:rPr>
            </a:br>
            <a:r>
              <a:rPr lang="ja-JP" altLang="en-US" sz="1800">
                <a:solidFill>
                  <a:schemeClr val="tx1"/>
                </a:solidFill>
                <a:latin typeface="メイリオ" panose="020B0604030504040204" pitchFamily="50" charset="-128"/>
                <a:ea typeface="メイリオ" panose="020B0604030504040204" pitchFamily="50" charset="-128"/>
              </a:rPr>
              <a:t>　　　</a:t>
            </a:r>
            <a:r>
              <a:rPr lang="en-US" altLang="ja-JP" sz="1800">
                <a:solidFill>
                  <a:schemeClr val="tx1"/>
                </a:solidFill>
                <a:latin typeface="メイリオ" panose="020B0604030504040204" pitchFamily="50" charset="-128"/>
                <a:ea typeface="メイリオ" panose="020B0604030504040204" pitchFamily="50" charset="-128"/>
              </a:rPr>
              <a:t>(</a:t>
            </a:r>
            <a:r>
              <a:rPr lang="ja-JP" altLang="en-US" sz="1800">
                <a:solidFill>
                  <a:schemeClr val="tx1"/>
                </a:solidFill>
                <a:latin typeface="メイリオ" panose="020B0604030504040204" pitchFamily="50" charset="-128"/>
                <a:ea typeface="メイリオ" panose="020B0604030504040204" pitchFamily="50" charset="-128"/>
              </a:rPr>
              <a:t>参考：</a:t>
            </a:r>
            <a:r>
              <a:rPr lang="ja-JP" altLang="en-US" sz="1800">
                <a:solidFill>
                  <a:schemeClr val="tx1"/>
                </a:solidFill>
                <a:latin typeface="メイリオ" panose="020B0604030504040204" pitchFamily="50" charset="-128"/>
                <a:ea typeface="メイリオ" panose="020B0604030504040204" pitchFamily="50" charset="-128"/>
                <a:hlinkClick r:id="rId2"/>
              </a:rPr>
              <a:t>業務上での生成</a:t>
            </a:r>
            <a:r>
              <a:rPr lang="en-US" altLang="ja-JP" sz="1800">
                <a:solidFill>
                  <a:schemeClr val="tx1"/>
                </a:solidFill>
                <a:latin typeface="メイリオ" panose="020B0604030504040204" pitchFamily="50" charset="-128"/>
                <a:ea typeface="メイリオ" panose="020B0604030504040204" pitchFamily="50" charset="-128"/>
                <a:hlinkClick r:id="rId2"/>
              </a:rPr>
              <a:t>AI</a:t>
            </a:r>
            <a:r>
              <a:rPr lang="ja-JP" altLang="en-US" sz="1800">
                <a:solidFill>
                  <a:schemeClr val="tx1"/>
                </a:solidFill>
                <a:latin typeface="メイリオ" panose="020B0604030504040204" pitchFamily="50" charset="-128"/>
                <a:ea typeface="メイリオ" panose="020B0604030504040204" pitchFamily="50" charset="-128"/>
                <a:hlinkClick r:id="rId2"/>
              </a:rPr>
              <a:t>利用について</a:t>
            </a:r>
            <a:r>
              <a:rPr lang="en-US" altLang="ja-JP" sz="1800">
                <a:solidFill>
                  <a:schemeClr val="tx1"/>
                </a:solidFill>
                <a:latin typeface="メイリオ" panose="020B0604030504040204" pitchFamily="50" charset="-128"/>
                <a:ea typeface="メイリオ" panose="020B0604030504040204" pitchFamily="50" charset="-128"/>
              </a:rPr>
              <a:t>)</a:t>
            </a:r>
            <a:endParaRPr lang="ja-JP" altLang="ja-JP" sz="1800">
              <a:solidFill>
                <a:schemeClr val="tx1"/>
              </a:solidFill>
              <a:latin typeface="メイリオ" panose="020B0604030504040204" pitchFamily="50" charset="-128"/>
              <a:ea typeface="メイリオ" panose="020B0604030504040204" pitchFamily="50" charset="-128"/>
            </a:endParaRPr>
          </a:p>
          <a:p>
            <a:pPr>
              <a:lnSpc>
                <a:spcPct val="150000"/>
              </a:lnSpc>
            </a:pPr>
            <a:r>
              <a:rPr lang="ja-JP" altLang="en-US" sz="1800">
                <a:solidFill>
                  <a:schemeClr val="tx1"/>
                </a:solidFill>
                <a:latin typeface="メイリオ" panose="020B0604030504040204" pitchFamily="50" charset="-128"/>
                <a:ea typeface="メイリオ" panose="020B0604030504040204" pitchFamily="50" charset="-128"/>
              </a:rPr>
              <a:t>　　</a:t>
            </a:r>
            <a:r>
              <a:rPr lang="ja-JP" altLang="ja-JP" sz="1800">
                <a:solidFill>
                  <a:schemeClr val="tx1"/>
                </a:solidFill>
                <a:latin typeface="メイリオ" panose="020B0604030504040204" pitchFamily="50" charset="-128"/>
                <a:ea typeface="メイリオ" panose="020B0604030504040204" pitchFamily="50" charset="-128"/>
              </a:rPr>
              <a:t>・ネット上のコードや</a:t>
            </a:r>
            <a:r>
              <a:rPr lang="en-US" altLang="ja-JP" sz="1800">
                <a:solidFill>
                  <a:schemeClr val="tx1"/>
                </a:solidFill>
                <a:latin typeface="メイリオ" panose="020B0604030504040204" pitchFamily="50" charset="-128"/>
                <a:ea typeface="メイリオ" panose="020B0604030504040204" pitchFamily="50" charset="-128"/>
              </a:rPr>
              <a:t>AI</a:t>
            </a:r>
            <a:r>
              <a:rPr lang="ja-JP" altLang="ja-JP" sz="1800">
                <a:solidFill>
                  <a:schemeClr val="tx1"/>
                </a:solidFill>
                <a:latin typeface="メイリオ" panose="020B0604030504040204" pitchFamily="50" charset="-128"/>
                <a:ea typeface="メイリオ" panose="020B0604030504040204" pitchFamily="50" charset="-128"/>
              </a:rPr>
              <a:t>の生成結果をコピー＆ペーストして成果物を作成することは避け、</a:t>
            </a:r>
            <a:br>
              <a:rPr lang="en-US" altLang="ja-JP" sz="1800">
                <a:solidFill>
                  <a:schemeClr val="tx1"/>
                </a:solidFill>
                <a:latin typeface="メイリオ" panose="020B0604030504040204" pitchFamily="50" charset="-128"/>
                <a:ea typeface="メイリオ" panose="020B0604030504040204" pitchFamily="50" charset="-128"/>
              </a:rPr>
            </a:br>
            <a:r>
              <a:rPr lang="ja-JP" altLang="ja-JP" sz="1800">
                <a:solidFill>
                  <a:schemeClr val="tx1"/>
                </a:solidFill>
                <a:latin typeface="メイリオ" panose="020B0604030504040204" pitchFamily="50" charset="-128"/>
                <a:ea typeface="メイリオ" panose="020B0604030504040204" pitchFamily="50" charset="-128"/>
              </a:rPr>
              <a:t>　</a:t>
            </a:r>
            <a:r>
              <a:rPr lang="ja-JP" altLang="en-US" sz="1800">
                <a:solidFill>
                  <a:schemeClr val="tx1"/>
                </a:solidFill>
                <a:latin typeface="メイリオ" panose="020B0604030504040204" pitchFamily="50" charset="-128"/>
                <a:ea typeface="メイリオ" panose="020B0604030504040204" pitchFamily="50" charset="-128"/>
              </a:rPr>
              <a:t>　　</a:t>
            </a:r>
            <a:r>
              <a:rPr lang="ja-JP" altLang="ja-JP" sz="1800" b="1">
                <a:solidFill>
                  <a:schemeClr val="tx1"/>
                </a:solidFill>
                <a:latin typeface="メイリオ" panose="020B0604030504040204" pitchFamily="50" charset="-128"/>
                <a:ea typeface="メイリオ" panose="020B0604030504040204" pitchFamily="50" charset="-128"/>
              </a:rPr>
              <a:t>自分で実装したコードを自分で説明できるように</a:t>
            </a:r>
            <a:r>
              <a:rPr lang="ja-JP" altLang="ja-JP" sz="1800">
                <a:solidFill>
                  <a:schemeClr val="tx1"/>
                </a:solidFill>
                <a:latin typeface="メイリオ" panose="020B0604030504040204" pitchFamily="50" charset="-128"/>
                <a:ea typeface="メイリオ" panose="020B0604030504040204" pitchFamily="50" charset="-128"/>
              </a:rPr>
              <a:t>してください。</a:t>
            </a:r>
            <a:endParaRPr lang="en-US" altLang="ja-JP" sz="2400" b="1">
              <a:solidFill>
                <a:schemeClr val="tx1"/>
              </a:solidFill>
              <a:latin typeface="メイリオ" panose="020B0604030504040204" pitchFamily="50" charset="-128"/>
              <a:ea typeface="メイリオ" panose="020B0604030504040204" pitchFamily="50" charset="-128"/>
            </a:endParaRPr>
          </a:p>
          <a:p>
            <a:pPr lvl="1">
              <a:lnSpc>
                <a:spcPct val="150000"/>
              </a:lnSpc>
            </a:pPr>
            <a:r>
              <a:rPr lang="ja-JP" altLang="en-US" sz="100">
                <a:latin typeface="メイリオ" panose="020B0604030504040204" pitchFamily="50" charset="-128"/>
                <a:ea typeface="メイリオ" panose="020B0604030504040204" pitchFamily="50" charset="-128"/>
              </a:rPr>
              <a:t>②</a:t>
            </a:r>
          </a:p>
        </p:txBody>
      </p:sp>
    </p:spTree>
    <p:extLst>
      <p:ext uri="{BB962C8B-B14F-4D97-AF65-F5344CB8AC3E}">
        <p14:creationId xmlns:p14="http://schemas.microsoft.com/office/powerpoint/2010/main" val="30478740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77B08-3DC4-6524-9B51-065202D9CD0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10451B6-C1B0-B7EB-45A6-E0FF0CAD98F8}"/>
              </a:ext>
            </a:extLst>
          </p:cNvPr>
          <p:cNvSpPr>
            <a:spLocks noGrp="1"/>
          </p:cNvSpPr>
          <p:nvPr>
            <p:ph type="title"/>
          </p:nvPr>
        </p:nvSpPr>
        <p:spPr>
          <a:xfrm>
            <a:off x="759541" y="535713"/>
            <a:ext cx="10515600" cy="503555"/>
          </a:xfrm>
        </p:spPr>
        <p:txBody>
          <a:bodyPr/>
          <a:lstStyle/>
          <a:p>
            <a:r>
              <a:rPr lang="ja-JP" altLang="en-US" b="1">
                <a:latin typeface="メイリオ" panose="020B0604030504040204" pitchFamily="50" charset="-128"/>
                <a:ea typeface="メイリオ" panose="020B0604030504040204" pitchFamily="50" charset="-128"/>
              </a:rPr>
              <a:t>研修①：ワークフロー作成：自動実行の実装</a:t>
            </a:r>
          </a:p>
        </p:txBody>
      </p:sp>
      <p:sp>
        <p:nvSpPr>
          <p:cNvPr id="4" name="スライド番号プレースホルダー 3">
            <a:extLst>
              <a:ext uri="{FF2B5EF4-FFF2-40B4-BE49-F238E27FC236}">
                <a16:creationId xmlns:a16="http://schemas.microsoft.com/office/drawing/2014/main" id="{59DF851C-1363-B7ED-11AB-0FC6FB8FA617}"/>
              </a:ext>
            </a:extLst>
          </p:cNvPr>
          <p:cNvSpPr>
            <a:spLocks noGrp="1"/>
          </p:cNvSpPr>
          <p:nvPr>
            <p:ph type="sldNum" sz="quarter" idx="12"/>
          </p:nvPr>
        </p:nvSpPr>
        <p:spPr/>
        <p:txBody>
          <a:bodyPr/>
          <a:lstStyle/>
          <a:p>
            <a:fld id="{AEA9F59F-5AEA-DB42-A066-0EDE44B4D5E7}" type="slidenum">
              <a:rPr lang="ja-JP" altLang="en-US" smtClean="0"/>
              <a:pPr/>
              <a:t>8</a:t>
            </a:fld>
            <a:endParaRPr lang="ja-JP" altLang="en-US"/>
          </a:p>
        </p:txBody>
      </p:sp>
      <p:sp>
        <p:nvSpPr>
          <p:cNvPr id="3" name="タイトル 1">
            <a:extLst>
              <a:ext uri="{FF2B5EF4-FFF2-40B4-BE49-F238E27FC236}">
                <a16:creationId xmlns:a16="http://schemas.microsoft.com/office/drawing/2014/main" id="{67F7FB2B-3BC4-2065-C2D5-DE160E8EB5DE}"/>
              </a:ext>
            </a:extLst>
          </p:cNvPr>
          <p:cNvSpPr txBox="1">
            <a:spLocks/>
          </p:cNvSpPr>
          <p:nvPr/>
        </p:nvSpPr>
        <p:spPr>
          <a:xfrm>
            <a:off x="1413389" y="1297858"/>
            <a:ext cx="10515600" cy="477152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3200" b="0" i="0" kern="1200">
                <a:solidFill>
                  <a:srgbClr val="004098"/>
                </a:solidFill>
                <a:latin typeface="Yu Gothic Medium" panose="020B0400000000000000" pitchFamily="34" charset="-128"/>
                <a:ea typeface="Yu Gothic Medium" panose="020B0400000000000000" pitchFamily="34" charset="-128"/>
                <a:cs typeface="+mj-cs"/>
              </a:defRPr>
            </a:lvl1pPr>
          </a:lstStyle>
          <a:p>
            <a:pPr marL="685800" lvl="1" indent="-228600">
              <a:buFont typeface="+mj-lt"/>
              <a:buAutoNum type="arabicPeriod"/>
            </a:pPr>
            <a:r>
              <a:rPr lang="en-US" altLang="ja-JP" sz="100">
                <a:latin typeface="メイリオ" panose="020B0604030504040204" pitchFamily="50" charset="-128"/>
                <a:ea typeface="メイリオ" panose="020B0604030504040204" pitchFamily="50" charset="-128"/>
              </a:rPr>
              <a:t>AI</a:t>
            </a:r>
            <a:r>
              <a:rPr lang="ja-JP" altLang="en-US" sz="100">
                <a:latin typeface="メイリオ" panose="020B0604030504040204" pitchFamily="50" charset="-128"/>
                <a:ea typeface="メイリオ" panose="020B0604030504040204" pitchFamily="50" charset="-128"/>
              </a:rPr>
              <a:t>を活用したテスト結果の分析</a:t>
            </a:r>
          </a:p>
        </p:txBody>
      </p:sp>
      <p:sp>
        <p:nvSpPr>
          <p:cNvPr id="6" name="テキスト ボックス 5">
            <a:extLst>
              <a:ext uri="{FF2B5EF4-FFF2-40B4-BE49-F238E27FC236}">
                <a16:creationId xmlns:a16="http://schemas.microsoft.com/office/drawing/2014/main" id="{A0EF0ED7-890D-CCDF-A92B-2F63600FDB73}"/>
              </a:ext>
            </a:extLst>
          </p:cNvPr>
          <p:cNvSpPr txBox="1"/>
          <p:nvPr/>
        </p:nvSpPr>
        <p:spPr>
          <a:xfrm>
            <a:off x="1281881" y="1571996"/>
            <a:ext cx="10202196" cy="3758721"/>
          </a:xfrm>
          <a:prstGeom prst="rect">
            <a:avLst/>
          </a:prstGeom>
          <a:noFill/>
        </p:spPr>
        <p:txBody>
          <a:bodyPr wrap="square" rtlCol="0">
            <a:spAutoFit/>
          </a:bodyPr>
          <a:lstStyle/>
          <a:p>
            <a:pPr>
              <a:lnSpc>
                <a:spcPct val="150000"/>
              </a:lnSpc>
            </a:pPr>
            <a:r>
              <a:rPr kumimoji="1" lang="ja-JP" altLang="en-US" b="1">
                <a:latin typeface="メイリオ" panose="020B0604030504040204" pitchFamily="50" charset="-128"/>
                <a:ea typeface="メイリオ" panose="020B0604030504040204" pitchFamily="50" charset="-128"/>
              </a:rPr>
              <a:t>①ワークフロー作成：自動実行の実装</a:t>
            </a:r>
            <a:endParaRPr lang="en-US" altLang="ja-JP" b="1">
              <a:latin typeface="メイリオ" panose="020B0604030504040204" pitchFamily="50" charset="-128"/>
              <a:ea typeface="メイリオ" panose="020B0604030504040204" pitchFamily="50" charset="-128"/>
            </a:endParaRPr>
          </a:p>
          <a:p>
            <a:pPr>
              <a:lnSpc>
                <a:spcPct val="150000"/>
              </a:lnSpc>
            </a:pPr>
            <a:r>
              <a:rPr kumimoji="1" lang="ja-JP" altLang="en-US" sz="1400">
                <a:latin typeface="メイリオ" panose="020B0604030504040204" pitchFamily="50" charset="-128"/>
                <a:ea typeface="メイリオ" panose="020B0604030504040204" pitchFamily="50" charset="-128"/>
              </a:rPr>
              <a:t>　　ワークフローの内容を定義する</a:t>
            </a:r>
            <a:r>
              <a:rPr kumimoji="1" lang="en-US" altLang="ja-JP" sz="1400" err="1">
                <a:latin typeface="メイリオ" panose="020B0604030504040204" pitchFamily="50" charset="-128"/>
                <a:ea typeface="メイリオ" panose="020B0604030504040204" pitchFamily="50" charset="-128"/>
              </a:rPr>
              <a:t>yaml</a:t>
            </a:r>
            <a:r>
              <a:rPr kumimoji="1" lang="ja-JP" altLang="en-US" sz="1400">
                <a:latin typeface="メイリオ" panose="020B0604030504040204" pitchFamily="50" charset="-128"/>
                <a:ea typeface="メイリオ" panose="020B0604030504040204" pitchFamily="50" charset="-128"/>
              </a:rPr>
              <a:t>ファイルの記法を理解し、要件に応じて作成できるようになる</a:t>
            </a:r>
            <a:endParaRPr kumimoji="1" lang="en-US" altLang="ja-JP" sz="1400">
              <a:latin typeface="メイリオ" panose="020B0604030504040204" pitchFamily="50" charset="-128"/>
              <a:ea typeface="メイリオ" panose="020B0604030504040204" pitchFamily="50" charset="-128"/>
            </a:endParaRPr>
          </a:p>
          <a:p>
            <a:pPr>
              <a:lnSpc>
                <a:spcPct val="150000"/>
              </a:lnSpc>
            </a:pPr>
            <a:r>
              <a:rPr lang="ja-JP" altLang="en-US" b="1">
                <a:solidFill>
                  <a:schemeClr val="bg1">
                    <a:lumMod val="75000"/>
                  </a:schemeClr>
                </a:solidFill>
                <a:latin typeface="メイリオ" panose="020B0604030504040204" pitchFamily="50" charset="-128"/>
                <a:ea typeface="メイリオ" panose="020B0604030504040204" pitchFamily="50" charset="-128"/>
              </a:rPr>
              <a:t>②スクリプト作成：テスト結果データの整形</a:t>
            </a:r>
            <a:endParaRPr lang="en-US" altLang="ja-JP" b="1">
              <a:solidFill>
                <a:schemeClr val="bg1">
                  <a:lumMod val="75000"/>
                </a:schemeClr>
              </a:solidFill>
              <a:latin typeface="メイリオ" panose="020B0604030504040204" pitchFamily="50" charset="-128"/>
              <a:ea typeface="メイリオ" panose="020B0604030504040204" pitchFamily="50" charset="-128"/>
            </a:endParaRPr>
          </a:p>
          <a:p>
            <a:pPr>
              <a:lnSpc>
                <a:spcPct val="150000"/>
              </a:lnSpc>
            </a:pPr>
            <a:r>
              <a:rPr lang="ja-JP" altLang="en-US" sz="1400">
                <a:solidFill>
                  <a:schemeClr val="bg1">
                    <a:lumMod val="75000"/>
                  </a:schemeClr>
                </a:solidFill>
                <a:latin typeface="メイリオ" panose="020B0604030504040204" pitchFamily="50" charset="-128"/>
                <a:ea typeface="メイリオ" panose="020B0604030504040204" pitchFamily="50" charset="-128"/>
              </a:rPr>
              <a:t>　　テスト結果データをユーザーにも見やすい</a:t>
            </a:r>
            <a:r>
              <a:rPr lang="en-US" altLang="ja-JP" sz="1400">
                <a:solidFill>
                  <a:schemeClr val="bg1">
                    <a:lumMod val="75000"/>
                  </a:schemeClr>
                </a:solidFill>
                <a:latin typeface="メイリオ" panose="020B0604030504040204" pitchFamily="50" charset="-128"/>
                <a:ea typeface="メイリオ" panose="020B0604030504040204" pitchFamily="50" charset="-128"/>
              </a:rPr>
              <a:t>xlsx</a:t>
            </a:r>
            <a:r>
              <a:rPr lang="ja-JP" altLang="en-US" sz="1400">
                <a:solidFill>
                  <a:schemeClr val="bg1">
                    <a:lumMod val="75000"/>
                  </a:schemeClr>
                </a:solidFill>
                <a:latin typeface="メイリオ" panose="020B0604030504040204" pitchFamily="50" charset="-128"/>
                <a:ea typeface="メイリオ" panose="020B0604030504040204" pitchFamily="50" charset="-128"/>
              </a:rPr>
              <a:t>ファイルに整形する</a:t>
            </a:r>
            <a:r>
              <a:rPr lang="en-US" altLang="ja-JP" sz="1400">
                <a:solidFill>
                  <a:schemeClr val="bg1">
                    <a:lumMod val="75000"/>
                  </a:schemeClr>
                </a:solidFill>
                <a:latin typeface="メイリオ" panose="020B0604030504040204" pitchFamily="50" charset="-128"/>
                <a:ea typeface="メイリオ" panose="020B0604030504040204" pitchFamily="50" charset="-128"/>
              </a:rPr>
              <a:t>python</a:t>
            </a:r>
            <a:r>
              <a:rPr lang="ja-JP" altLang="en-US" sz="1400">
                <a:solidFill>
                  <a:schemeClr val="bg1">
                    <a:lumMod val="75000"/>
                  </a:schemeClr>
                </a:solidFill>
                <a:latin typeface="メイリオ" panose="020B0604030504040204" pitchFamily="50" charset="-128"/>
                <a:ea typeface="メイリオ" panose="020B0604030504040204" pitchFamily="50" charset="-128"/>
              </a:rPr>
              <a:t>スクリプトを実装できるようになる</a:t>
            </a:r>
            <a:endParaRPr lang="en-US" altLang="ja-JP" sz="1400">
              <a:solidFill>
                <a:schemeClr val="bg1">
                  <a:lumMod val="75000"/>
                </a:schemeClr>
              </a:solidFill>
              <a:latin typeface="メイリオ" panose="020B0604030504040204" pitchFamily="50" charset="-128"/>
              <a:ea typeface="メイリオ" panose="020B0604030504040204" pitchFamily="50" charset="-128"/>
            </a:endParaRPr>
          </a:p>
          <a:p>
            <a:pPr>
              <a:lnSpc>
                <a:spcPct val="150000"/>
              </a:lnSpc>
            </a:pPr>
            <a:r>
              <a:rPr lang="ja-JP" altLang="en-US" b="1">
                <a:solidFill>
                  <a:schemeClr val="bg1">
                    <a:lumMod val="75000"/>
                  </a:schemeClr>
                </a:solidFill>
                <a:latin typeface="メイリオ" panose="020B0604030504040204" pitchFamily="50" charset="-128"/>
                <a:ea typeface="メイリオ" panose="020B0604030504040204" pitchFamily="50" charset="-128"/>
              </a:rPr>
              <a:t>③スクリプト作成：テスト結果の外部通知</a:t>
            </a:r>
            <a:endParaRPr lang="en-US" altLang="ja-JP" b="1">
              <a:solidFill>
                <a:schemeClr val="bg1">
                  <a:lumMod val="75000"/>
                </a:schemeClr>
              </a:solidFill>
              <a:latin typeface="メイリオ" panose="020B0604030504040204" pitchFamily="50" charset="-128"/>
              <a:ea typeface="メイリオ" panose="020B0604030504040204" pitchFamily="50" charset="-128"/>
            </a:endParaRPr>
          </a:p>
          <a:p>
            <a:pPr>
              <a:lnSpc>
                <a:spcPct val="150000"/>
              </a:lnSpc>
            </a:pPr>
            <a:r>
              <a:rPr lang="ja-JP" altLang="en-US" sz="1400">
                <a:solidFill>
                  <a:schemeClr val="bg1">
                    <a:lumMod val="75000"/>
                  </a:schemeClr>
                </a:solidFill>
                <a:latin typeface="メイリオ" panose="020B0604030504040204" pitchFamily="50" charset="-128"/>
                <a:ea typeface="メイリオ" panose="020B0604030504040204" pitchFamily="50" charset="-128"/>
              </a:rPr>
              <a:t>　　</a:t>
            </a:r>
            <a:r>
              <a:rPr lang="en-US" altLang="ja-JP" sz="1400">
                <a:solidFill>
                  <a:schemeClr val="bg1">
                    <a:lumMod val="75000"/>
                  </a:schemeClr>
                </a:solidFill>
                <a:latin typeface="メイリオ" panose="020B0604030504040204" pitchFamily="50" charset="-128"/>
                <a:ea typeface="メイリオ" panose="020B0604030504040204" pitchFamily="50" charset="-128"/>
              </a:rPr>
              <a:t>API</a:t>
            </a:r>
            <a:r>
              <a:rPr lang="ja-JP" altLang="en-US" sz="1400">
                <a:solidFill>
                  <a:schemeClr val="bg1">
                    <a:lumMod val="75000"/>
                  </a:schemeClr>
                </a:solidFill>
                <a:latin typeface="メイリオ" panose="020B0604030504040204" pitchFamily="50" charset="-128"/>
                <a:ea typeface="メイリオ" panose="020B0604030504040204" pitchFamily="50" charset="-128"/>
              </a:rPr>
              <a:t>通信を実現し、外部ツール</a:t>
            </a:r>
            <a:r>
              <a:rPr lang="en-US" altLang="ja-JP" sz="1400">
                <a:solidFill>
                  <a:schemeClr val="bg1">
                    <a:lumMod val="75000"/>
                  </a:schemeClr>
                </a:solidFill>
                <a:latin typeface="メイリオ" panose="020B0604030504040204" pitchFamily="50" charset="-128"/>
                <a:ea typeface="メイリオ" panose="020B0604030504040204" pitchFamily="50" charset="-128"/>
              </a:rPr>
              <a:t>(slack)</a:t>
            </a:r>
            <a:r>
              <a:rPr lang="ja-JP" altLang="en-US" sz="1400">
                <a:solidFill>
                  <a:schemeClr val="bg1">
                    <a:lumMod val="75000"/>
                  </a:schemeClr>
                </a:solidFill>
                <a:latin typeface="メイリオ" panose="020B0604030504040204" pitchFamily="50" charset="-128"/>
                <a:ea typeface="メイリオ" panose="020B0604030504040204" pitchFamily="50" charset="-128"/>
              </a:rPr>
              <a:t>を使用してテスト結果を通知する</a:t>
            </a:r>
            <a:r>
              <a:rPr lang="en-US" altLang="ja-JP" sz="1400">
                <a:solidFill>
                  <a:schemeClr val="bg1">
                    <a:lumMod val="75000"/>
                  </a:schemeClr>
                </a:solidFill>
                <a:latin typeface="メイリオ" panose="020B0604030504040204" pitchFamily="50" charset="-128"/>
                <a:ea typeface="メイリオ" panose="020B0604030504040204" pitchFamily="50" charset="-128"/>
              </a:rPr>
              <a:t>python</a:t>
            </a:r>
            <a:r>
              <a:rPr lang="ja-JP" altLang="en-US" sz="1400">
                <a:solidFill>
                  <a:schemeClr val="bg1">
                    <a:lumMod val="75000"/>
                  </a:schemeClr>
                </a:solidFill>
                <a:latin typeface="メイリオ" panose="020B0604030504040204" pitchFamily="50" charset="-128"/>
                <a:ea typeface="メイリオ" panose="020B0604030504040204" pitchFamily="50" charset="-128"/>
              </a:rPr>
              <a:t>スクリプトを実装できるようになる</a:t>
            </a:r>
            <a:endParaRPr lang="en-US" altLang="ja-JP" sz="1400">
              <a:solidFill>
                <a:schemeClr val="bg1">
                  <a:lumMod val="75000"/>
                </a:schemeClr>
              </a:solidFill>
              <a:latin typeface="メイリオ" panose="020B0604030504040204" pitchFamily="50" charset="-128"/>
              <a:ea typeface="メイリオ" panose="020B0604030504040204" pitchFamily="50" charset="-128"/>
            </a:endParaRPr>
          </a:p>
          <a:p>
            <a:pPr>
              <a:lnSpc>
                <a:spcPct val="150000"/>
              </a:lnSpc>
            </a:pPr>
            <a:r>
              <a:rPr lang="ja-JP" altLang="en-US" b="1">
                <a:solidFill>
                  <a:schemeClr val="bg1">
                    <a:lumMod val="75000"/>
                  </a:schemeClr>
                </a:solidFill>
                <a:latin typeface="メイリオ" panose="020B0604030504040204" pitchFamily="50" charset="-128"/>
                <a:ea typeface="メイリオ" panose="020B0604030504040204" pitchFamily="50" charset="-128"/>
              </a:rPr>
              <a:t>④スクリプト作成：</a:t>
            </a:r>
            <a:r>
              <a:rPr lang="en-US" altLang="ja-JP" b="1">
                <a:solidFill>
                  <a:schemeClr val="bg1">
                    <a:lumMod val="75000"/>
                  </a:schemeClr>
                </a:solidFill>
                <a:latin typeface="メイリオ" panose="020B0604030504040204" pitchFamily="50" charset="-128"/>
                <a:ea typeface="メイリオ" panose="020B0604030504040204" pitchFamily="50" charset="-128"/>
              </a:rPr>
              <a:t>AI</a:t>
            </a:r>
            <a:r>
              <a:rPr lang="ja-JP" altLang="en-US" b="1">
                <a:solidFill>
                  <a:schemeClr val="bg1">
                    <a:lumMod val="75000"/>
                  </a:schemeClr>
                </a:solidFill>
                <a:latin typeface="メイリオ" panose="020B0604030504040204" pitchFamily="50" charset="-128"/>
                <a:ea typeface="メイリオ" panose="020B0604030504040204" pitchFamily="50" charset="-128"/>
              </a:rPr>
              <a:t>を活用したテスト結果の分析</a:t>
            </a:r>
            <a:endParaRPr lang="en-US" altLang="ja-JP" b="1">
              <a:solidFill>
                <a:schemeClr val="bg1">
                  <a:lumMod val="75000"/>
                </a:schemeClr>
              </a:solidFill>
              <a:latin typeface="メイリオ" panose="020B0604030504040204" pitchFamily="50" charset="-128"/>
              <a:ea typeface="メイリオ" panose="020B0604030504040204" pitchFamily="50" charset="-128"/>
            </a:endParaRPr>
          </a:p>
          <a:p>
            <a:pPr>
              <a:lnSpc>
                <a:spcPct val="150000"/>
              </a:lnSpc>
            </a:pPr>
            <a:r>
              <a:rPr lang="ja-JP" altLang="en-US" sz="1400">
                <a:solidFill>
                  <a:schemeClr val="bg1">
                    <a:lumMod val="75000"/>
                  </a:schemeClr>
                </a:solidFill>
                <a:latin typeface="メイリオ" panose="020B0604030504040204" pitchFamily="50" charset="-128"/>
                <a:ea typeface="メイリオ" panose="020B0604030504040204" pitchFamily="50" charset="-128"/>
              </a:rPr>
              <a:t>　　</a:t>
            </a:r>
            <a:r>
              <a:rPr lang="en-US" altLang="ja-JP" sz="1400">
                <a:solidFill>
                  <a:schemeClr val="bg1">
                    <a:lumMod val="75000"/>
                  </a:schemeClr>
                </a:solidFill>
                <a:latin typeface="メイリオ" panose="020B0604030504040204" pitchFamily="50" charset="-128"/>
                <a:ea typeface="メイリオ" panose="020B0604030504040204" pitchFamily="50" charset="-128"/>
              </a:rPr>
              <a:t>API</a:t>
            </a:r>
            <a:r>
              <a:rPr lang="ja-JP" altLang="en-US" sz="1400">
                <a:solidFill>
                  <a:schemeClr val="bg1">
                    <a:lumMod val="75000"/>
                  </a:schemeClr>
                </a:solidFill>
                <a:latin typeface="メイリオ" panose="020B0604030504040204" pitchFamily="50" charset="-128"/>
                <a:ea typeface="メイリオ" panose="020B0604030504040204" pitchFamily="50" charset="-128"/>
              </a:rPr>
              <a:t>通信を実現し、</a:t>
            </a:r>
            <a:r>
              <a:rPr lang="en-US" altLang="ja-JP" sz="1400">
                <a:solidFill>
                  <a:schemeClr val="bg1">
                    <a:lumMod val="75000"/>
                  </a:schemeClr>
                </a:solidFill>
                <a:latin typeface="メイリオ" panose="020B0604030504040204" pitchFamily="50" charset="-128"/>
                <a:ea typeface="メイリオ" panose="020B0604030504040204" pitchFamily="50" charset="-128"/>
              </a:rPr>
              <a:t>AI</a:t>
            </a:r>
            <a:r>
              <a:rPr lang="ja-JP" altLang="en-US" sz="1400">
                <a:solidFill>
                  <a:schemeClr val="bg1">
                    <a:lumMod val="75000"/>
                  </a:schemeClr>
                </a:solidFill>
                <a:latin typeface="メイリオ" panose="020B0604030504040204" pitchFamily="50" charset="-128"/>
                <a:ea typeface="メイリオ" panose="020B0604030504040204" pitchFamily="50" charset="-128"/>
              </a:rPr>
              <a:t>を活用したテスト結果の分析を行う</a:t>
            </a:r>
            <a:r>
              <a:rPr lang="en-US" altLang="ja-JP" sz="1400">
                <a:solidFill>
                  <a:schemeClr val="bg1">
                    <a:lumMod val="75000"/>
                  </a:schemeClr>
                </a:solidFill>
                <a:latin typeface="メイリオ" panose="020B0604030504040204" pitchFamily="50" charset="-128"/>
                <a:ea typeface="メイリオ" panose="020B0604030504040204" pitchFamily="50" charset="-128"/>
              </a:rPr>
              <a:t>python</a:t>
            </a:r>
            <a:r>
              <a:rPr lang="ja-JP" altLang="en-US" sz="1400">
                <a:solidFill>
                  <a:schemeClr val="bg1">
                    <a:lumMod val="75000"/>
                  </a:schemeClr>
                </a:solidFill>
                <a:latin typeface="メイリオ" panose="020B0604030504040204" pitchFamily="50" charset="-128"/>
                <a:ea typeface="メイリオ" panose="020B0604030504040204" pitchFamily="50" charset="-128"/>
              </a:rPr>
              <a:t>スクリプトを実装できるようになる</a:t>
            </a:r>
            <a:endParaRPr lang="en-US" altLang="ja-JP" sz="1400">
              <a:solidFill>
                <a:schemeClr val="bg1">
                  <a:lumMod val="75000"/>
                </a:schemeClr>
              </a:solidFill>
              <a:latin typeface="メイリオ" panose="020B0604030504040204" pitchFamily="50" charset="-128"/>
              <a:ea typeface="メイリオ" panose="020B0604030504040204" pitchFamily="50" charset="-128"/>
            </a:endParaRPr>
          </a:p>
          <a:p>
            <a:pPr>
              <a:lnSpc>
                <a:spcPct val="150000"/>
              </a:lnSpc>
            </a:pPr>
            <a:r>
              <a:rPr lang="ja-JP" altLang="en-US" b="1">
                <a:solidFill>
                  <a:schemeClr val="bg1">
                    <a:lumMod val="75000"/>
                  </a:schemeClr>
                </a:solidFill>
                <a:latin typeface="メイリオ" panose="020B0604030504040204" pitchFamily="50" charset="-128"/>
                <a:ea typeface="メイリオ" panose="020B0604030504040204" pitchFamily="50" charset="-128"/>
              </a:rPr>
              <a:t>⑤ワークフロー作成：②～④を自動実行するワークフローの完成</a:t>
            </a:r>
            <a:endParaRPr lang="en-US" altLang="ja-JP" b="1">
              <a:solidFill>
                <a:schemeClr val="bg1">
                  <a:lumMod val="75000"/>
                </a:schemeClr>
              </a:solidFill>
              <a:latin typeface="メイリオ" panose="020B0604030504040204" pitchFamily="50" charset="-128"/>
              <a:ea typeface="メイリオ" panose="020B0604030504040204" pitchFamily="50" charset="-128"/>
            </a:endParaRPr>
          </a:p>
          <a:p>
            <a:pPr>
              <a:lnSpc>
                <a:spcPct val="150000"/>
              </a:lnSpc>
            </a:pPr>
            <a:r>
              <a:rPr lang="ja-JP" altLang="en-US" sz="1400">
                <a:solidFill>
                  <a:schemeClr val="bg1">
                    <a:lumMod val="75000"/>
                  </a:schemeClr>
                </a:solidFill>
                <a:latin typeface="メイリオ" panose="020B0604030504040204" pitchFamily="50" charset="-128"/>
                <a:ea typeface="メイリオ" panose="020B0604030504040204" pitchFamily="50" charset="-128"/>
              </a:rPr>
              <a:t>　　各手順を自動実行する</a:t>
            </a:r>
            <a:r>
              <a:rPr lang="en-US" altLang="ja-JP" sz="1400" err="1">
                <a:solidFill>
                  <a:schemeClr val="bg1">
                    <a:lumMod val="75000"/>
                  </a:schemeClr>
                </a:solidFill>
                <a:latin typeface="メイリオ" panose="020B0604030504040204" pitchFamily="50" charset="-128"/>
                <a:ea typeface="メイリオ" panose="020B0604030504040204" pitchFamily="50" charset="-128"/>
              </a:rPr>
              <a:t>yaml</a:t>
            </a:r>
            <a:r>
              <a:rPr lang="ja-JP" altLang="en-US" sz="1400">
                <a:solidFill>
                  <a:schemeClr val="bg1">
                    <a:lumMod val="75000"/>
                  </a:schemeClr>
                </a:solidFill>
                <a:latin typeface="メイリオ" panose="020B0604030504040204" pitchFamily="50" charset="-128"/>
                <a:ea typeface="メイリオ" panose="020B0604030504040204" pitchFamily="50" charset="-128"/>
              </a:rPr>
              <a:t>を作成し、動作確認が取れるようになる</a:t>
            </a:r>
            <a:endParaRPr lang="en-US" altLang="ja-JP" sz="1400">
              <a:solidFill>
                <a:schemeClr val="bg1">
                  <a:lumMod val="75000"/>
                </a:schemeClr>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9948499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0FA1AA-C5CD-131C-50C9-F4FB0DD9042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6E7817E-055F-2CB6-62F8-53D17BE3E7FA}"/>
              </a:ext>
            </a:extLst>
          </p:cNvPr>
          <p:cNvSpPr>
            <a:spLocks noGrp="1"/>
          </p:cNvSpPr>
          <p:nvPr>
            <p:ph type="title"/>
          </p:nvPr>
        </p:nvSpPr>
        <p:spPr>
          <a:xfrm>
            <a:off x="759541" y="535713"/>
            <a:ext cx="10515600" cy="503555"/>
          </a:xfrm>
        </p:spPr>
        <p:txBody>
          <a:bodyPr/>
          <a:lstStyle/>
          <a:p>
            <a:r>
              <a:rPr lang="ja-JP" altLang="en-US" b="1">
                <a:latin typeface="メイリオ" panose="020B0604030504040204" pitchFamily="50" charset="-128"/>
                <a:ea typeface="メイリオ" panose="020B0604030504040204" pitchFamily="50" charset="-128"/>
              </a:rPr>
              <a:t>研修①：ワークフロー作成：自動実行の実装</a:t>
            </a:r>
          </a:p>
        </p:txBody>
      </p:sp>
      <p:sp>
        <p:nvSpPr>
          <p:cNvPr id="4" name="スライド番号プレースホルダー 3">
            <a:extLst>
              <a:ext uri="{FF2B5EF4-FFF2-40B4-BE49-F238E27FC236}">
                <a16:creationId xmlns:a16="http://schemas.microsoft.com/office/drawing/2014/main" id="{3CF24922-A25F-2D34-5A4A-A48893FE61A1}"/>
              </a:ext>
            </a:extLst>
          </p:cNvPr>
          <p:cNvSpPr>
            <a:spLocks noGrp="1"/>
          </p:cNvSpPr>
          <p:nvPr>
            <p:ph type="sldNum" sz="quarter" idx="12"/>
          </p:nvPr>
        </p:nvSpPr>
        <p:spPr/>
        <p:txBody>
          <a:bodyPr/>
          <a:lstStyle/>
          <a:p>
            <a:fld id="{AEA9F59F-5AEA-DB42-A066-0EDE44B4D5E7}" type="slidenum">
              <a:rPr lang="ja-JP" altLang="en-US" smtClean="0"/>
              <a:pPr/>
              <a:t>9</a:t>
            </a:fld>
            <a:endParaRPr lang="ja-JP" altLang="en-US"/>
          </a:p>
        </p:txBody>
      </p:sp>
      <p:sp>
        <p:nvSpPr>
          <p:cNvPr id="3" name="タイトル 1">
            <a:extLst>
              <a:ext uri="{FF2B5EF4-FFF2-40B4-BE49-F238E27FC236}">
                <a16:creationId xmlns:a16="http://schemas.microsoft.com/office/drawing/2014/main" id="{DCCBFF3E-2371-619F-B498-8F3D256FCA66}"/>
              </a:ext>
            </a:extLst>
          </p:cNvPr>
          <p:cNvSpPr txBox="1">
            <a:spLocks/>
          </p:cNvSpPr>
          <p:nvPr/>
        </p:nvSpPr>
        <p:spPr>
          <a:xfrm>
            <a:off x="1177414" y="1733211"/>
            <a:ext cx="10515600" cy="182021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3200" b="0" i="0" kern="1200">
                <a:solidFill>
                  <a:srgbClr val="004098"/>
                </a:solidFill>
                <a:latin typeface="Yu Gothic Medium" panose="020B0400000000000000" pitchFamily="34" charset="-128"/>
                <a:ea typeface="Yu Gothic Medium" panose="020B0400000000000000" pitchFamily="34" charset="-128"/>
                <a:cs typeface="+mj-cs"/>
              </a:defRPr>
            </a:lvl1pPr>
          </a:lstStyle>
          <a:p>
            <a:pPr>
              <a:lnSpc>
                <a:spcPct val="150000"/>
              </a:lnSpc>
            </a:pPr>
            <a:r>
              <a:rPr lang="en-US" altLang="ja-JP" sz="2400" b="1">
                <a:solidFill>
                  <a:schemeClr val="tx1"/>
                </a:solidFill>
                <a:latin typeface="メイリオ" panose="020B0604030504040204" pitchFamily="50" charset="-128"/>
                <a:ea typeface="メイリオ" panose="020B0604030504040204" pitchFamily="50" charset="-128"/>
              </a:rPr>
              <a:t>GitHub Actions</a:t>
            </a:r>
          </a:p>
          <a:p>
            <a:pPr marL="285750" indent="-285750">
              <a:lnSpc>
                <a:spcPct val="150000"/>
              </a:lnSpc>
              <a:buFont typeface="Arial" panose="020B0604020202020204" pitchFamily="34" charset="0"/>
              <a:buChar char="•"/>
            </a:pPr>
            <a:r>
              <a:rPr lang="ja-JP" altLang="en-US" sz="1800" b="1">
                <a:solidFill>
                  <a:schemeClr val="tx1"/>
                </a:solidFill>
                <a:latin typeface="メイリオ" panose="020B0604030504040204" pitchFamily="50" charset="-128"/>
                <a:ea typeface="メイリオ" panose="020B0604030504040204" pitchFamily="50" charset="-128"/>
              </a:rPr>
              <a:t>リポジトリ上のファイルやコード</a:t>
            </a:r>
            <a:r>
              <a:rPr lang="ja-JP" altLang="en-US" sz="1800">
                <a:solidFill>
                  <a:schemeClr val="tx1"/>
                </a:solidFill>
                <a:latin typeface="メイリオ" panose="020B0604030504040204" pitchFamily="50" charset="-128"/>
                <a:ea typeface="メイリオ" panose="020B0604030504040204" pitchFamily="50" charset="-128"/>
              </a:rPr>
              <a:t>を用いて自動で動作するワークフローを設計できる、</a:t>
            </a:r>
            <a:br>
              <a:rPr lang="en-US" altLang="ja-JP" sz="1800">
                <a:solidFill>
                  <a:schemeClr val="tx1"/>
                </a:solidFill>
                <a:latin typeface="メイリオ" panose="020B0604030504040204" pitchFamily="50" charset="-128"/>
                <a:ea typeface="メイリオ" panose="020B0604030504040204" pitchFamily="50" charset="-128"/>
              </a:rPr>
            </a:br>
            <a:r>
              <a:rPr lang="en-US" altLang="ja-JP" sz="1800">
                <a:solidFill>
                  <a:schemeClr val="tx1"/>
                </a:solidFill>
                <a:latin typeface="メイリオ" panose="020B0604030504040204" pitchFamily="50" charset="-128"/>
                <a:ea typeface="メイリオ" panose="020B0604030504040204" pitchFamily="50" charset="-128"/>
              </a:rPr>
              <a:t>GitHub</a:t>
            </a:r>
            <a:r>
              <a:rPr lang="ja-JP" altLang="en-US" sz="1800">
                <a:solidFill>
                  <a:schemeClr val="tx1"/>
                </a:solidFill>
                <a:latin typeface="メイリオ" panose="020B0604030504040204" pitchFamily="50" charset="-128"/>
                <a:ea typeface="メイリオ" panose="020B0604030504040204" pitchFamily="50" charset="-128"/>
              </a:rPr>
              <a:t>純正の</a:t>
            </a:r>
            <a:r>
              <a:rPr lang="en-US" altLang="ja-JP" sz="1800">
                <a:solidFill>
                  <a:schemeClr val="tx1"/>
                </a:solidFill>
                <a:latin typeface="メイリオ" panose="020B0604030504040204" pitchFamily="50" charset="-128"/>
                <a:ea typeface="メイリオ" panose="020B0604030504040204" pitchFamily="50" charset="-128"/>
              </a:rPr>
              <a:t>CI/CD</a:t>
            </a:r>
            <a:r>
              <a:rPr lang="ja-JP" altLang="en-US" sz="2000">
                <a:solidFill>
                  <a:schemeClr val="tx1"/>
                </a:solidFill>
                <a:latin typeface="メイリオ" panose="020B0604030504040204" pitchFamily="50" charset="-128"/>
                <a:ea typeface="メイリオ" panose="020B0604030504040204" pitchFamily="50" charset="-128"/>
              </a:rPr>
              <a:t>ツール。</a:t>
            </a:r>
            <a:endParaRPr lang="en-US" altLang="ja-JP" sz="2000">
              <a:solidFill>
                <a:schemeClr val="tx1"/>
              </a:solidFill>
              <a:latin typeface="メイリオ" panose="020B0604030504040204" pitchFamily="50" charset="-128"/>
              <a:ea typeface="メイリオ" panose="020B0604030504040204" pitchFamily="50" charset="-128"/>
            </a:endParaRPr>
          </a:p>
          <a:p>
            <a:pPr marL="285750" indent="-285750">
              <a:lnSpc>
                <a:spcPct val="150000"/>
              </a:lnSpc>
              <a:buFont typeface="Arial" panose="020B0604020202020204" pitchFamily="34" charset="0"/>
              <a:buChar char="•"/>
            </a:pPr>
            <a:r>
              <a:rPr lang="en-US" altLang="ja-JP" sz="1800">
                <a:solidFill>
                  <a:schemeClr val="tx1"/>
                </a:solidFill>
                <a:latin typeface="メイリオ" panose="020B0604030504040204" pitchFamily="50" charset="-128"/>
                <a:ea typeface="メイリオ" panose="020B0604030504040204" pitchFamily="50" charset="-128"/>
                <a:hlinkClick r:id="rId2"/>
              </a:rPr>
              <a:t>https://github.co.jp/features/actions</a:t>
            </a:r>
            <a:endParaRPr lang="en-US" altLang="ja-JP" sz="1800">
              <a:solidFill>
                <a:schemeClr val="tx1"/>
              </a:solidFill>
              <a:latin typeface="メイリオ" panose="020B0604030504040204" pitchFamily="50" charset="-128"/>
              <a:ea typeface="メイリオ" panose="020B0604030504040204" pitchFamily="50" charset="-128"/>
            </a:endParaRPr>
          </a:p>
        </p:txBody>
      </p:sp>
      <p:pic>
        <p:nvPicPr>
          <p:cNvPr id="6" name="図 5" descr="アイコン&#10;&#10;AI 生成コンテンツは誤りを含む可能性があります。">
            <a:extLst>
              <a:ext uri="{FF2B5EF4-FFF2-40B4-BE49-F238E27FC236}">
                <a16:creationId xmlns:a16="http://schemas.microsoft.com/office/drawing/2014/main" id="{029DF3C5-24E4-F4DE-7313-BDC07B419298}"/>
              </a:ext>
            </a:extLst>
          </p:cNvPr>
          <p:cNvPicPr>
            <a:picLocks noChangeAspect="1"/>
          </p:cNvPicPr>
          <p:nvPr/>
        </p:nvPicPr>
        <p:blipFill>
          <a:blip r:embed="rId3"/>
          <a:stretch>
            <a:fillRect/>
          </a:stretch>
        </p:blipFill>
        <p:spPr>
          <a:xfrm>
            <a:off x="8875696" y="3056806"/>
            <a:ext cx="2399445" cy="2381129"/>
          </a:xfrm>
          <a:prstGeom prst="rect">
            <a:avLst/>
          </a:prstGeom>
        </p:spPr>
      </p:pic>
    </p:spTree>
    <p:extLst>
      <p:ext uri="{BB962C8B-B14F-4D97-AF65-F5344CB8AC3E}">
        <p14:creationId xmlns:p14="http://schemas.microsoft.com/office/powerpoint/2010/main" val="26357186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0F619-DCD5-BEFC-3AEB-92D0B83F284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985E690-E7B6-3B6B-EA3C-6C7DB2B20138}"/>
              </a:ext>
            </a:extLst>
          </p:cNvPr>
          <p:cNvSpPr>
            <a:spLocks noGrp="1"/>
          </p:cNvSpPr>
          <p:nvPr>
            <p:ph type="title"/>
          </p:nvPr>
        </p:nvSpPr>
        <p:spPr>
          <a:xfrm>
            <a:off x="759541" y="535713"/>
            <a:ext cx="10515600" cy="503555"/>
          </a:xfrm>
        </p:spPr>
        <p:txBody>
          <a:bodyPr/>
          <a:lstStyle/>
          <a:p>
            <a:r>
              <a:rPr lang="ja-JP" altLang="en-US" b="1">
                <a:latin typeface="メイリオ" panose="020B0604030504040204" pitchFamily="50" charset="-128"/>
                <a:ea typeface="メイリオ" panose="020B0604030504040204" pitchFamily="50" charset="-128"/>
              </a:rPr>
              <a:t>研修①：ワークフロー作成：自動実行の実装</a:t>
            </a:r>
          </a:p>
        </p:txBody>
      </p:sp>
      <p:sp>
        <p:nvSpPr>
          <p:cNvPr id="4" name="スライド番号プレースホルダー 3">
            <a:extLst>
              <a:ext uri="{FF2B5EF4-FFF2-40B4-BE49-F238E27FC236}">
                <a16:creationId xmlns:a16="http://schemas.microsoft.com/office/drawing/2014/main" id="{6F78E8B2-5660-34A7-79FD-FD5DD2984BF1}"/>
              </a:ext>
            </a:extLst>
          </p:cNvPr>
          <p:cNvSpPr>
            <a:spLocks noGrp="1"/>
          </p:cNvSpPr>
          <p:nvPr>
            <p:ph type="sldNum" sz="quarter" idx="12"/>
          </p:nvPr>
        </p:nvSpPr>
        <p:spPr/>
        <p:txBody>
          <a:bodyPr/>
          <a:lstStyle/>
          <a:p>
            <a:fld id="{AEA9F59F-5AEA-DB42-A066-0EDE44B4D5E7}" type="slidenum">
              <a:rPr lang="ja-JP" altLang="en-US" smtClean="0"/>
              <a:pPr/>
              <a:t>10</a:t>
            </a:fld>
            <a:endParaRPr lang="ja-JP" altLang="en-US"/>
          </a:p>
        </p:txBody>
      </p:sp>
      <p:sp>
        <p:nvSpPr>
          <p:cNvPr id="3" name="タイトル 1">
            <a:extLst>
              <a:ext uri="{FF2B5EF4-FFF2-40B4-BE49-F238E27FC236}">
                <a16:creationId xmlns:a16="http://schemas.microsoft.com/office/drawing/2014/main" id="{D70A476F-26A8-9420-FB8D-5CC4EE787AEC}"/>
              </a:ext>
            </a:extLst>
          </p:cNvPr>
          <p:cNvSpPr txBox="1">
            <a:spLocks/>
          </p:cNvSpPr>
          <p:nvPr/>
        </p:nvSpPr>
        <p:spPr>
          <a:xfrm>
            <a:off x="1177414" y="1733211"/>
            <a:ext cx="10515600" cy="380235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3200" b="0" i="0" kern="1200">
                <a:solidFill>
                  <a:srgbClr val="004098"/>
                </a:solidFill>
                <a:latin typeface="Yu Gothic Medium" panose="020B0400000000000000" pitchFamily="34" charset="-128"/>
                <a:ea typeface="Yu Gothic Medium" panose="020B0400000000000000" pitchFamily="34" charset="-128"/>
                <a:cs typeface="+mj-cs"/>
              </a:defRPr>
            </a:lvl1pPr>
          </a:lstStyle>
          <a:p>
            <a:pPr marL="457200" indent="-457200">
              <a:lnSpc>
                <a:spcPct val="150000"/>
              </a:lnSpc>
              <a:buFont typeface="Arial" panose="020B0604020202020204" pitchFamily="34" charset="0"/>
              <a:buChar char="•"/>
            </a:pPr>
            <a:r>
              <a:rPr lang="en-US" altLang="ja-JP" sz="2000">
                <a:solidFill>
                  <a:schemeClr val="tx1"/>
                </a:solidFill>
                <a:latin typeface="メイリオ" panose="020B0604030504040204" pitchFamily="50" charset="-128"/>
                <a:ea typeface="メイリオ" panose="020B0604030504040204" pitchFamily="50" charset="-128"/>
              </a:rPr>
              <a:t>GitHub Actions</a:t>
            </a:r>
            <a:r>
              <a:rPr lang="ja-JP" altLang="en-US" sz="2000">
                <a:solidFill>
                  <a:schemeClr val="tx1"/>
                </a:solidFill>
                <a:latin typeface="メイリオ" panose="020B0604030504040204" pitchFamily="50" charset="-128"/>
                <a:ea typeface="メイリオ" panose="020B0604030504040204" pitchFamily="50" charset="-128"/>
              </a:rPr>
              <a:t>では</a:t>
            </a:r>
            <a:r>
              <a:rPr lang="en-US" altLang="ja-JP" sz="2000" b="1">
                <a:solidFill>
                  <a:schemeClr val="tx1"/>
                </a:solidFill>
                <a:latin typeface="メイリオ" panose="020B0604030504040204" pitchFamily="50" charset="-128"/>
                <a:ea typeface="メイリオ" panose="020B0604030504040204" pitchFamily="50" charset="-128"/>
              </a:rPr>
              <a:t>/.</a:t>
            </a:r>
            <a:r>
              <a:rPr lang="en-US" altLang="ja-JP" sz="2000" b="1" err="1">
                <a:solidFill>
                  <a:schemeClr val="tx1"/>
                </a:solidFill>
                <a:latin typeface="メイリオ" panose="020B0604030504040204" pitchFamily="50" charset="-128"/>
                <a:ea typeface="メイリオ" panose="020B0604030504040204" pitchFamily="50" charset="-128"/>
              </a:rPr>
              <a:t>github</a:t>
            </a:r>
            <a:r>
              <a:rPr lang="en-US" altLang="ja-JP" sz="2000" b="1">
                <a:solidFill>
                  <a:schemeClr val="tx1"/>
                </a:solidFill>
                <a:latin typeface="メイリオ" panose="020B0604030504040204" pitchFamily="50" charset="-128"/>
                <a:ea typeface="メイリオ" panose="020B0604030504040204" pitchFamily="50" charset="-128"/>
              </a:rPr>
              <a:t>/workflows</a:t>
            </a:r>
            <a:r>
              <a:rPr lang="ja-JP" altLang="en-US" sz="2000" b="1">
                <a:solidFill>
                  <a:schemeClr val="tx1"/>
                </a:solidFill>
                <a:latin typeface="メイリオ" panose="020B0604030504040204" pitchFamily="50" charset="-128"/>
                <a:ea typeface="メイリオ" panose="020B0604030504040204" pitchFamily="50" charset="-128"/>
              </a:rPr>
              <a:t>フォルダ配下の</a:t>
            </a:r>
            <a:r>
              <a:rPr lang="en-US" altLang="ja-JP" sz="2000" b="1">
                <a:solidFill>
                  <a:schemeClr val="tx1"/>
                </a:solidFill>
                <a:latin typeface="メイリオ" panose="020B0604030504040204" pitchFamily="50" charset="-128"/>
                <a:ea typeface="メイリオ" panose="020B0604030504040204" pitchFamily="50" charset="-128"/>
              </a:rPr>
              <a:t>*.</a:t>
            </a:r>
            <a:r>
              <a:rPr lang="en-US" altLang="ja-JP" sz="2000" b="1" err="1">
                <a:solidFill>
                  <a:schemeClr val="tx1"/>
                </a:solidFill>
                <a:latin typeface="メイリオ" panose="020B0604030504040204" pitchFamily="50" charset="-128"/>
                <a:ea typeface="メイリオ" panose="020B0604030504040204" pitchFamily="50" charset="-128"/>
              </a:rPr>
              <a:t>yaml</a:t>
            </a:r>
            <a:r>
              <a:rPr lang="ja-JP" altLang="en-US" sz="2000">
                <a:solidFill>
                  <a:schemeClr val="tx1"/>
                </a:solidFill>
                <a:latin typeface="メイリオ" panose="020B0604030504040204" pitchFamily="50" charset="-128"/>
                <a:ea typeface="メイリオ" panose="020B0604030504040204" pitchFamily="50" charset="-128"/>
              </a:rPr>
              <a:t>ファイルで</a:t>
            </a:r>
            <a:br>
              <a:rPr lang="en-US" altLang="ja-JP" sz="2000">
                <a:solidFill>
                  <a:schemeClr val="tx1"/>
                </a:solidFill>
                <a:latin typeface="メイリオ" panose="020B0604030504040204" pitchFamily="50" charset="-128"/>
                <a:ea typeface="メイリオ" panose="020B0604030504040204" pitchFamily="50" charset="-128"/>
              </a:rPr>
            </a:br>
            <a:r>
              <a:rPr lang="ja-JP" altLang="en-US" sz="2000">
                <a:solidFill>
                  <a:schemeClr val="tx1"/>
                </a:solidFill>
                <a:latin typeface="メイリオ" panose="020B0604030504040204" pitchFamily="50" charset="-128"/>
                <a:ea typeface="メイリオ" panose="020B0604030504040204" pitchFamily="50" charset="-128"/>
              </a:rPr>
              <a:t>ワークフローの実行内容</a:t>
            </a:r>
            <a:r>
              <a:rPr lang="en-US" altLang="ja-JP" sz="2000">
                <a:solidFill>
                  <a:schemeClr val="tx1"/>
                </a:solidFill>
                <a:latin typeface="メイリオ" panose="020B0604030504040204" pitchFamily="50" charset="-128"/>
                <a:ea typeface="メイリオ" panose="020B0604030504040204" pitchFamily="50" charset="-128"/>
              </a:rPr>
              <a:t>(</a:t>
            </a:r>
            <a:r>
              <a:rPr lang="ja-JP" altLang="en-US" sz="2000">
                <a:solidFill>
                  <a:schemeClr val="tx1"/>
                </a:solidFill>
                <a:latin typeface="メイリオ" panose="020B0604030504040204" pitchFamily="50" charset="-128"/>
                <a:ea typeface="メイリオ" panose="020B0604030504040204" pitchFamily="50" charset="-128"/>
              </a:rPr>
              <a:t>下記</a:t>
            </a:r>
            <a:r>
              <a:rPr lang="en-US" altLang="ja-JP" sz="2000">
                <a:solidFill>
                  <a:schemeClr val="tx1"/>
                </a:solidFill>
                <a:latin typeface="メイリオ" panose="020B0604030504040204" pitchFamily="50" charset="-128"/>
                <a:ea typeface="メイリオ" panose="020B0604030504040204" pitchFamily="50" charset="-128"/>
              </a:rPr>
              <a:t>)</a:t>
            </a:r>
            <a:r>
              <a:rPr lang="ja-JP" altLang="en-US" sz="2000">
                <a:solidFill>
                  <a:schemeClr val="tx1"/>
                </a:solidFill>
                <a:latin typeface="メイリオ" panose="020B0604030504040204" pitchFamily="50" charset="-128"/>
                <a:ea typeface="メイリオ" panose="020B0604030504040204" pitchFamily="50" charset="-128"/>
              </a:rPr>
              <a:t>を定義することができる</a:t>
            </a:r>
            <a:endParaRPr lang="en-US" altLang="ja-JP" sz="2000">
              <a:solidFill>
                <a:schemeClr val="tx1"/>
              </a:solidFill>
              <a:latin typeface="メイリオ" panose="020B0604030504040204" pitchFamily="50" charset="-128"/>
              <a:ea typeface="メイリオ" panose="020B0604030504040204" pitchFamily="50" charset="-128"/>
            </a:endParaRPr>
          </a:p>
          <a:p>
            <a:pPr marL="457200" indent="-457200">
              <a:lnSpc>
                <a:spcPct val="200000"/>
              </a:lnSpc>
              <a:buFont typeface="Arial" panose="020B0604020202020204" pitchFamily="34" charset="0"/>
              <a:buChar char="•"/>
            </a:pPr>
            <a:r>
              <a:rPr lang="ja-JP" altLang="en-US" sz="1800">
                <a:solidFill>
                  <a:schemeClr val="tx1"/>
                </a:solidFill>
                <a:latin typeface="メイリオ" panose="020B0604030504040204" pitchFamily="50" charset="-128"/>
                <a:ea typeface="メイリオ" panose="020B0604030504040204" pitchFamily="50" charset="-128"/>
              </a:rPr>
              <a:t>言語：</a:t>
            </a:r>
            <a:r>
              <a:rPr lang="en-US" altLang="ja-JP" sz="1800" err="1">
                <a:solidFill>
                  <a:schemeClr val="tx1"/>
                </a:solidFill>
                <a:latin typeface="メイリオ" panose="020B0604030504040204" pitchFamily="50" charset="-128"/>
                <a:ea typeface="メイリオ" panose="020B0604030504040204" pitchFamily="50" charset="-128"/>
              </a:rPr>
              <a:t>yaml</a:t>
            </a:r>
            <a:r>
              <a:rPr lang="ja-JP" altLang="en-US" sz="1800">
                <a:solidFill>
                  <a:schemeClr val="tx1"/>
                </a:solidFill>
                <a:latin typeface="メイリオ" panose="020B0604030504040204" pitchFamily="50" charset="-128"/>
                <a:ea typeface="メイリオ" panose="020B0604030504040204" pitchFamily="50" charset="-128"/>
              </a:rPr>
              <a:t>について</a:t>
            </a:r>
            <a:endParaRPr lang="en-US" altLang="ja-JP" sz="1800">
              <a:solidFill>
                <a:schemeClr val="tx1"/>
              </a:solidFill>
              <a:latin typeface="メイリオ" panose="020B0604030504040204" pitchFamily="50" charset="-128"/>
              <a:ea typeface="メイリオ" panose="020B0604030504040204" pitchFamily="50" charset="-128"/>
            </a:endParaRPr>
          </a:p>
          <a:p>
            <a:pPr marL="914400" lvl="1" indent="-457200">
              <a:lnSpc>
                <a:spcPct val="200000"/>
              </a:lnSpc>
              <a:buFont typeface="Arial" panose="020B0604020202020204" pitchFamily="34" charset="0"/>
              <a:buChar char="•"/>
            </a:pPr>
            <a:r>
              <a:rPr lang="ja-JP" altLang="en-US">
                <a:latin typeface="メイリオ" panose="020B0604030504040204" pitchFamily="50" charset="-128"/>
                <a:ea typeface="メイリオ" panose="020B0604030504040204" pitchFamily="50" charset="-128"/>
              </a:rPr>
              <a:t>コメントアウトは</a:t>
            </a:r>
            <a:r>
              <a:rPr lang="en-US" altLang="ja-JP">
                <a:latin typeface="メイリオ" panose="020B0604030504040204" pitchFamily="50" charset="-128"/>
                <a:ea typeface="メイリオ" panose="020B0604030504040204" pitchFamily="50" charset="-128"/>
              </a:rPr>
              <a:t>’#’</a:t>
            </a:r>
          </a:p>
          <a:p>
            <a:pPr marL="914400" lvl="1" indent="-457200">
              <a:lnSpc>
                <a:spcPct val="200000"/>
              </a:lnSpc>
              <a:buFont typeface="Arial" panose="020B0604020202020204" pitchFamily="34" charset="0"/>
              <a:buChar char="•"/>
            </a:pPr>
            <a:r>
              <a:rPr lang="ja-JP" altLang="en-US">
                <a:latin typeface="メイリオ" panose="020B0604030504040204" pitchFamily="50" charset="-128"/>
                <a:ea typeface="メイリオ" panose="020B0604030504040204" pitchFamily="50" charset="-128"/>
              </a:rPr>
              <a:t>インデントやコロン</a:t>
            </a:r>
            <a:r>
              <a:rPr lang="en-US" altLang="ja-JP">
                <a:latin typeface="メイリオ" panose="020B0604030504040204" pitchFamily="50" charset="-128"/>
                <a:ea typeface="メイリオ" panose="020B0604030504040204" pitchFamily="50" charset="-128"/>
              </a:rPr>
              <a:t>(:)</a:t>
            </a:r>
            <a:r>
              <a:rPr lang="ja-JP" altLang="en-US">
                <a:latin typeface="メイリオ" panose="020B0604030504040204" pitchFamily="50" charset="-128"/>
                <a:ea typeface="メイリオ" panose="020B0604030504040204" pitchFamily="50" charset="-128"/>
              </a:rPr>
              <a:t>抜けの</a:t>
            </a:r>
            <a:r>
              <a:rPr lang="en-US" altLang="ja-JP">
                <a:latin typeface="メイリオ" panose="020B0604030504040204" pitchFamily="50" charset="-128"/>
                <a:ea typeface="メイリオ" panose="020B0604030504040204" pitchFamily="50" charset="-128"/>
              </a:rPr>
              <a:t>syntax error</a:t>
            </a:r>
            <a:r>
              <a:rPr lang="ja-JP" altLang="en-US">
                <a:latin typeface="メイリオ" panose="020B0604030504040204" pitchFamily="50" charset="-128"/>
                <a:ea typeface="メイリオ" panose="020B0604030504040204" pitchFamily="50" charset="-128"/>
              </a:rPr>
              <a:t>が多発する</a:t>
            </a:r>
            <a:endParaRPr lang="en-US" altLang="ja-JP">
              <a:latin typeface="メイリオ" panose="020B0604030504040204" pitchFamily="50" charset="-128"/>
              <a:ea typeface="メイリオ" panose="020B0604030504040204" pitchFamily="50" charset="-128"/>
            </a:endParaRPr>
          </a:p>
          <a:p>
            <a:pPr marL="457200" indent="-457200">
              <a:lnSpc>
                <a:spcPct val="150000"/>
              </a:lnSpc>
              <a:buFont typeface="Arial" panose="020B0604020202020204" pitchFamily="34" charset="0"/>
              <a:buChar char="•"/>
            </a:pPr>
            <a:endParaRPr lang="en-US" altLang="ja-JP" sz="2000">
              <a:solidFill>
                <a:schemeClr val="tx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1192707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55864-CFFA-5CEF-2CD3-F09BFF975C3D}"/>
            </a:ext>
          </a:extLst>
        </p:cNvPr>
        <p:cNvGrpSpPr/>
        <p:nvPr/>
      </p:nvGrpSpPr>
      <p:grpSpPr>
        <a:xfrm>
          <a:off x="0" y="0"/>
          <a:ext cx="0" cy="0"/>
          <a:chOff x="0" y="0"/>
          <a:chExt cx="0" cy="0"/>
        </a:xfrm>
      </p:grpSpPr>
      <p:sp>
        <p:nvSpPr>
          <p:cNvPr id="7" name="正方形/長方形 6">
            <a:extLst>
              <a:ext uri="{FF2B5EF4-FFF2-40B4-BE49-F238E27FC236}">
                <a16:creationId xmlns:a16="http://schemas.microsoft.com/office/drawing/2014/main" id="{56F36913-F976-49B4-95B5-59E71C0B953B}"/>
              </a:ext>
            </a:extLst>
          </p:cNvPr>
          <p:cNvSpPr/>
          <p:nvPr/>
        </p:nvSpPr>
        <p:spPr>
          <a:xfrm>
            <a:off x="6197600" y="1315720"/>
            <a:ext cx="5156200" cy="48514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03940AF1-7C20-C5DB-D046-B680C7EB02C3}"/>
              </a:ext>
            </a:extLst>
          </p:cNvPr>
          <p:cNvSpPr>
            <a:spLocks noGrp="1"/>
          </p:cNvSpPr>
          <p:nvPr>
            <p:ph type="title"/>
          </p:nvPr>
        </p:nvSpPr>
        <p:spPr>
          <a:xfrm>
            <a:off x="759541" y="535713"/>
            <a:ext cx="10515600" cy="503555"/>
          </a:xfrm>
        </p:spPr>
        <p:txBody>
          <a:bodyPr/>
          <a:lstStyle/>
          <a:p>
            <a:r>
              <a:rPr lang="ja-JP" altLang="en-US" b="1" dirty="0">
                <a:latin typeface="メイリオ" panose="020B0604030504040204" pitchFamily="50" charset="-128"/>
                <a:ea typeface="メイリオ" panose="020B0604030504040204" pitchFamily="50" charset="-128"/>
              </a:rPr>
              <a:t>研修①：ワークフロー作成：自動実行の実装</a:t>
            </a:r>
          </a:p>
        </p:txBody>
      </p:sp>
      <p:sp>
        <p:nvSpPr>
          <p:cNvPr id="4" name="スライド番号プレースホルダー 3">
            <a:extLst>
              <a:ext uri="{FF2B5EF4-FFF2-40B4-BE49-F238E27FC236}">
                <a16:creationId xmlns:a16="http://schemas.microsoft.com/office/drawing/2014/main" id="{69CB26C9-B90B-3534-3396-30BA38C02DA4}"/>
              </a:ext>
            </a:extLst>
          </p:cNvPr>
          <p:cNvSpPr>
            <a:spLocks noGrp="1"/>
          </p:cNvSpPr>
          <p:nvPr>
            <p:ph type="sldNum" sz="quarter" idx="12"/>
          </p:nvPr>
        </p:nvSpPr>
        <p:spPr/>
        <p:txBody>
          <a:bodyPr/>
          <a:lstStyle/>
          <a:p>
            <a:fld id="{AEA9F59F-5AEA-DB42-A066-0EDE44B4D5E7}" type="slidenum">
              <a:rPr lang="ja-JP" altLang="en-US" smtClean="0"/>
              <a:pPr/>
              <a:t>11</a:t>
            </a:fld>
            <a:endParaRPr lang="ja-JP" altLang="en-US"/>
          </a:p>
        </p:txBody>
      </p:sp>
      <p:sp>
        <p:nvSpPr>
          <p:cNvPr id="3" name="タイトル 1">
            <a:extLst>
              <a:ext uri="{FF2B5EF4-FFF2-40B4-BE49-F238E27FC236}">
                <a16:creationId xmlns:a16="http://schemas.microsoft.com/office/drawing/2014/main" id="{00B7FF0B-59D5-B420-17F7-10BBEA8F54AD}"/>
              </a:ext>
            </a:extLst>
          </p:cNvPr>
          <p:cNvSpPr txBox="1">
            <a:spLocks/>
          </p:cNvSpPr>
          <p:nvPr/>
        </p:nvSpPr>
        <p:spPr>
          <a:xfrm>
            <a:off x="523240" y="1447615"/>
            <a:ext cx="5877560" cy="455964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3200" b="0" i="0" kern="1200">
                <a:solidFill>
                  <a:srgbClr val="004098"/>
                </a:solidFill>
                <a:latin typeface="Yu Gothic Medium" panose="020B0400000000000000" pitchFamily="34" charset="-128"/>
                <a:ea typeface="Yu Gothic Medium" panose="020B0400000000000000" pitchFamily="34" charset="-128"/>
                <a:cs typeface="+mj-cs"/>
              </a:defRPr>
            </a:lvl1pPr>
          </a:lstStyle>
          <a:p>
            <a:pPr marL="457200" indent="-457200">
              <a:lnSpc>
                <a:spcPct val="150000"/>
              </a:lnSpc>
              <a:buFont typeface="Arial" panose="020B0604020202020204" pitchFamily="34" charset="0"/>
              <a:buChar char="•"/>
            </a:pPr>
            <a:r>
              <a:rPr lang="ja-JP" altLang="en-US" sz="2400" dirty="0">
                <a:solidFill>
                  <a:schemeClr val="tx1"/>
                </a:solidFill>
                <a:latin typeface="メイリオ" panose="020B0604030504040204" pitchFamily="50" charset="-128"/>
                <a:ea typeface="メイリオ" panose="020B0604030504040204" pitchFamily="50" charset="-128"/>
              </a:rPr>
              <a:t>記述例：</a:t>
            </a:r>
            <a:r>
              <a:rPr lang="ja-JP" altLang="en-US" sz="2400" b="1" dirty="0">
                <a:solidFill>
                  <a:schemeClr val="tx1"/>
                </a:solidFill>
                <a:latin typeface="メイリオ" panose="020B0604030504040204" pitchFamily="50" charset="-128"/>
                <a:ea typeface="メイリオ" panose="020B0604030504040204" pitchFamily="50" charset="-128"/>
              </a:rPr>
              <a:t>ワークフロー概要</a:t>
            </a:r>
            <a:endParaRPr lang="en-US" altLang="ja-JP" sz="2400" b="1" dirty="0">
              <a:solidFill>
                <a:schemeClr val="tx1"/>
              </a:solidFill>
              <a:latin typeface="メイリオ" panose="020B0604030504040204" pitchFamily="50" charset="-128"/>
              <a:ea typeface="メイリオ" panose="020B0604030504040204" pitchFamily="50" charset="-128"/>
            </a:endParaRPr>
          </a:p>
          <a:p>
            <a:pPr marL="914400" lvl="1" indent="-457200">
              <a:lnSpc>
                <a:spcPct val="150000"/>
              </a:lnSpc>
              <a:buFont typeface="Arial" panose="020B0604020202020204" pitchFamily="34" charset="0"/>
              <a:buChar char="•"/>
            </a:pPr>
            <a:r>
              <a:rPr lang="en-US" altLang="ja-JP" b="1" dirty="0">
                <a:solidFill>
                  <a:schemeClr val="tx1"/>
                </a:solidFill>
                <a:latin typeface="メイリオ" panose="020B0604030504040204" pitchFamily="50" charset="-128"/>
                <a:ea typeface="メイリオ" panose="020B0604030504040204" pitchFamily="50" charset="-128"/>
              </a:rPr>
              <a:t>name</a:t>
            </a:r>
            <a:r>
              <a:rPr lang="en-US" altLang="ja-JP" dirty="0">
                <a:solidFill>
                  <a:schemeClr val="tx1"/>
                </a:solidFill>
                <a:latin typeface="メイリオ" panose="020B0604030504040204" pitchFamily="50" charset="-128"/>
                <a:ea typeface="メイリオ" panose="020B0604030504040204" pitchFamily="50" charset="-128"/>
              </a:rPr>
              <a:t> :</a:t>
            </a:r>
            <a:r>
              <a:rPr lang="ja-JP" altLang="en-US" dirty="0">
                <a:latin typeface="メイリオ" panose="020B0604030504040204" pitchFamily="50" charset="-128"/>
                <a:ea typeface="メイリオ" panose="020B0604030504040204" pitchFamily="50" charset="-128"/>
              </a:rPr>
              <a:t> </a:t>
            </a:r>
            <a:r>
              <a:rPr lang="ja-JP" altLang="en-US" dirty="0">
                <a:solidFill>
                  <a:schemeClr val="tx1"/>
                </a:solidFill>
                <a:latin typeface="メイリオ" panose="020B0604030504040204" pitchFamily="50" charset="-128"/>
                <a:ea typeface="メイリオ" panose="020B0604030504040204" pitchFamily="50" charset="-128"/>
              </a:rPr>
              <a:t>ワークフロー名</a:t>
            </a:r>
            <a:endParaRPr lang="en-US" altLang="ja-JP" dirty="0">
              <a:latin typeface="メイリオ" panose="020B0604030504040204" pitchFamily="50" charset="-128"/>
              <a:ea typeface="メイリオ" panose="020B0604030504040204" pitchFamily="50" charset="-128"/>
            </a:endParaRPr>
          </a:p>
          <a:p>
            <a:pPr marL="914400" lvl="1" indent="-457200">
              <a:lnSpc>
                <a:spcPct val="150000"/>
              </a:lnSpc>
              <a:buFont typeface="Arial" panose="020B0604020202020204" pitchFamily="34" charset="0"/>
              <a:buChar char="•"/>
            </a:pPr>
            <a:r>
              <a:rPr lang="en-US" altLang="ja-JP" b="1" dirty="0">
                <a:latin typeface="メイリオ" panose="020B0604030504040204" pitchFamily="50" charset="-128"/>
                <a:ea typeface="メイリオ" panose="020B0604030504040204" pitchFamily="50" charset="-128"/>
              </a:rPr>
              <a:t>o</a:t>
            </a:r>
            <a:r>
              <a:rPr lang="en-US" altLang="ja-JP" b="1" dirty="0">
                <a:solidFill>
                  <a:schemeClr val="tx1"/>
                </a:solidFill>
                <a:latin typeface="メイリオ" panose="020B0604030504040204" pitchFamily="50" charset="-128"/>
                <a:ea typeface="メイリオ" panose="020B0604030504040204" pitchFamily="50" charset="-128"/>
              </a:rPr>
              <a:t>n</a:t>
            </a:r>
            <a:r>
              <a:rPr lang="en-US" altLang="ja-JP" dirty="0">
                <a:solidFill>
                  <a:schemeClr val="tx1"/>
                </a:solidFill>
                <a:latin typeface="メイリオ" panose="020B0604030504040204" pitchFamily="50" charset="-128"/>
                <a:ea typeface="メイリオ" panose="020B0604030504040204" pitchFamily="50" charset="-128"/>
              </a:rPr>
              <a:t> : </a:t>
            </a:r>
            <a:r>
              <a:rPr lang="ja-JP" altLang="en-US" dirty="0">
                <a:solidFill>
                  <a:schemeClr val="tx1"/>
                </a:solidFill>
                <a:latin typeface="メイリオ" panose="020B0604030504040204" pitchFamily="50" charset="-128"/>
                <a:ea typeface="メイリオ" panose="020B0604030504040204" pitchFamily="50" charset="-128"/>
              </a:rPr>
              <a:t>実行トリガー条件</a:t>
            </a:r>
            <a:endParaRPr lang="en-US" altLang="ja-JP" dirty="0">
              <a:solidFill>
                <a:schemeClr val="tx1"/>
              </a:solidFill>
              <a:latin typeface="メイリオ" panose="020B0604030504040204" pitchFamily="50" charset="-128"/>
              <a:ea typeface="メイリオ" panose="020B0604030504040204" pitchFamily="50" charset="-128"/>
            </a:endParaRPr>
          </a:p>
          <a:p>
            <a:pPr marL="1371600" lvl="2" indent="-457200">
              <a:lnSpc>
                <a:spcPct val="150000"/>
              </a:lnSpc>
              <a:buFont typeface="Arial" panose="020B0604020202020204" pitchFamily="34" charset="0"/>
              <a:buChar char="•"/>
            </a:pPr>
            <a:r>
              <a:rPr lang="en-US" altLang="ja-JP" b="1" dirty="0">
                <a:latin typeface="メイリオ" panose="020B0604030504040204" pitchFamily="50" charset="-128"/>
                <a:ea typeface="メイリオ" panose="020B0604030504040204" pitchFamily="50" charset="-128"/>
              </a:rPr>
              <a:t>schedule</a:t>
            </a:r>
            <a:r>
              <a:rPr lang="en-US" altLang="ja-JP" dirty="0">
                <a:latin typeface="メイリオ" panose="020B0604030504040204" pitchFamily="50" charset="-128"/>
                <a:ea typeface="メイリオ" panose="020B0604030504040204" pitchFamily="50" charset="-128"/>
              </a:rPr>
              <a:t> : </a:t>
            </a:r>
            <a:r>
              <a:rPr lang="ja-JP" altLang="en-US" dirty="0">
                <a:latin typeface="メイリオ" panose="020B0604030504040204" pitchFamily="50" charset="-128"/>
                <a:ea typeface="メイリオ" panose="020B0604030504040204" pitchFamily="50" charset="-128"/>
              </a:rPr>
              <a:t>定期実行</a:t>
            </a:r>
            <a:endParaRPr lang="en-US" altLang="ja-JP" dirty="0">
              <a:latin typeface="メイリオ" panose="020B0604030504040204" pitchFamily="50" charset="-128"/>
              <a:ea typeface="メイリオ" panose="020B0604030504040204" pitchFamily="50" charset="-128"/>
            </a:endParaRPr>
          </a:p>
          <a:p>
            <a:pPr marL="1371600" lvl="2" indent="-457200">
              <a:lnSpc>
                <a:spcPct val="150000"/>
              </a:lnSpc>
              <a:buFont typeface="Arial" panose="020B0604020202020204" pitchFamily="34" charset="0"/>
              <a:buChar char="•"/>
            </a:pPr>
            <a:r>
              <a:rPr lang="en-US" altLang="ja-JP" b="1" dirty="0">
                <a:latin typeface="メイリオ" panose="020B0604030504040204" pitchFamily="50" charset="-128"/>
                <a:ea typeface="メイリオ" panose="020B0604030504040204" pitchFamily="50" charset="-128"/>
              </a:rPr>
              <a:t>p</a:t>
            </a:r>
            <a:r>
              <a:rPr lang="en-US" altLang="ja-JP" b="1" dirty="0">
                <a:solidFill>
                  <a:schemeClr val="tx1"/>
                </a:solidFill>
                <a:latin typeface="メイリオ" panose="020B0604030504040204" pitchFamily="50" charset="-128"/>
                <a:ea typeface="メイリオ" panose="020B0604030504040204" pitchFamily="50" charset="-128"/>
              </a:rPr>
              <a:t>ush</a:t>
            </a:r>
            <a:r>
              <a:rPr lang="en-US" altLang="ja-JP" dirty="0">
                <a:solidFill>
                  <a:schemeClr val="tx1"/>
                </a:solidFill>
                <a:latin typeface="メイリオ" panose="020B0604030504040204" pitchFamily="50" charset="-128"/>
                <a:ea typeface="メイリオ" panose="020B0604030504040204" pitchFamily="50" charset="-128"/>
              </a:rPr>
              <a:t> : </a:t>
            </a:r>
            <a:r>
              <a:rPr lang="ja-JP" altLang="en-US" dirty="0">
                <a:solidFill>
                  <a:schemeClr val="tx1"/>
                </a:solidFill>
                <a:latin typeface="メイリオ" panose="020B0604030504040204" pitchFamily="50" charset="-128"/>
                <a:ea typeface="メイリオ" panose="020B0604030504040204" pitchFamily="50" charset="-128"/>
              </a:rPr>
              <a:t>ブランチへのプッシュ時</a:t>
            </a:r>
            <a:endParaRPr lang="en-US" altLang="ja-JP" dirty="0">
              <a:solidFill>
                <a:schemeClr val="tx1"/>
              </a:solidFill>
              <a:latin typeface="メイリオ" panose="020B0604030504040204" pitchFamily="50" charset="-128"/>
              <a:ea typeface="メイリオ" panose="020B0604030504040204" pitchFamily="50" charset="-128"/>
            </a:endParaRPr>
          </a:p>
          <a:p>
            <a:pPr marL="1828800" lvl="3" indent="-457200">
              <a:lnSpc>
                <a:spcPct val="150000"/>
              </a:lnSpc>
              <a:buFont typeface="Arial" panose="020B0604020202020204" pitchFamily="34" charset="0"/>
              <a:buChar char="•"/>
            </a:pPr>
            <a:r>
              <a:rPr lang="en-US" altLang="ja-JP" b="1" dirty="0">
                <a:latin typeface="メイリオ" panose="020B0604030504040204" pitchFamily="50" charset="-128"/>
                <a:ea typeface="メイリオ" panose="020B0604030504040204" pitchFamily="50" charset="-128"/>
              </a:rPr>
              <a:t>branches</a:t>
            </a:r>
            <a:r>
              <a:rPr lang="en-US" altLang="ja-JP" dirty="0">
                <a:latin typeface="メイリオ" panose="020B0604030504040204" pitchFamily="50" charset="-128"/>
                <a:ea typeface="メイリオ" panose="020B0604030504040204" pitchFamily="50" charset="-128"/>
              </a:rPr>
              <a:t> : </a:t>
            </a:r>
            <a:r>
              <a:rPr lang="ja-JP" altLang="en-US" dirty="0">
                <a:latin typeface="メイリオ" panose="020B0604030504040204" pitchFamily="50" charset="-128"/>
                <a:ea typeface="メイリオ" panose="020B0604030504040204" pitchFamily="50" charset="-128"/>
              </a:rPr>
              <a:t>ブランチ名</a:t>
            </a:r>
            <a:br>
              <a:rPr lang="en-US" altLang="ja-JP" dirty="0">
                <a:latin typeface="メイリオ" panose="020B0604030504040204" pitchFamily="50" charset="-128"/>
                <a:ea typeface="メイリオ" panose="020B0604030504040204" pitchFamily="50" charset="-128"/>
              </a:rPr>
            </a:br>
            <a:r>
              <a:rPr lang="ja-JP" altLang="en-US" dirty="0">
                <a:latin typeface="メイリオ" panose="020B0604030504040204" pitchFamily="50" charset="-128"/>
                <a:ea typeface="メイリオ" panose="020B0604030504040204" pitchFamily="50" charset="-128"/>
              </a:rPr>
              <a:t>省略した場合は全</a:t>
            </a:r>
            <a:r>
              <a:rPr lang="en-US" altLang="ja-JP" dirty="0">
                <a:latin typeface="メイリオ" panose="020B0604030504040204" pitchFamily="50" charset="-128"/>
                <a:ea typeface="メイリオ" panose="020B0604030504040204" pitchFamily="50" charset="-128"/>
              </a:rPr>
              <a:t>push</a:t>
            </a:r>
            <a:r>
              <a:rPr lang="ja-JP" altLang="en-US" dirty="0">
                <a:latin typeface="メイリオ" panose="020B0604030504040204" pitchFamily="50" charset="-128"/>
                <a:ea typeface="メイリオ" panose="020B0604030504040204" pitchFamily="50" charset="-128"/>
              </a:rPr>
              <a:t>でトリガー</a:t>
            </a:r>
            <a:endParaRPr lang="en-US" altLang="ja-JP" dirty="0">
              <a:latin typeface="メイリオ" panose="020B0604030504040204" pitchFamily="50" charset="-128"/>
              <a:ea typeface="メイリオ" panose="020B0604030504040204" pitchFamily="50" charset="-128"/>
            </a:endParaRPr>
          </a:p>
          <a:p>
            <a:pPr marL="1371600" lvl="2" indent="-457200">
              <a:lnSpc>
                <a:spcPct val="150000"/>
              </a:lnSpc>
              <a:buFont typeface="Arial" panose="020B0604020202020204" pitchFamily="34" charset="0"/>
              <a:buChar char="•"/>
            </a:pPr>
            <a:r>
              <a:rPr lang="en-US" altLang="ja-JP" b="1" dirty="0">
                <a:latin typeface="メイリオ" panose="020B0604030504040204" pitchFamily="50" charset="-128"/>
                <a:ea typeface="メイリオ" panose="020B0604030504040204" pitchFamily="50" charset="-128"/>
              </a:rPr>
              <a:t>pull-request</a:t>
            </a:r>
            <a:r>
              <a:rPr lang="ja-JP" altLang="en-US" dirty="0">
                <a:latin typeface="メイリオ" panose="020B0604030504040204" pitchFamily="50" charset="-128"/>
                <a:ea typeface="メイリオ" panose="020B0604030504040204" pitchFamily="50" charset="-128"/>
              </a:rPr>
              <a:t>：プルリクエスト作成時</a:t>
            </a:r>
            <a:r>
              <a:rPr lang="en-US" altLang="ja-JP" dirty="0">
                <a:solidFill>
                  <a:schemeClr val="tx1"/>
                </a:solidFill>
                <a:latin typeface="メイリオ" panose="020B0604030504040204" pitchFamily="50" charset="-128"/>
                <a:ea typeface="メイリオ" panose="020B0604030504040204" pitchFamily="50" charset="-128"/>
              </a:rPr>
              <a:t> </a:t>
            </a:r>
          </a:p>
          <a:p>
            <a:pPr marL="1828800" lvl="3" indent="-457200">
              <a:lnSpc>
                <a:spcPct val="150000"/>
              </a:lnSpc>
              <a:buFont typeface="Arial" panose="020B0604020202020204" pitchFamily="34" charset="0"/>
              <a:buChar char="•"/>
            </a:pPr>
            <a:r>
              <a:rPr lang="en-US" altLang="ja-JP" b="1" dirty="0">
                <a:latin typeface="メイリオ" panose="020B0604030504040204" pitchFamily="50" charset="-128"/>
                <a:ea typeface="メイリオ" panose="020B0604030504040204" pitchFamily="50" charset="-128"/>
              </a:rPr>
              <a:t>branches</a:t>
            </a:r>
            <a:r>
              <a:rPr lang="en-US" altLang="ja-JP" dirty="0">
                <a:latin typeface="メイリオ" panose="020B0604030504040204" pitchFamily="50" charset="-128"/>
                <a:ea typeface="メイリオ" panose="020B0604030504040204" pitchFamily="50" charset="-128"/>
              </a:rPr>
              <a:t> : </a:t>
            </a:r>
            <a:r>
              <a:rPr lang="ja-JP" altLang="en-US" dirty="0">
                <a:latin typeface="メイリオ" panose="020B0604030504040204" pitchFamily="50" charset="-128"/>
                <a:ea typeface="メイリオ" panose="020B0604030504040204" pitchFamily="50" charset="-128"/>
              </a:rPr>
              <a:t>ブランチ名</a:t>
            </a:r>
            <a:br>
              <a:rPr lang="en-US" altLang="ja-JP" dirty="0">
                <a:latin typeface="メイリオ" panose="020B0604030504040204" pitchFamily="50" charset="-128"/>
                <a:ea typeface="メイリオ" panose="020B0604030504040204" pitchFamily="50" charset="-128"/>
              </a:rPr>
            </a:br>
            <a:r>
              <a:rPr lang="ja-JP" altLang="en-US" dirty="0">
                <a:latin typeface="メイリオ" panose="020B0604030504040204" pitchFamily="50" charset="-128"/>
                <a:ea typeface="メイリオ" panose="020B0604030504040204" pitchFamily="50" charset="-128"/>
              </a:rPr>
              <a:t>省略した場合は全</a:t>
            </a:r>
            <a:r>
              <a:rPr lang="en-US" altLang="ja-JP" dirty="0">
                <a:latin typeface="メイリオ" panose="020B0604030504040204" pitchFamily="50" charset="-128"/>
                <a:ea typeface="メイリオ" panose="020B0604030504040204" pitchFamily="50" charset="-128"/>
              </a:rPr>
              <a:t>push</a:t>
            </a:r>
            <a:r>
              <a:rPr lang="ja-JP" altLang="en-US" dirty="0">
                <a:latin typeface="メイリオ" panose="020B0604030504040204" pitchFamily="50" charset="-128"/>
                <a:ea typeface="メイリオ" panose="020B0604030504040204" pitchFamily="50" charset="-128"/>
              </a:rPr>
              <a:t>でトリガー</a:t>
            </a:r>
            <a:endParaRPr lang="en-US" altLang="ja-JP" dirty="0">
              <a:latin typeface="メイリオ" panose="020B0604030504040204" pitchFamily="50" charset="-128"/>
              <a:ea typeface="メイリオ" panose="020B0604030504040204" pitchFamily="50" charset="-128"/>
            </a:endParaRPr>
          </a:p>
          <a:p>
            <a:pPr marL="1371600" lvl="2" indent="-457200">
              <a:lnSpc>
                <a:spcPct val="150000"/>
              </a:lnSpc>
              <a:buFont typeface="Arial" panose="020B0604020202020204" pitchFamily="34" charset="0"/>
              <a:buChar char="•"/>
            </a:pPr>
            <a:endParaRPr lang="en-US" altLang="ja-JP" dirty="0">
              <a:solidFill>
                <a:schemeClr val="tx1"/>
              </a:solidFill>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EAB77755-2F41-B50A-E8F5-09A35FEDE636}"/>
              </a:ext>
            </a:extLst>
          </p:cNvPr>
          <p:cNvSpPr txBox="1"/>
          <p:nvPr/>
        </p:nvSpPr>
        <p:spPr>
          <a:xfrm>
            <a:off x="6275487" y="1994065"/>
            <a:ext cx="4626194" cy="3139321"/>
          </a:xfrm>
          <a:prstGeom prst="rect">
            <a:avLst/>
          </a:prstGeom>
          <a:noFill/>
        </p:spPr>
        <p:txBody>
          <a:bodyPr wrap="square" rtlCol="0">
            <a:spAutoFit/>
          </a:bodyPr>
          <a:lstStyle/>
          <a:p>
            <a:r>
              <a:rPr lang="en-US" altLang="ja-JP">
                <a:latin typeface="Cascadia Code Light" panose="020B0609020000020004" pitchFamily="49" charset="0"/>
                <a:ea typeface="Cascadia Code Light" panose="020B0609020000020004" pitchFamily="49" charset="0"/>
                <a:cs typeface="Cascadia Code Light" panose="020B0609020000020004" pitchFamily="49" charset="0"/>
              </a:rPr>
              <a:t>name : </a:t>
            </a:r>
            <a:r>
              <a:rPr lang="en-US" altLang="ja-JP" err="1">
                <a:latin typeface="Cascadia Code Light" panose="020B0609020000020004" pitchFamily="49" charset="0"/>
                <a:ea typeface="Cascadia Code Light" panose="020B0609020000020004" pitchFamily="49" charset="0"/>
                <a:cs typeface="Cascadia Code Light" panose="020B0609020000020004" pitchFamily="49" charset="0"/>
              </a:rPr>
              <a:t>Running_automation_test</a:t>
            </a:r>
            <a:r>
              <a:rPr lang="en-US" altLang="ja-JP">
                <a:latin typeface="Cascadia Code Light" panose="020B0609020000020004" pitchFamily="49" charset="0"/>
                <a:ea typeface="Cascadia Code Light" panose="020B0609020000020004" pitchFamily="49" charset="0"/>
                <a:cs typeface="Cascadia Code Light" panose="020B0609020000020004" pitchFamily="49" charset="0"/>
              </a:rPr>
              <a:t>_</a:t>
            </a:r>
          </a:p>
          <a:p>
            <a:endParaRPr lang="en-US" altLang="ja-JP">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altLang="ja-JP">
                <a:latin typeface="Cascadia Code Light" panose="020B0609020000020004" pitchFamily="49" charset="0"/>
                <a:ea typeface="Cascadia Code Light" panose="020B0609020000020004" pitchFamily="49" charset="0"/>
                <a:cs typeface="Cascadia Code Light" panose="020B0609020000020004" pitchFamily="49" charset="0"/>
              </a:rPr>
              <a:t>on:</a:t>
            </a:r>
          </a:p>
          <a:p>
            <a:r>
              <a:rPr lang="en-US" altLang="ja-JP">
                <a:latin typeface="Cascadia Code Light" panose="020B0609020000020004" pitchFamily="49" charset="0"/>
                <a:ea typeface="Cascadia Code Light" panose="020B0609020000020004" pitchFamily="49" charset="0"/>
                <a:cs typeface="Cascadia Code Light" panose="020B0609020000020004" pitchFamily="49" charset="0"/>
              </a:rPr>
              <a:t>  schedule:</a:t>
            </a:r>
            <a:endParaRPr lang="ja-JP" altLang="en-US">
              <a:latin typeface="Cascadia Code Light" panose="020B0609020000020004" pitchFamily="49" charset="0"/>
              <a:cs typeface="Cascadia Code Light" panose="020B0609020000020004" pitchFamily="49" charset="0"/>
            </a:endParaRPr>
          </a:p>
          <a:p>
            <a:r>
              <a:rPr lang="ja-JP" altLang="en-US">
                <a:latin typeface="Cascadia Code Light" panose="020B0609020000020004" pitchFamily="49" charset="0"/>
                <a:cs typeface="Cascadia Code Light" panose="020B0609020000020004" pitchFamily="49" charset="0"/>
              </a:rPr>
              <a:t>    </a:t>
            </a:r>
            <a:r>
              <a:rPr lang="en-US" altLang="ja-JP">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altLang="ja-JP" err="1">
                <a:latin typeface="Cascadia Code Light" panose="020B0609020000020004" pitchFamily="49" charset="0"/>
                <a:ea typeface="Cascadia Code Light" panose="020B0609020000020004" pitchFamily="49" charset="0"/>
                <a:cs typeface="Cascadia Code Light" panose="020B0609020000020004" pitchFamily="49" charset="0"/>
              </a:rPr>
              <a:t>cron</a:t>
            </a:r>
            <a:r>
              <a:rPr lang="en-US" altLang="ja-JP">
                <a:latin typeface="Cascadia Code Light" panose="020B0609020000020004" pitchFamily="49" charset="0"/>
                <a:ea typeface="Cascadia Code Light" panose="020B0609020000020004" pitchFamily="49" charset="0"/>
                <a:cs typeface="Cascadia Code Light" panose="020B0609020000020004" pitchFamily="49" charset="0"/>
              </a:rPr>
              <a:t>: '0 0 * * 1-5’</a:t>
            </a:r>
          </a:p>
          <a:p>
            <a:endParaRPr lang="en-US" altLang="ja-JP">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altLang="ja-JP">
                <a:latin typeface="Cascadia Code Light" panose="020B0609020000020004" pitchFamily="49" charset="0"/>
                <a:ea typeface="Cascadia Code Light" panose="020B0609020000020004" pitchFamily="49" charset="0"/>
                <a:cs typeface="Cascadia Code Light" panose="020B0609020000020004" pitchFamily="49" charset="0"/>
              </a:rPr>
              <a:t>#push</a:t>
            </a:r>
            <a:r>
              <a:rPr lang="ja-JP" altLang="en-US">
                <a:latin typeface="メイリオ" panose="020B0604030504040204" pitchFamily="50" charset="-128"/>
                <a:ea typeface="メイリオ" panose="020B0604030504040204" pitchFamily="50" charset="-128"/>
                <a:cs typeface="Cascadia Code Light" panose="020B0609020000020004" pitchFamily="49" charset="0"/>
              </a:rPr>
              <a:t>トリガーを用いる場合</a:t>
            </a:r>
            <a:endParaRPr lang="en-US" altLang="ja-JP">
              <a:latin typeface="メイリオ" panose="020B0604030504040204" pitchFamily="50" charset="-128"/>
              <a:ea typeface="メイリオ" panose="020B0604030504040204" pitchFamily="50" charset="-128"/>
              <a:cs typeface="Cascadia Code Light" panose="020B0609020000020004" pitchFamily="49" charset="0"/>
            </a:endParaRPr>
          </a:p>
          <a:p>
            <a:r>
              <a:rPr lang="en-US" altLang="ja-JP">
                <a:latin typeface="Cascadia Code Light" panose="020B0609020000020004" pitchFamily="49" charset="0"/>
                <a:ea typeface="Cascadia Code Light" panose="020B0609020000020004" pitchFamily="49" charset="0"/>
                <a:cs typeface="Cascadia Code Light" panose="020B0609020000020004" pitchFamily="49" charset="0"/>
              </a:rPr>
              <a:t>on:</a:t>
            </a:r>
          </a:p>
          <a:p>
            <a:r>
              <a:rPr lang="en-US" altLang="ja-JP">
                <a:latin typeface="Cascadia Code Light" panose="020B0609020000020004" pitchFamily="49" charset="0"/>
                <a:ea typeface="Cascadia Code Light" panose="020B0609020000020004" pitchFamily="49" charset="0"/>
                <a:cs typeface="Cascadia Code Light" panose="020B0609020000020004" pitchFamily="49" charset="0"/>
              </a:rPr>
              <a:t>  push:</a:t>
            </a:r>
            <a:endParaRPr lang="ja-JP" altLang="en-US">
              <a:latin typeface="Cascadia Code Light" panose="020B0609020000020004" pitchFamily="49" charset="0"/>
              <a:cs typeface="Cascadia Code Light" panose="020B0609020000020004" pitchFamily="49" charset="0"/>
            </a:endParaRPr>
          </a:p>
          <a:p>
            <a:r>
              <a:rPr lang="ja-JP" altLang="en-US">
                <a:latin typeface="Cascadia Code Light" panose="020B0609020000020004" pitchFamily="49" charset="0"/>
                <a:cs typeface="Cascadia Code Light" panose="020B0609020000020004" pitchFamily="49" charset="0"/>
              </a:rPr>
              <a:t>    </a:t>
            </a:r>
            <a:r>
              <a:rPr lang="en-US" altLang="ja-JP">
                <a:latin typeface="Cascadia Code Light" panose="020B0609020000020004" pitchFamily="49" charset="0"/>
                <a:ea typeface="Cascadia Code Light" panose="020B0609020000020004" pitchFamily="49" charset="0"/>
                <a:cs typeface="Cascadia Code Light" panose="020B0609020000020004" pitchFamily="49" charset="0"/>
              </a:rPr>
              <a:t>branches: [ master ]</a:t>
            </a:r>
          </a:p>
          <a:p>
            <a:r>
              <a:rPr lang="en-US" altLang="ja-JP">
                <a:latin typeface="Cascadia Code Light" panose="020B0609020000020004" pitchFamily="49" charset="0"/>
                <a:ea typeface="Cascadia Code Light" panose="020B0609020000020004" pitchFamily="49" charset="0"/>
                <a:cs typeface="Cascadia Code Light" panose="020B0609020000020004" pitchFamily="49" charset="0"/>
              </a:rPr>
              <a:t> …</a:t>
            </a:r>
          </a:p>
        </p:txBody>
      </p:sp>
    </p:spTree>
    <p:extLst>
      <p:ext uri="{BB962C8B-B14F-4D97-AF65-F5344CB8AC3E}">
        <p14:creationId xmlns:p14="http://schemas.microsoft.com/office/powerpoint/2010/main" val="35150471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A1B49-5EA1-B7A1-BD80-6F5C0FA5C663}"/>
            </a:ext>
          </a:extLst>
        </p:cNvPr>
        <p:cNvGrpSpPr/>
        <p:nvPr/>
      </p:nvGrpSpPr>
      <p:grpSpPr>
        <a:xfrm>
          <a:off x="0" y="0"/>
          <a:ext cx="0" cy="0"/>
          <a:chOff x="0" y="0"/>
          <a:chExt cx="0" cy="0"/>
        </a:xfrm>
      </p:grpSpPr>
      <p:sp>
        <p:nvSpPr>
          <p:cNvPr id="7" name="正方形/長方形 6">
            <a:extLst>
              <a:ext uri="{FF2B5EF4-FFF2-40B4-BE49-F238E27FC236}">
                <a16:creationId xmlns:a16="http://schemas.microsoft.com/office/drawing/2014/main" id="{F533FC99-2D80-4723-CCB0-DF2FB2023DA0}"/>
              </a:ext>
            </a:extLst>
          </p:cNvPr>
          <p:cNvSpPr/>
          <p:nvPr/>
        </p:nvSpPr>
        <p:spPr>
          <a:xfrm>
            <a:off x="6440129" y="1283313"/>
            <a:ext cx="5098401" cy="4920842"/>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A5769CE4-E420-1085-9D3C-62976438BC3B}"/>
              </a:ext>
            </a:extLst>
          </p:cNvPr>
          <p:cNvSpPr>
            <a:spLocks noGrp="1"/>
          </p:cNvSpPr>
          <p:nvPr>
            <p:ph type="title"/>
          </p:nvPr>
        </p:nvSpPr>
        <p:spPr>
          <a:xfrm>
            <a:off x="759541" y="535713"/>
            <a:ext cx="10515600" cy="503555"/>
          </a:xfrm>
        </p:spPr>
        <p:txBody>
          <a:bodyPr/>
          <a:lstStyle/>
          <a:p>
            <a:r>
              <a:rPr lang="ja-JP" altLang="en-US" b="1">
                <a:latin typeface="メイリオ" panose="020B0604030504040204" pitchFamily="50" charset="-128"/>
                <a:ea typeface="メイリオ" panose="020B0604030504040204" pitchFamily="50" charset="-128"/>
              </a:rPr>
              <a:t>研修①：ワークフロー作成：自動実行の実装</a:t>
            </a:r>
          </a:p>
        </p:txBody>
      </p:sp>
      <p:sp>
        <p:nvSpPr>
          <p:cNvPr id="4" name="スライド番号プレースホルダー 3">
            <a:extLst>
              <a:ext uri="{FF2B5EF4-FFF2-40B4-BE49-F238E27FC236}">
                <a16:creationId xmlns:a16="http://schemas.microsoft.com/office/drawing/2014/main" id="{6B93AAC8-6EFB-28E6-F29A-3BF7CCD68EDA}"/>
              </a:ext>
            </a:extLst>
          </p:cNvPr>
          <p:cNvSpPr>
            <a:spLocks noGrp="1"/>
          </p:cNvSpPr>
          <p:nvPr>
            <p:ph type="sldNum" sz="quarter" idx="12"/>
          </p:nvPr>
        </p:nvSpPr>
        <p:spPr/>
        <p:txBody>
          <a:bodyPr/>
          <a:lstStyle/>
          <a:p>
            <a:fld id="{AEA9F59F-5AEA-DB42-A066-0EDE44B4D5E7}" type="slidenum">
              <a:rPr lang="ja-JP" altLang="en-US" smtClean="0"/>
              <a:pPr/>
              <a:t>12</a:t>
            </a:fld>
            <a:endParaRPr lang="ja-JP" altLang="en-US"/>
          </a:p>
        </p:txBody>
      </p:sp>
      <p:sp>
        <p:nvSpPr>
          <p:cNvPr id="3" name="タイトル 1">
            <a:extLst>
              <a:ext uri="{FF2B5EF4-FFF2-40B4-BE49-F238E27FC236}">
                <a16:creationId xmlns:a16="http://schemas.microsoft.com/office/drawing/2014/main" id="{60026BA8-0E68-E445-E924-CAEA68B45C5F}"/>
              </a:ext>
            </a:extLst>
          </p:cNvPr>
          <p:cNvSpPr txBox="1">
            <a:spLocks/>
          </p:cNvSpPr>
          <p:nvPr/>
        </p:nvSpPr>
        <p:spPr>
          <a:xfrm>
            <a:off x="494445" y="1283313"/>
            <a:ext cx="5601555" cy="482115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3200" b="0" i="0" kern="1200">
                <a:solidFill>
                  <a:srgbClr val="004098"/>
                </a:solidFill>
                <a:latin typeface="Yu Gothic Medium" panose="020B0400000000000000" pitchFamily="34" charset="-128"/>
                <a:ea typeface="Yu Gothic Medium" panose="020B0400000000000000" pitchFamily="34" charset="-128"/>
                <a:cs typeface="+mj-cs"/>
              </a:defRPr>
            </a:lvl1pPr>
          </a:lstStyle>
          <a:p>
            <a:pPr marL="457200" indent="-457200">
              <a:lnSpc>
                <a:spcPct val="150000"/>
              </a:lnSpc>
              <a:buFont typeface="Arial" panose="020B0604020202020204" pitchFamily="34" charset="0"/>
              <a:buChar char="•"/>
            </a:pPr>
            <a:r>
              <a:rPr lang="ja-JP" altLang="en-US" sz="2400" dirty="0">
                <a:solidFill>
                  <a:schemeClr val="tx1"/>
                </a:solidFill>
                <a:latin typeface="メイリオ" panose="020B0604030504040204" pitchFamily="50" charset="-128"/>
                <a:ea typeface="メイリオ" panose="020B0604030504040204" pitchFamily="50" charset="-128"/>
              </a:rPr>
              <a:t>記述例：</a:t>
            </a:r>
            <a:r>
              <a:rPr lang="ja-JP" altLang="en-US" sz="2400" b="1" dirty="0">
                <a:solidFill>
                  <a:schemeClr val="tx1"/>
                </a:solidFill>
                <a:latin typeface="メイリオ" panose="020B0604030504040204" pitchFamily="50" charset="-128"/>
                <a:ea typeface="メイリオ" panose="020B0604030504040204" pitchFamily="50" charset="-128"/>
              </a:rPr>
              <a:t>実行内容の指定</a:t>
            </a:r>
            <a:endParaRPr lang="en-US" altLang="ja-JP" sz="2400" b="1" dirty="0">
              <a:solidFill>
                <a:schemeClr val="tx1"/>
              </a:solidFill>
              <a:latin typeface="メイリオ" panose="020B0604030504040204" pitchFamily="50" charset="-128"/>
              <a:ea typeface="メイリオ" panose="020B0604030504040204" pitchFamily="50" charset="-128"/>
            </a:endParaRPr>
          </a:p>
          <a:p>
            <a:pPr marL="914400" lvl="1" indent="-457200">
              <a:lnSpc>
                <a:spcPct val="150000"/>
              </a:lnSpc>
              <a:buFont typeface="Arial" panose="020B0604020202020204" pitchFamily="34" charset="0"/>
              <a:buChar char="•"/>
            </a:pPr>
            <a:r>
              <a:rPr lang="en-US" altLang="ja-JP" b="1" dirty="0">
                <a:solidFill>
                  <a:schemeClr val="tx1"/>
                </a:solidFill>
                <a:latin typeface="メイリオ" panose="020B0604030504040204" pitchFamily="50" charset="-128"/>
                <a:ea typeface="メイリオ" panose="020B0604030504040204" pitchFamily="50" charset="-128"/>
              </a:rPr>
              <a:t>jobs</a:t>
            </a:r>
            <a:r>
              <a:rPr lang="en-US" altLang="ja-JP" dirty="0">
                <a:solidFill>
                  <a:schemeClr val="tx1"/>
                </a:solidFill>
                <a:latin typeface="メイリオ" panose="020B0604030504040204" pitchFamily="50" charset="-128"/>
                <a:ea typeface="メイリオ" panose="020B0604030504040204" pitchFamily="50" charset="-128"/>
              </a:rPr>
              <a:t> :</a:t>
            </a:r>
            <a:r>
              <a:rPr lang="ja-JP" altLang="en-US" dirty="0">
                <a:latin typeface="メイリオ" panose="020B0604030504040204" pitchFamily="50" charset="-128"/>
                <a:ea typeface="メイリオ" panose="020B0604030504040204" pitchFamily="50" charset="-128"/>
              </a:rPr>
              <a:t> 実行するジョブの内容</a:t>
            </a:r>
            <a:endParaRPr lang="en-US" altLang="ja-JP" dirty="0">
              <a:latin typeface="メイリオ" panose="020B0604030504040204" pitchFamily="50" charset="-128"/>
              <a:ea typeface="メイリオ" panose="020B0604030504040204" pitchFamily="50" charset="-128"/>
            </a:endParaRPr>
          </a:p>
          <a:p>
            <a:pPr marL="1371600" lvl="2" indent="-457200">
              <a:lnSpc>
                <a:spcPct val="150000"/>
              </a:lnSpc>
              <a:buFont typeface="Arial" panose="020B0604020202020204" pitchFamily="34" charset="0"/>
              <a:buChar char="•"/>
            </a:pPr>
            <a:r>
              <a:rPr lang="en-US" altLang="ja-JP" b="1" dirty="0">
                <a:latin typeface="メイリオ" panose="020B0604030504040204" pitchFamily="50" charset="-128"/>
                <a:ea typeface="メイリオ" panose="020B0604030504040204" pitchFamily="50" charset="-128"/>
              </a:rPr>
              <a:t>runs-o</a:t>
            </a:r>
            <a:r>
              <a:rPr lang="en-US" altLang="ja-JP" b="1" dirty="0">
                <a:solidFill>
                  <a:schemeClr val="tx1"/>
                </a:solidFill>
                <a:latin typeface="メイリオ" panose="020B0604030504040204" pitchFamily="50" charset="-128"/>
                <a:ea typeface="メイリオ" panose="020B0604030504040204" pitchFamily="50" charset="-128"/>
              </a:rPr>
              <a:t>n</a:t>
            </a:r>
            <a:r>
              <a:rPr lang="en-US" altLang="ja-JP" dirty="0">
                <a:solidFill>
                  <a:schemeClr val="tx1"/>
                </a:solidFill>
                <a:latin typeface="メイリオ" panose="020B0604030504040204" pitchFamily="50" charset="-128"/>
                <a:ea typeface="メイリオ" panose="020B0604030504040204" pitchFamily="50" charset="-128"/>
              </a:rPr>
              <a:t> : </a:t>
            </a:r>
            <a:r>
              <a:rPr lang="ja-JP" altLang="en-US" dirty="0">
                <a:solidFill>
                  <a:schemeClr val="tx1"/>
                </a:solidFill>
                <a:latin typeface="メイリオ" panose="020B0604030504040204" pitchFamily="50" charset="-128"/>
                <a:ea typeface="メイリオ" panose="020B0604030504040204" pitchFamily="50" charset="-128"/>
              </a:rPr>
              <a:t>実行</a:t>
            </a:r>
            <a:r>
              <a:rPr lang="ja-JP" altLang="en-US" dirty="0">
                <a:latin typeface="メイリオ" panose="020B0604030504040204" pitchFamily="50" charset="-128"/>
                <a:ea typeface="メイリオ" panose="020B0604030504040204" pitchFamily="50" charset="-128"/>
              </a:rPr>
              <a:t>環境の</a:t>
            </a:r>
            <a:r>
              <a:rPr lang="en-US" altLang="ja-JP" dirty="0">
                <a:latin typeface="メイリオ" panose="020B0604030504040204" pitchFamily="50" charset="-128"/>
                <a:ea typeface="メイリオ" panose="020B0604030504040204" pitchFamily="50" charset="-128"/>
              </a:rPr>
              <a:t>OS</a:t>
            </a:r>
            <a:endParaRPr lang="en-US" altLang="ja-JP" dirty="0">
              <a:solidFill>
                <a:schemeClr val="tx1"/>
              </a:solidFill>
              <a:latin typeface="メイリオ" panose="020B0604030504040204" pitchFamily="50" charset="-128"/>
              <a:ea typeface="メイリオ" panose="020B0604030504040204" pitchFamily="50" charset="-128"/>
            </a:endParaRPr>
          </a:p>
          <a:p>
            <a:pPr marL="1371600" lvl="2" indent="-457200">
              <a:lnSpc>
                <a:spcPct val="150000"/>
              </a:lnSpc>
              <a:buFont typeface="Arial" panose="020B0604020202020204" pitchFamily="34" charset="0"/>
              <a:buChar char="•"/>
            </a:pPr>
            <a:r>
              <a:rPr lang="en-US" altLang="ja-JP" b="1" dirty="0">
                <a:latin typeface="メイリオ" panose="020B0604030504040204" pitchFamily="50" charset="-128"/>
                <a:ea typeface="メイリオ" panose="020B0604030504040204" pitchFamily="50" charset="-128"/>
              </a:rPr>
              <a:t>steps</a:t>
            </a:r>
            <a:r>
              <a:rPr lang="en-US" altLang="ja-JP" dirty="0">
                <a:latin typeface="メイリオ" panose="020B0604030504040204" pitchFamily="50" charset="-128"/>
                <a:ea typeface="メイリオ" panose="020B0604030504040204" pitchFamily="50" charset="-128"/>
              </a:rPr>
              <a:t> : </a:t>
            </a:r>
            <a:r>
              <a:rPr lang="ja-JP" altLang="en-US" dirty="0">
                <a:latin typeface="メイリオ" panose="020B0604030504040204" pitchFamily="50" charset="-128"/>
                <a:ea typeface="メイリオ" panose="020B0604030504040204" pitchFamily="50" charset="-128"/>
              </a:rPr>
              <a:t>実行ステップの内容</a:t>
            </a:r>
            <a:endParaRPr lang="en-US" altLang="ja-JP" dirty="0">
              <a:latin typeface="メイリオ" panose="020B0604030504040204" pitchFamily="50" charset="-128"/>
              <a:ea typeface="メイリオ" panose="020B0604030504040204" pitchFamily="50" charset="-128"/>
            </a:endParaRPr>
          </a:p>
          <a:p>
            <a:pPr marL="1828800" lvl="3" indent="-457200">
              <a:lnSpc>
                <a:spcPct val="150000"/>
              </a:lnSpc>
              <a:buFont typeface="Arial" panose="020B0604020202020204" pitchFamily="34" charset="0"/>
              <a:buChar char="•"/>
            </a:pPr>
            <a:r>
              <a:rPr lang="en-US" altLang="ja-JP" b="1" dirty="0">
                <a:latin typeface="メイリオ" panose="020B0604030504040204" pitchFamily="50" charset="-128"/>
                <a:ea typeface="メイリオ" panose="020B0604030504040204" pitchFamily="50" charset="-128"/>
              </a:rPr>
              <a:t>name</a:t>
            </a:r>
            <a:r>
              <a:rPr lang="en-US" altLang="ja-JP" dirty="0">
                <a:solidFill>
                  <a:schemeClr val="tx1"/>
                </a:solidFill>
                <a:latin typeface="メイリオ" panose="020B0604030504040204" pitchFamily="50" charset="-128"/>
                <a:ea typeface="メイリオ" panose="020B0604030504040204" pitchFamily="50" charset="-128"/>
              </a:rPr>
              <a:t> : </a:t>
            </a:r>
            <a:r>
              <a:rPr lang="ja-JP" altLang="en-US" dirty="0">
                <a:latin typeface="メイリオ" panose="020B0604030504040204" pitchFamily="50" charset="-128"/>
                <a:ea typeface="メイリオ" panose="020B0604030504040204" pitchFamily="50" charset="-128"/>
              </a:rPr>
              <a:t>実行ステップの名称</a:t>
            </a:r>
            <a:endParaRPr lang="en-US" altLang="ja-JP" dirty="0">
              <a:latin typeface="メイリオ" panose="020B0604030504040204" pitchFamily="50" charset="-128"/>
              <a:ea typeface="メイリオ" panose="020B0604030504040204" pitchFamily="50" charset="-128"/>
            </a:endParaRPr>
          </a:p>
          <a:p>
            <a:pPr marL="1828800" lvl="3" indent="-457200">
              <a:lnSpc>
                <a:spcPct val="150000"/>
              </a:lnSpc>
              <a:buFont typeface="Arial" panose="020B0604020202020204" pitchFamily="34" charset="0"/>
              <a:buChar char="•"/>
            </a:pPr>
            <a:r>
              <a:rPr lang="en-US" altLang="ja-JP" b="1" dirty="0">
                <a:solidFill>
                  <a:schemeClr val="tx1"/>
                </a:solidFill>
                <a:latin typeface="メイリオ" panose="020B0604030504040204" pitchFamily="50" charset="-128"/>
                <a:ea typeface="メイリオ" panose="020B0604030504040204" pitchFamily="50" charset="-128"/>
              </a:rPr>
              <a:t>uses</a:t>
            </a:r>
            <a:r>
              <a:rPr lang="en-US" altLang="ja-JP" b="1" dirty="0">
                <a:latin typeface="メイリオ" panose="020B0604030504040204" pitchFamily="50" charset="-128"/>
                <a:ea typeface="メイリオ" panose="020B0604030504040204" pitchFamily="50" charset="-128"/>
              </a:rPr>
              <a:t> </a:t>
            </a:r>
            <a:r>
              <a:rPr lang="en-US" altLang="ja-JP" dirty="0">
                <a:latin typeface="メイリオ" panose="020B0604030504040204" pitchFamily="50" charset="-128"/>
                <a:ea typeface="メイリオ" panose="020B0604030504040204" pitchFamily="50" charset="-128"/>
              </a:rPr>
              <a:t>: </a:t>
            </a:r>
            <a:br>
              <a:rPr lang="en-US" altLang="ja-JP" dirty="0">
                <a:latin typeface="メイリオ" panose="020B0604030504040204" pitchFamily="50" charset="-128"/>
                <a:ea typeface="メイリオ" panose="020B0604030504040204" pitchFamily="50" charset="-128"/>
              </a:rPr>
            </a:br>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既存の</a:t>
            </a:r>
            <a:r>
              <a:rPr lang="en-US" altLang="ja-JP" b="1" dirty="0">
                <a:solidFill>
                  <a:schemeClr val="tx1"/>
                </a:solidFill>
                <a:latin typeface="メイリオ" panose="020B0604030504040204" pitchFamily="50" charset="-128"/>
                <a:ea typeface="メイリオ" panose="020B0604030504040204" pitchFamily="50" charset="-128"/>
              </a:rPr>
              <a:t> </a:t>
            </a:r>
            <a:r>
              <a:rPr lang="en-US" altLang="ja-JP" dirty="0">
                <a:solidFill>
                  <a:schemeClr val="tx1"/>
                </a:solidFill>
                <a:latin typeface="メイリオ" panose="020B0604030504040204" pitchFamily="50" charset="-128"/>
                <a:ea typeface="メイリオ" panose="020B0604030504040204" pitchFamily="50" charset="-128"/>
              </a:rPr>
              <a:t>actions</a:t>
            </a:r>
            <a:r>
              <a:rPr lang="ja-JP" altLang="en-US" dirty="0">
                <a:solidFill>
                  <a:schemeClr val="tx1"/>
                </a:solidFill>
                <a:latin typeface="メイリオ" panose="020B0604030504040204" pitchFamily="50" charset="-128"/>
                <a:ea typeface="メイリオ" panose="020B0604030504040204" pitchFamily="50" charset="-128"/>
              </a:rPr>
              <a:t>を使用する場合</a:t>
            </a:r>
            <a:endParaRPr lang="en-US" altLang="ja-JP" dirty="0">
              <a:solidFill>
                <a:schemeClr val="tx1"/>
              </a:solidFill>
              <a:latin typeface="メイリオ" panose="020B0604030504040204" pitchFamily="50" charset="-128"/>
              <a:ea typeface="メイリオ" panose="020B0604030504040204" pitchFamily="50" charset="-128"/>
            </a:endParaRPr>
          </a:p>
          <a:p>
            <a:pPr marL="1828800" lvl="3" indent="-457200">
              <a:lnSpc>
                <a:spcPct val="150000"/>
              </a:lnSpc>
              <a:buFont typeface="Arial" panose="020B0604020202020204" pitchFamily="34" charset="0"/>
              <a:buChar char="•"/>
            </a:pPr>
            <a:r>
              <a:rPr lang="en-US" altLang="ja-JP" b="1" dirty="0">
                <a:latin typeface="メイリオ" panose="020B0604030504040204" pitchFamily="50" charset="-128"/>
                <a:ea typeface="メイリオ" panose="020B0604030504040204" pitchFamily="50" charset="-128"/>
              </a:rPr>
              <a:t>run </a:t>
            </a:r>
            <a:r>
              <a:rPr lang="en-US" altLang="ja-JP" dirty="0">
                <a:latin typeface="メイリオ" panose="020B0604030504040204" pitchFamily="50" charset="-128"/>
                <a:ea typeface="メイリオ" panose="020B0604030504040204" pitchFamily="50" charset="-128"/>
              </a:rPr>
              <a:t> : </a:t>
            </a:r>
            <a:br>
              <a:rPr lang="en-US" altLang="ja-JP" dirty="0">
                <a:latin typeface="メイリオ" panose="020B0604030504040204" pitchFamily="50" charset="-128"/>
                <a:ea typeface="メイリオ" panose="020B0604030504040204" pitchFamily="50" charset="-128"/>
              </a:rPr>
            </a:br>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任意のコマンドを実行する場合</a:t>
            </a:r>
            <a:endParaRPr lang="en-US" altLang="ja-JP" dirty="0">
              <a:latin typeface="メイリオ" panose="020B0604030504040204" pitchFamily="50" charset="-128"/>
              <a:ea typeface="メイリオ" panose="020B0604030504040204" pitchFamily="50" charset="-128"/>
            </a:endParaRPr>
          </a:p>
          <a:p>
            <a:pPr marL="1828800" lvl="3" indent="-457200">
              <a:lnSpc>
                <a:spcPct val="150000"/>
              </a:lnSpc>
              <a:buFont typeface="Arial" panose="020B0604020202020204" pitchFamily="34" charset="0"/>
              <a:buChar char="•"/>
            </a:pPr>
            <a:r>
              <a:rPr lang="en-US" altLang="ja-JP" sz="1200" dirty="0">
                <a:solidFill>
                  <a:schemeClr val="tx1"/>
                </a:solidFill>
                <a:latin typeface="メイリオ" panose="020B0604030504040204" pitchFamily="50" charset="-128"/>
                <a:ea typeface="メイリオ" panose="020B0604030504040204" pitchFamily="50" charset="-128"/>
              </a:rPr>
              <a:t>GitHub Actions </a:t>
            </a:r>
            <a:r>
              <a:rPr lang="ja-JP" altLang="en-US" sz="1200" dirty="0">
                <a:solidFill>
                  <a:schemeClr val="tx1"/>
                </a:solidFill>
                <a:latin typeface="メイリオ" panose="020B0604030504040204" pitchFamily="50" charset="-128"/>
                <a:ea typeface="メイリオ" panose="020B0604030504040204" pitchFamily="50" charset="-128"/>
              </a:rPr>
              <a:t>の中で、コマンドを実行する欄</a:t>
            </a:r>
          </a:p>
          <a:p>
            <a:pPr marL="1828800" lvl="3" indent="-457200">
              <a:lnSpc>
                <a:spcPct val="150000"/>
              </a:lnSpc>
              <a:buFont typeface="Arial" panose="020B0604020202020204" pitchFamily="34" charset="0"/>
              <a:buChar char="•"/>
            </a:pPr>
            <a:endParaRPr lang="en-US" altLang="ja-JP" b="1" dirty="0">
              <a:solidFill>
                <a:schemeClr val="tx1"/>
              </a:solidFill>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FE4A9C83-E3D4-26EB-F209-068C97FF1AF4}"/>
              </a:ext>
            </a:extLst>
          </p:cNvPr>
          <p:cNvSpPr txBox="1"/>
          <p:nvPr/>
        </p:nvSpPr>
        <p:spPr>
          <a:xfrm>
            <a:off x="6610110" y="1897074"/>
            <a:ext cx="4665032" cy="3970318"/>
          </a:xfrm>
          <a:prstGeom prst="rect">
            <a:avLst/>
          </a:prstGeom>
          <a:noFill/>
        </p:spPr>
        <p:txBody>
          <a:bodyPr wrap="square" rtlCol="0">
            <a:spAutoFit/>
          </a:bodyPr>
          <a:lstStyle/>
          <a:p>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jobs:</a:t>
            </a:r>
          </a:p>
          <a:p>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altLang="ja-JP" dirty="0" err="1">
                <a:latin typeface="Cascadia Code Light" panose="020B0609020000020004" pitchFamily="49" charset="0"/>
                <a:ea typeface="Cascadia Code Light" panose="020B0609020000020004" pitchFamily="49" charset="0"/>
                <a:cs typeface="Cascadia Code Light" panose="020B0609020000020004" pitchFamily="49" charset="0"/>
              </a:rPr>
              <a:t>Running_test</a:t>
            </a:r>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  </a:t>
            </a:r>
            <a:r>
              <a:rPr lang="ja-JP" altLang="en-US" sz="1100" dirty="0">
                <a:solidFill>
                  <a:srgbClr val="FF0000"/>
                </a:solidFill>
                <a:latin typeface="Cascadia Code Light" panose="020B0609020000020004" pitchFamily="49" charset="0"/>
                <a:ea typeface="Cascadia Code Light" panose="020B0609020000020004" pitchFamily="49" charset="0"/>
                <a:cs typeface="Cascadia Code Light" panose="020B0609020000020004" pitchFamily="49" charset="0"/>
              </a:rPr>
              <a:t>ここは</a:t>
            </a:r>
            <a:r>
              <a:rPr lang="en-US" altLang="ja-JP" sz="1100" dirty="0">
                <a:solidFill>
                  <a:srgbClr val="FF0000"/>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ja-JP" altLang="en-US" sz="1100" dirty="0">
                <a:solidFill>
                  <a:srgbClr val="FF0000"/>
                </a:solidFill>
                <a:latin typeface="Cascadia Code Light" panose="020B0609020000020004" pitchFamily="49" charset="0"/>
                <a:ea typeface="Cascadia Code Light" panose="020B0609020000020004" pitchFamily="49" charset="0"/>
                <a:cs typeface="Cascadia Code Light" panose="020B0609020000020004" pitchFamily="49" charset="0"/>
              </a:rPr>
              <a:t>ではなくアンダースコア</a:t>
            </a:r>
            <a:endParaRPr lang="en-US" altLang="ja-JP" sz="1100" dirty="0">
              <a:solidFill>
                <a:srgbClr val="FF0000"/>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ja-JP" altLang="en-US" dirty="0">
                <a:latin typeface="Cascadia Code Light" panose="020B0609020000020004" pitchFamily="49" charset="0"/>
                <a:cs typeface="Cascadia Code Light" panose="020B0609020000020004" pitchFamily="49" charset="0"/>
              </a:rPr>
              <a:t>    </a:t>
            </a:r>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runs-on: ubuntu-latest</a:t>
            </a:r>
          </a:p>
          <a:p>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    </a:t>
            </a:r>
          </a:p>
          <a:p>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    steps:</a:t>
            </a:r>
          </a:p>
          <a:p>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      - name: Checkout codes</a:t>
            </a:r>
            <a:endParaRPr lang="ja-JP" altLang="en-US" dirty="0">
              <a:latin typeface="Cascadia Code Light" panose="020B0609020000020004" pitchFamily="49" charset="0"/>
              <a:cs typeface="Cascadia Code Light" panose="020B0609020000020004" pitchFamily="49" charset="0"/>
            </a:endParaRPr>
          </a:p>
          <a:p>
            <a:r>
              <a:rPr lang="ja-JP" altLang="en-US" dirty="0">
                <a:latin typeface="Cascadia Code Light" panose="020B0609020000020004" pitchFamily="49" charset="0"/>
                <a:cs typeface="Cascadia Code Light" panose="020B0609020000020004" pitchFamily="49" charset="0"/>
              </a:rPr>
              <a:t>        </a:t>
            </a:r>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uses: actions/checkout@v5</a:t>
            </a:r>
          </a:p>
          <a:p>
            <a:b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br>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      - name: Run my-scripts </a:t>
            </a:r>
            <a:endParaRPr lang="ja-JP" altLang="en-US" dirty="0">
              <a:latin typeface="Cascadia Code Light" panose="020B0609020000020004" pitchFamily="49" charset="0"/>
              <a:cs typeface="Cascadia Code Light" panose="020B0609020000020004" pitchFamily="49" charset="0"/>
            </a:endParaRPr>
          </a:p>
          <a:p>
            <a:r>
              <a:rPr lang="ja-JP" altLang="en-US" dirty="0">
                <a:latin typeface="Cascadia Code Light" panose="020B0609020000020004" pitchFamily="49" charset="0"/>
                <a:cs typeface="Cascadia Code Light" panose="020B0609020000020004" pitchFamily="49" charset="0"/>
              </a:rPr>
              <a:t>        </a:t>
            </a:r>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run: |</a:t>
            </a:r>
          </a:p>
          <a:p>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          pip install</a:t>
            </a:r>
          </a:p>
          <a:p>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          python my_script.py </a:t>
            </a:r>
          </a:p>
          <a:p>
            <a:r>
              <a:rPr lang="ja-JP" altLang="en-US" dirty="0">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a:t>
            </a:r>
          </a:p>
        </p:txBody>
      </p:sp>
    </p:spTree>
    <p:extLst>
      <p:ext uri="{BB962C8B-B14F-4D97-AF65-F5344CB8AC3E}">
        <p14:creationId xmlns:p14="http://schemas.microsoft.com/office/powerpoint/2010/main" val="3206863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66CCA-5AF2-D6D0-B79C-512CACA2713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1309F38-2888-F3DD-BB98-E8708FC07AD6}"/>
              </a:ext>
            </a:extLst>
          </p:cNvPr>
          <p:cNvSpPr>
            <a:spLocks noGrp="1"/>
          </p:cNvSpPr>
          <p:nvPr>
            <p:ph type="title"/>
          </p:nvPr>
        </p:nvSpPr>
        <p:spPr>
          <a:xfrm>
            <a:off x="759541" y="535713"/>
            <a:ext cx="10515600" cy="503555"/>
          </a:xfrm>
        </p:spPr>
        <p:txBody>
          <a:bodyPr/>
          <a:lstStyle/>
          <a:p>
            <a:r>
              <a:rPr lang="ja-JP" altLang="en-US" b="1">
                <a:latin typeface="メイリオ" panose="020B0604030504040204" pitchFamily="50" charset="-128"/>
                <a:ea typeface="メイリオ" panose="020B0604030504040204" pitchFamily="50" charset="-128"/>
              </a:rPr>
              <a:t>研修①：ワークフロー作成：自動実行の実装</a:t>
            </a:r>
          </a:p>
        </p:txBody>
      </p:sp>
      <p:sp>
        <p:nvSpPr>
          <p:cNvPr id="4" name="スライド番号プレースホルダー 3">
            <a:extLst>
              <a:ext uri="{FF2B5EF4-FFF2-40B4-BE49-F238E27FC236}">
                <a16:creationId xmlns:a16="http://schemas.microsoft.com/office/drawing/2014/main" id="{B62E63E2-582B-126E-9500-FE647686A869}"/>
              </a:ext>
            </a:extLst>
          </p:cNvPr>
          <p:cNvSpPr>
            <a:spLocks noGrp="1"/>
          </p:cNvSpPr>
          <p:nvPr>
            <p:ph type="sldNum" sz="quarter" idx="12"/>
          </p:nvPr>
        </p:nvSpPr>
        <p:spPr/>
        <p:txBody>
          <a:bodyPr/>
          <a:lstStyle/>
          <a:p>
            <a:fld id="{AEA9F59F-5AEA-DB42-A066-0EDE44B4D5E7}" type="slidenum">
              <a:rPr lang="ja-JP" altLang="en-US" smtClean="0"/>
              <a:pPr/>
              <a:t>13</a:t>
            </a:fld>
            <a:endParaRPr lang="ja-JP" altLang="en-US"/>
          </a:p>
        </p:txBody>
      </p:sp>
      <p:sp>
        <p:nvSpPr>
          <p:cNvPr id="3" name="タイトル 1">
            <a:extLst>
              <a:ext uri="{FF2B5EF4-FFF2-40B4-BE49-F238E27FC236}">
                <a16:creationId xmlns:a16="http://schemas.microsoft.com/office/drawing/2014/main" id="{32AF3739-062E-7DCF-A240-49C168B24261}"/>
              </a:ext>
            </a:extLst>
          </p:cNvPr>
          <p:cNvSpPr txBox="1">
            <a:spLocks/>
          </p:cNvSpPr>
          <p:nvPr/>
        </p:nvSpPr>
        <p:spPr>
          <a:xfrm>
            <a:off x="759541" y="1088612"/>
            <a:ext cx="11190260" cy="52336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3200" b="0" i="0" kern="1200">
                <a:solidFill>
                  <a:srgbClr val="004098"/>
                </a:solidFill>
                <a:latin typeface="Yu Gothic Medium" panose="020B0400000000000000" pitchFamily="34" charset="-128"/>
                <a:ea typeface="Yu Gothic Medium" panose="020B0400000000000000" pitchFamily="34" charset="-128"/>
                <a:cs typeface="+mj-cs"/>
              </a:defRPr>
            </a:lvl1pPr>
          </a:lstStyle>
          <a:p>
            <a:pPr>
              <a:lnSpc>
                <a:spcPct val="150000"/>
              </a:lnSpc>
            </a:pPr>
            <a:r>
              <a:rPr lang="ja-JP" altLang="en-US" sz="2000" b="1" dirty="0">
                <a:solidFill>
                  <a:schemeClr val="tx1"/>
                </a:solidFill>
                <a:latin typeface="メイリオ" panose="020B0604030504040204" pitchFamily="50" charset="-128"/>
                <a:ea typeface="メイリオ" panose="020B0604030504040204" pitchFamily="50" charset="-128"/>
              </a:rPr>
              <a:t>例題①</a:t>
            </a:r>
            <a:r>
              <a:rPr lang="ja-JP" altLang="en-US" sz="2000" dirty="0">
                <a:solidFill>
                  <a:schemeClr val="tx1"/>
                </a:solidFill>
                <a:latin typeface="メイリオ" panose="020B0604030504040204" pitchFamily="50" charset="-128"/>
                <a:ea typeface="メイリオ" panose="020B0604030504040204" pitchFamily="50" charset="-128"/>
              </a:rPr>
              <a:t>：下記の要件を満たすワークフローを作成し、動作確認をしてください。</a:t>
            </a:r>
            <a:endParaRPr lang="en-US" altLang="ja-JP" sz="2000" dirty="0">
              <a:solidFill>
                <a:schemeClr val="tx1"/>
              </a:solidFill>
              <a:latin typeface="メイリオ" panose="020B0604030504040204" pitchFamily="50" charset="-128"/>
              <a:ea typeface="メイリオ" panose="020B0604030504040204" pitchFamily="50" charset="-128"/>
            </a:endParaRPr>
          </a:p>
          <a:p>
            <a:pPr>
              <a:lnSpc>
                <a:spcPct val="150000"/>
              </a:lnSpc>
            </a:pPr>
            <a:r>
              <a:rPr lang="ja-JP" altLang="en-US" sz="2000" dirty="0">
                <a:solidFill>
                  <a:schemeClr val="tx1"/>
                </a:solidFill>
                <a:latin typeface="メイリオ" panose="020B0604030504040204" pitchFamily="50" charset="-128"/>
                <a:ea typeface="メイリオ" panose="020B0604030504040204" pitchFamily="50" charset="-128"/>
              </a:rPr>
              <a:t>　　　　</a:t>
            </a:r>
            <a:r>
              <a:rPr lang="en-US" altLang="ja-JP" sz="2000" dirty="0" err="1">
                <a:solidFill>
                  <a:schemeClr val="tx1"/>
                </a:solidFill>
                <a:latin typeface="メイリオ" panose="020B0604030504040204" pitchFamily="50" charset="-128"/>
                <a:ea typeface="メイリオ" panose="020B0604030504040204" pitchFamily="50" charset="-128"/>
              </a:rPr>
              <a:t>yaml</a:t>
            </a:r>
            <a:r>
              <a:rPr lang="ja-JP" altLang="en-US" sz="2000" dirty="0">
                <a:solidFill>
                  <a:schemeClr val="tx1"/>
                </a:solidFill>
                <a:latin typeface="メイリオ" panose="020B0604030504040204" pitchFamily="50" charset="-128"/>
                <a:ea typeface="メイリオ" panose="020B0604030504040204" pitchFamily="50" charset="-128"/>
              </a:rPr>
              <a:t>ファイルと実行内容②を確認できるスクリーンショットを提出してください。</a:t>
            </a:r>
            <a:endParaRPr lang="en-US" altLang="ja-JP" sz="2000" dirty="0">
              <a:solidFill>
                <a:schemeClr val="tx1"/>
              </a:solidFill>
              <a:latin typeface="メイリオ" panose="020B0604030504040204" pitchFamily="50" charset="-128"/>
              <a:ea typeface="メイリオ" panose="020B0604030504040204" pitchFamily="50" charset="-128"/>
            </a:endParaRPr>
          </a:p>
          <a:p>
            <a:pPr marL="914400" lvl="1" indent="-457200">
              <a:lnSpc>
                <a:spcPct val="150000"/>
              </a:lnSpc>
              <a:buFont typeface="Arial" panose="020B0604020202020204" pitchFamily="34" charset="0"/>
              <a:buChar char="•"/>
            </a:pPr>
            <a:r>
              <a:rPr lang="ja-JP" altLang="en-US" sz="1600" b="1" dirty="0">
                <a:solidFill>
                  <a:schemeClr val="tx1"/>
                </a:solidFill>
                <a:latin typeface="メイリオ" panose="020B0604030504040204" pitchFamily="50" charset="-128"/>
                <a:ea typeface="メイリオ" panose="020B0604030504040204" pitchFamily="50" charset="-128"/>
              </a:rPr>
              <a:t>ジョブ</a:t>
            </a:r>
            <a:r>
              <a:rPr lang="en-US" altLang="ja-JP" sz="1600" b="1" dirty="0">
                <a:solidFill>
                  <a:schemeClr val="tx1"/>
                </a:solidFill>
                <a:latin typeface="メイリオ" panose="020B0604030504040204" pitchFamily="50" charset="-128"/>
                <a:ea typeface="メイリオ" panose="020B0604030504040204" pitchFamily="50" charset="-128"/>
              </a:rPr>
              <a:t>/</a:t>
            </a:r>
            <a:r>
              <a:rPr lang="ja-JP" altLang="en-US" sz="1600" b="1" dirty="0">
                <a:solidFill>
                  <a:schemeClr val="tx1"/>
                </a:solidFill>
                <a:latin typeface="メイリオ" panose="020B0604030504040204" pitchFamily="50" charset="-128"/>
                <a:ea typeface="メイリオ" panose="020B0604030504040204" pitchFamily="50" charset="-128"/>
              </a:rPr>
              <a:t>ファイル名：</a:t>
            </a:r>
            <a:br>
              <a:rPr lang="en-US" altLang="ja-JP" sz="1600" dirty="0">
                <a:solidFill>
                  <a:schemeClr val="tx1"/>
                </a:solidFill>
                <a:latin typeface="メイリオ" panose="020B0604030504040204" pitchFamily="50" charset="-128"/>
                <a:ea typeface="メイリオ" panose="020B0604030504040204" pitchFamily="50" charset="-128"/>
              </a:rPr>
            </a:br>
            <a:r>
              <a:rPr lang="ja-JP" altLang="en-US" sz="1600" dirty="0">
                <a:solidFill>
                  <a:schemeClr val="tx1"/>
                </a:solidFill>
                <a:latin typeface="メイリオ" panose="020B0604030504040204" pitchFamily="50" charset="-128"/>
                <a:ea typeface="メイリオ" panose="020B0604030504040204" pitchFamily="50" charset="-128"/>
              </a:rPr>
              <a:t>　　</a:t>
            </a:r>
            <a:r>
              <a:rPr lang="en-US" altLang="ja-JP" sz="1600" dirty="0">
                <a:solidFill>
                  <a:schemeClr val="tx1"/>
                </a:solidFill>
                <a:latin typeface="メイリオ" panose="020B0604030504040204" pitchFamily="50" charset="-128"/>
                <a:ea typeface="メイリオ" panose="020B0604030504040204" pitchFamily="50" charset="-128"/>
              </a:rPr>
              <a:t>echo-</a:t>
            </a:r>
            <a:r>
              <a:rPr lang="en-US" altLang="ja-JP" sz="1600" dirty="0" err="1">
                <a:solidFill>
                  <a:schemeClr val="tx1"/>
                </a:solidFill>
                <a:latin typeface="メイリオ" panose="020B0604030504040204" pitchFamily="50" charset="-128"/>
                <a:ea typeface="メイリオ" panose="020B0604030504040204" pitchFamily="50" charset="-128"/>
              </a:rPr>
              <a:t>helloWorld</a:t>
            </a:r>
            <a:r>
              <a:rPr lang="en-US" altLang="ja-JP" sz="1600" dirty="0">
                <a:solidFill>
                  <a:schemeClr val="tx1"/>
                </a:solidFill>
                <a:latin typeface="メイリオ" panose="020B0604030504040204" pitchFamily="50" charset="-128"/>
                <a:ea typeface="メイリオ" panose="020B0604030504040204" pitchFamily="50" charset="-128"/>
              </a:rPr>
              <a:t>-test(.</a:t>
            </a:r>
            <a:r>
              <a:rPr lang="en-US" altLang="ja-JP" sz="1600" dirty="0" err="1">
                <a:solidFill>
                  <a:schemeClr val="tx1"/>
                </a:solidFill>
                <a:latin typeface="メイリオ" panose="020B0604030504040204" pitchFamily="50" charset="-128"/>
                <a:ea typeface="メイリオ" panose="020B0604030504040204" pitchFamily="50" charset="-128"/>
              </a:rPr>
              <a:t>yaml</a:t>
            </a:r>
            <a:r>
              <a:rPr lang="en-US" altLang="ja-JP" sz="1600" dirty="0">
                <a:solidFill>
                  <a:schemeClr val="tx1"/>
                </a:solidFill>
                <a:latin typeface="メイリオ" panose="020B0604030504040204" pitchFamily="50" charset="-128"/>
                <a:ea typeface="メイリオ" panose="020B0604030504040204" pitchFamily="50" charset="-128"/>
              </a:rPr>
              <a:t>)</a:t>
            </a:r>
          </a:p>
          <a:p>
            <a:pPr marL="914400" lvl="1" indent="-457200">
              <a:lnSpc>
                <a:spcPct val="150000"/>
              </a:lnSpc>
              <a:buFont typeface="Arial" panose="020B0604020202020204" pitchFamily="34" charset="0"/>
              <a:buChar char="•"/>
            </a:pPr>
            <a:r>
              <a:rPr lang="ja-JP" altLang="en-US" sz="1600" b="1" dirty="0">
                <a:latin typeface="メイリオ" panose="020B0604030504040204" pitchFamily="50" charset="-128"/>
                <a:ea typeface="メイリオ" panose="020B0604030504040204" pitchFamily="50" charset="-128"/>
              </a:rPr>
              <a:t>実行内容：</a:t>
            </a:r>
            <a:br>
              <a:rPr lang="en-US" altLang="ja-JP" sz="1600" b="1" dirty="0">
                <a:latin typeface="メイリオ" panose="020B0604030504040204" pitchFamily="50" charset="-128"/>
                <a:ea typeface="メイリオ" panose="020B0604030504040204" pitchFamily="50" charset="-128"/>
              </a:rPr>
            </a:br>
            <a:r>
              <a:rPr lang="ja-JP" altLang="en-US" sz="1600" b="1" dirty="0">
                <a:latin typeface="メイリオ" panose="020B0604030504040204" pitchFamily="50" charset="-128"/>
                <a:ea typeface="メイリオ" panose="020B0604030504040204" pitchFamily="50" charset="-128"/>
              </a:rPr>
              <a:t>　　</a:t>
            </a:r>
            <a:r>
              <a:rPr lang="ja-JP" altLang="en-US" sz="1600" dirty="0">
                <a:latin typeface="メイリオ" panose="020B0604030504040204" pitchFamily="50" charset="-128"/>
                <a:ea typeface="メイリオ" panose="020B0604030504040204" pitchFamily="50" charset="-128"/>
              </a:rPr>
              <a:t>①　コードのチェックアウトを実行する</a:t>
            </a:r>
            <a:br>
              <a:rPr lang="en-US" altLang="ja-JP" sz="1600" dirty="0">
                <a:latin typeface="メイリオ" panose="020B0604030504040204" pitchFamily="50" charset="-128"/>
                <a:ea typeface="メイリオ" panose="020B0604030504040204" pitchFamily="50" charset="-128"/>
              </a:rPr>
            </a:br>
            <a:r>
              <a:rPr lang="ja-JP" altLang="en-US" sz="1600" dirty="0">
                <a:latin typeface="メイリオ" panose="020B0604030504040204" pitchFamily="50" charset="-128"/>
                <a:ea typeface="メイリオ" panose="020B0604030504040204" pitchFamily="50" charset="-128"/>
              </a:rPr>
              <a:t>　　②　</a:t>
            </a:r>
            <a:r>
              <a:rPr lang="ja-JP" altLang="en-US" sz="1600" dirty="0">
                <a:solidFill>
                  <a:schemeClr val="tx1"/>
                </a:solidFill>
                <a:latin typeface="メイリオ" panose="020B0604030504040204" pitchFamily="50" charset="-128"/>
                <a:ea typeface="メイリオ" panose="020B0604030504040204" pitchFamily="50" charset="-128"/>
              </a:rPr>
              <a:t>コンソールに</a:t>
            </a:r>
            <a:r>
              <a:rPr lang="en-US" altLang="ja-JP" sz="1600" dirty="0">
                <a:solidFill>
                  <a:schemeClr val="tx1"/>
                </a:solidFill>
                <a:latin typeface="メイリオ" panose="020B0604030504040204" pitchFamily="50" charset="-128"/>
                <a:ea typeface="メイリオ" panose="020B0604030504040204" pitchFamily="50" charset="-128"/>
              </a:rPr>
              <a:t>’</a:t>
            </a:r>
            <a:r>
              <a:rPr lang="en-US" altLang="ja-JP" sz="1600" dirty="0" err="1">
                <a:solidFill>
                  <a:schemeClr val="tx1"/>
                </a:solidFill>
                <a:latin typeface="メイリオ" panose="020B0604030504040204" pitchFamily="50" charset="-128"/>
                <a:ea typeface="メイリオ" panose="020B0604030504040204" pitchFamily="50" charset="-128"/>
              </a:rPr>
              <a:t>Hello,World</a:t>
            </a:r>
            <a:r>
              <a:rPr lang="en-US" altLang="ja-JP" sz="1600" dirty="0">
                <a:solidFill>
                  <a:schemeClr val="tx1"/>
                </a:solidFill>
                <a:latin typeface="メイリオ" panose="020B0604030504040204" pitchFamily="50" charset="-128"/>
                <a:ea typeface="メイリオ" panose="020B0604030504040204" pitchFamily="50" charset="-128"/>
              </a:rPr>
              <a:t>!’</a:t>
            </a:r>
            <a:r>
              <a:rPr lang="ja-JP" altLang="en-US" sz="1600" dirty="0">
                <a:solidFill>
                  <a:schemeClr val="tx1"/>
                </a:solidFill>
                <a:latin typeface="メイリオ" panose="020B0604030504040204" pitchFamily="50" charset="-128"/>
                <a:ea typeface="メイリオ" panose="020B0604030504040204" pitchFamily="50" charset="-128"/>
              </a:rPr>
              <a:t>と表示する</a:t>
            </a:r>
            <a:r>
              <a:rPr lang="en-US" altLang="ja-JP" sz="1600" dirty="0">
                <a:solidFill>
                  <a:schemeClr val="tx1"/>
                </a:solidFill>
                <a:latin typeface="メイリオ" panose="020B0604030504040204" pitchFamily="50" charset="-128"/>
                <a:ea typeface="メイリオ" panose="020B0604030504040204" pitchFamily="50" charset="-128"/>
              </a:rPr>
              <a:t>(※)</a:t>
            </a:r>
          </a:p>
          <a:p>
            <a:pPr marL="914400" lvl="1" indent="-457200">
              <a:lnSpc>
                <a:spcPct val="150000"/>
              </a:lnSpc>
              <a:buFont typeface="Arial" panose="020B0604020202020204" pitchFamily="34" charset="0"/>
              <a:buChar char="•"/>
            </a:pPr>
            <a:r>
              <a:rPr lang="ja-JP" altLang="en-US" sz="1600" b="1" dirty="0">
                <a:latin typeface="メイリオ" panose="020B0604030504040204" pitchFamily="50" charset="-128"/>
                <a:ea typeface="メイリオ" panose="020B0604030504040204" pitchFamily="50" charset="-128"/>
              </a:rPr>
              <a:t>実行トリガー</a:t>
            </a:r>
            <a:r>
              <a:rPr lang="ja-JP" altLang="en-US" sz="1600" dirty="0">
                <a:latin typeface="メイリオ" panose="020B0604030504040204" pitchFamily="50" charset="-128"/>
                <a:ea typeface="メイリオ" panose="020B0604030504040204" pitchFamily="50" charset="-128"/>
              </a:rPr>
              <a:t>：</a:t>
            </a:r>
            <a:br>
              <a:rPr lang="en-US" altLang="ja-JP" sz="1600" dirty="0">
                <a:latin typeface="メイリオ" panose="020B0604030504040204" pitchFamily="50" charset="-128"/>
                <a:ea typeface="メイリオ" panose="020B0604030504040204" pitchFamily="50" charset="-128"/>
              </a:rPr>
            </a:br>
            <a:r>
              <a:rPr lang="ja-JP" altLang="en-US" sz="1600" dirty="0">
                <a:latin typeface="メイリオ" panose="020B0604030504040204" pitchFamily="50" charset="-128"/>
                <a:ea typeface="メイリオ" panose="020B0604030504040204" pitchFamily="50" charset="-128"/>
              </a:rPr>
              <a:t>　　</a:t>
            </a:r>
            <a:r>
              <a:rPr lang="en-US" altLang="ja-JP" sz="1600" dirty="0">
                <a:latin typeface="メイリオ" panose="020B0604030504040204" pitchFamily="50" charset="-128"/>
                <a:ea typeface="メイリオ" panose="020B0604030504040204" pitchFamily="50" charset="-128"/>
              </a:rPr>
              <a:t>main</a:t>
            </a:r>
            <a:r>
              <a:rPr lang="ja-JP" altLang="en-US" sz="1600" dirty="0">
                <a:latin typeface="メイリオ" panose="020B0604030504040204" pitchFamily="50" charset="-128"/>
                <a:ea typeface="メイリオ" panose="020B0604030504040204" pitchFamily="50" charset="-128"/>
              </a:rPr>
              <a:t>ブランチへのプッシュ</a:t>
            </a:r>
            <a:endParaRPr lang="en-US" altLang="ja-JP" sz="1600" dirty="0">
              <a:latin typeface="メイリオ" panose="020B0604030504040204" pitchFamily="50" charset="-128"/>
              <a:ea typeface="メイリオ" panose="020B0604030504040204" pitchFamily="50" charset="-128"/>
            </a:endParaRPr>
          </a:p>
          <a:p>
            <a:pPr>
              <a:lnSpc>
                <a:spcPct val="150000"/>
              </a:lnSpc>
            </a:pPr>
            <a:r>
              <a:rPr lang="ja-JP" altLang="en-US" sz="2000" b="1" dirty="0">
                <a:solidFill>
                  <a:schemeClr val="tx1"/>
                </a:solidFill>
                <a:latin typeface="メイリオ" panose="020B0604030504040204" pitchFamily="50" charset="-128"/>
                <a:ea typeface="メイリオ" panose="020B0604030504040204" pitchFamily="50" charset="-128"/>
              </a:rPr>
              <a:t>ヒント</a:t>
            </a:r>
            <a:r>
              <a:rPr lang="ja-JP" altLang="en-US" sz="2000" dirty="0">
                <a:solidFill>
                  <a:schemeClr val="tx1"/>
                </a:solidFill>
                <a:latin typeface="メイリオ" panose="020B0604030504040204" pitchFamily="50" charset="-128"/>
                <a:ea typeface="メイリオ" panose="020B0604030504040204" pitchFamily="50" charset="-128"/>
              </a:rPr>
              <a:t>：</a:t>
            </a:r>
            <a:endParaRPr lang="en-US" altLang="ja-JP" sz="2000" b="1" dirty="0">
              <a:solidFill>
                <a:schemeClr val="tx1"/>
              </a:solidFill>
              <a:latin typeface="メイリオ" panose="020B0604030504040204" pitchFamily="50" charset="-128"/>
              <a:ea typeface="メイリオ" panose="020B0604030504040204" pitchFamily="50" charset="-128"/>
            </a:endParaRPr>
          </a:p>
          <a:p>
            <a:pPr marL="914400" lvl="1" indent="-457200">
              <a:lnSpc>
                <a:spcPct val="150000"/>
              </a:lnSpc>
              <a:buFont typeface="Arial" panose="020B0604020202020204" pitchFamily="34" charset="0"/>
              <a:buChar char="•"/>
            </a:pPr>
            <a:r>
              <a:rPr lang="ja-JP" altLang="en-US" sz="1600" dirty="0">
                <a:latin typeface="メイリオ" panose="020B0604030504040204" pitchFamily="50" charset="-128"/>
                <a:ea typeface="メイリオ" panose="020B0604030504040204" pitchFamily="50" charset="-128"/>
              </a:rPr>
              <a:t>コードのチェックアウトには既存の </a:t>
            </a:r>
            <a:r>
              <a:rPr lang="en-US" altLang="ja-JP" sz="1600" dirty="0">
                <a:latin typeface="Cascadia Code Light" panose="020B0609020000020004" pitchFamily="49" charset="0"/>
                <a:ea typeface="Cascadia Code Light" panose="020B0609020000020004" pitchFamily="49" charset="0"/>
                <a:cs typeface="Cascadia Code Light" panose="020B0609020000020004" pitchFamily="49" charset="0"/>
              </a:rPr>
              <a:t>actions/checkout@v5 </a:t>
            </a:r>
            <a:r>
              <a:rPr lang="ja-JP" altLang="en-US" sz="1600" dirty="0">
                <a:latin typeface="メイリオ" panose="020B0604030504040204" pitchFamily="50" charset="-128"/>
                <a:ea typeface="メイリオ" panose="020B0604030504040204" pitchFamily="50" charset="-128"/>
              </a:rPr>
              <a:t>を用います</a:t>
            </a:r>
            <a:endParaRPr lang="en-US" altLang="ja-JP" sz="1600" dirty="0">
              <a:latin typeface="メイリオ" panose="020B0604030504040204" pitchFamily="50" charset="-128"/>
              <a:ea typeface="メイリオ" panose="020B0604030504040204" pitchFamily="50" charset="-128"/>
            </a:endParaRPr>
          </a:p>
          <a:p>
            <a:pPr marL="914400" lvl="1" indent="-457200">
              <a:lnSpc>
                <a:spcPct val="150000"/>
              </a:lnSpc>
              <a:buFont typeface="Arial" panose="020B0604020202020204" pitchFamily="34" charset="0"/>
              <a:buChar char="•"/>
            </a:pPr>
            <a:r>
              <a:rPr lang="ja-JP" altLang="en-US" sz="1600" dirty="0">
                <a:solidFill>
                  <a:schemeClr val="tx1"/>
                </a:solidFill>
                <a:latin typeface="メイリオ" panose="020B0604030504040204" pitchFamily="50" charset="-128"/>
                <a:ea typeface="メイリオ" panose="020B0604030504040204" pitchFamily="50" charset="-128"/>
              </a:rPr>
              <a:t>コンソールへの出力は</a:t>
            </a:r>
            <a:r>
              <a:rPr lang="en-US" altLang="ja-JP" sz="1600" dirty="0">
                <a:solidFill>
                  <a:schemeClr val="tx1"/>
                </a:solidFill>
                <a:latin typeface="メイリオ" panose="020B0604030504040204" pitchFamily="50" charset="-128"/>
                <a:ea typeface="メイリオ" panose="020B0604030504040204" pitchFamily="50" charset="-128"/>
              </a:rPr>
              <a:t>echo</a:t>
            </a:r>
            <a:r>
              <a:rPr lang="ja-JP" altLang="en-US" sz="1600" dirty="0">
                <a:solidFill>
                  <a:schemeClr val="tx1"/>
                </a:solidFill>
                <a:latin typeface="メイリオ" panose="020B0604030504040204" pitchFamily="50" charset="-128"/>
                <a:ea typeface="メイリオ" panose="020B0604030504040204" pitchFamily="50" charset="-128"/>
              </a:rPr>
              <a:t>コマンドを用います</a:t>
            </a:r>
            <a:endParaRPr lang="en-US" altLang="ja-JP" sz="1600" dirty="0">
              <a:solidFill>
                <a:schemeClr val="tx1"/>
              </a:solidFill>
              <a:latin typeface="メイリオ" panose="020B0604030504040204" pitchFamily="50" charset="-128"/>
              <a:ea typeface="メイリオ" panose="020B0604030504040204" pitchFamily="50" charset="-128"/>
            </a:endParaRPr>
          </a:p>
          <a:p>
            <a:pPr marL="914400" lvl="1" indent="-457200">
              <a:lnSpc>
                <a:spcPct val="150000"/>
              </a:lnSpc>
              <a:buFont typeface="Arial" panose="020B0604020202020204" pitchFamily="34" charset="0"/>
              <a:buChar char="•"/>
            </a:pPr>
            <a:r>
              <a:rPr lang="en-US" altLang="ja-JP" sz="1600" dirty="0">
                <a:latin typeface="メイリオ" panose="020B0604030504040204" pitchFamily="50" charset="-128"/>
                <a:ea typeface="メイリオ" panose="020B0604030504040204" pitchFamily="50" charset="-128"/>
              </a:rPr>
              <a:t>echo:</a:t>
            </a:r>
            <a:r>
              <a:rPr lang="ja-JP" altLang="en-US" sz="1600" dirty="0">
                <a:latin typeface="メイリオ" panose="020B0604030504040204" pitchFamily="50" charset="-128"/>
                <a:ea typeface="メイリオ" panose="020B0604030504040204" pitchFamily="50" charset="-128"/>
              </a:rPr>
              <a:t>文字をコンソールに表示するコマンド</a:t>
            </a:r>
          </a:p>
          <a:p>
            <a:pPr marL="914400" lvl="1" indent="-457200">
              <a:lnSpc>
                <a:spcPct val="150000"/>
              </a:lnSpc>
              <a:buFont typeface="Arial" panose="020B0604020202020204" pitchFamily="34" charset="0"/>
              <a:buChar char="•"/>
            </a:pPr>
            <a:endParaRPr lang="en-US" altLang="ja-JP" sz="1600" dirty="0">
              <a:solidFill>
                <a:schemeClr val="tx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8797355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B3107-2D1E-4040-FDFB-C9B774B75BB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DCF9599-8152-19C2-C124-2AB3A0216278}"/>
              </a:ext>
            </a:extLst>
          </p:cNvPr>
          <p:cNvSpPr>
            <a:spLocks noGrp="1"/>
          </p:cNvSpPr>
          <p:nvPr>
            <p:ph type="title"/>
          </p:nvPr>
        </p:nvSpPr>
        <p:spPr>
          <a:xfrm>
            <a:off x="759541" y="535713"/>
            <a:ext cx="10515600" cy="503555"/>
          </a:xfrm>
        </p:spPr>
        <p:txBody>
          <a:bodyPr/>
          <a:lstStyle/>
          <a:p>
            <a:r>
              <a:rPr lang="ja-JP" altLang="en-US" b="1">
                <a:latin typeface="メイリオ" panose="020B0604030504040204" pitchFamily="50" charset="-128"/>
                <a:ea typeface="メイリオ" panose="020B0604030504040204" pitchFamily="50" charset="-128"/>
              </a:rPr>
              <a:t>研修①：ワークフロー作成：自動実行の実装</a:t>
            </a:r>
          </a:p>
        </p:txBody>
      </p:sp>
      <p:sp>
        <p:nvSpPr>
          <p:cNvPr id="4" name="スライド番号プレースホルダー 3">
            <a:extLst>
              <a:ext uri="{FF2B5EF4-FFF2-40B4-BE49-F238E27FC236}">
                <a16:creationId xmlns:a16="http://schemas.microsoft.com/office/drawing/2014/main" id="{C9629FD6-AAA0-E4F1-2BB3-2FAEBA92666C}"/>
              </a:ext>
            </a:extLst>
          </p:cNvPr>
          <p:cNvSpPr>
            <a:spLocks noGrp="1"/>
          </p:cNvSpPr>
          <p:nvPr>
            <p:ph type="sldNum" sz="quarter" idx="12"/>
          </p:nvPr>
        </p:nvSpPr>
        <p:spPr/>
        <p:txBody>
          <a:bodyPr/>
          <a:lstStyle/>
          <a:p>
            <a:fld id="{AEA9F59F-5AEA-DB42-A066-0EDE44B4D5E7}" type="slidenum">
              <a:rPr lang="ja-JP" altLang="en-US" smtClean="0"/>
              <a:pPr/>
              <a:t>14</a:t>
            </a:fld>
            <a:endParaRPr lang="ja-JP" altLang="en-US"/>
          </a:p>
        </p:txBody>
      </p:sp>
      <p:sp>
        <p:nvSpPr>
          <p:cNvPr id="6" name="タイトル 1">
            <a:extLst>
              <a:ext uri="{FF2B5EF4-FFF2-40B4-BE49-F238E27FC236}">
                <a16:creationId xmlns:a16="http://schemas.microsoft.com/office/drawing/2014/main" id="{C7B61D36-02E6-8E39-91A7-2D55B89954A3}"/>
              </a:ext>
            </a:extLst>
          </p:cNvPr>
          <p:cNvSpPr txBox="1">
            <a:spLocks/>
          </p:cNvSpPr>
          <p:nvPr/>
        </p:nvSpPr>
        <p:spPr>
          <a:xfrm>
            <a:off x="661217" y="1329262"/>
            <a:ext cx="7450396" cy="494181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3200" b="0" i="0" kern="1200">
                <a:solidFill>
                  <a:srgbClr val="004098"/>
                </a:solidFill>
                <a:latin typeface="Yu Gothic Medium" panose="020B0400000000000000" pitchFamily="34" charset="-128"/>
                <a:ea typeface="Yu Gothic Medium" panose="020B0400000000000000" pitchFamily="34" charset="-128"/>
                <a:cs typeface="+mj-cs"/>
              </a:defRPr>
            </a:lvl1pPr>
          </a:lstStyle>
          <a:p>
            <a:pPr>
              <a:lnSpc>
                <a:spcPct val="150000"/>
              </a:lnSpc>
            </a:pPr>
            <a:r>
              <a:rPr lang="ja-JP" altLang="en-US" sz="2000" b="1" dirty="0">
                <a:solidFill>
                  <a:schemeClr val="tx1"/>
                </a:solidFill>
                <a:latin typeface="メイリオ" panose="020B0604030504040204" pitchFamily="50" charset="-128"/>
                <a:ea typeface="メイリオ" panose="020B0604030504040204" pitchFamily="50" charset="-128"/>
              </a:rPr>
              <a:t>ヒント</a:t>
            </a:r>
            <a:r>
              <a:rPr lang="ja-JP" altLang="en-US" sz="2000" dirty="0">
                <a:solidFill>
                  <a:schemeClr val="tx1"/>
                </a:solidFill>
                <a:latin typeface="メイリオ" panose="020B0604030504040204" pitchFamily="50" charset="-128"/>
                <a:ea typeface="メイリオ" panose="020B0604030504040204" pitchFamily="50" charset="-128"/>
              </a:rPr>
              <a:t>：ワークフローが正常に実行されない！</a:t>
            </a:r>
            <a:endParaRPr lang="en-US" altLang="ja-JP" sz="2000" dirty="0">
              <a:solidFill>
                <a:schemeClr val="tx1"/>
              </a:solidFill>
              <a:latin typeface="メイリオ" panose="020B0604030504040204" pitchFamily="50" charset="-128"/>
              <a:ea typeface="メイリオ" panose="020B0604030504040204" pitchFamily="50" charset="-128"/>
            </a:endParaRPr>
          </a:p>
          <a:p>
            <a:pPr>
              <a:lnSpc>
                <a:spcPct val="150000"/>
              </a:lnSpc>
            </a:pPr>
            <a:endParaRPr lang="en-US" altLang="ja-JP" sz="2000" dirty="0">
              <a:solidFill>
                <a:schemeClr val="tx1"/>
              </a:solidFill>
              <a:latin typeface="メイリオ" panose="020B0604030504040204" pitchFamily="50" charset="-128"/>
              <a:ea typeface="メイリオ" panose="020B0604030504040204" pitchFamily="50" charset="-128"/>
            </a:endParaRPr>
          </a:p>
          <a:p>
            <a:pPr marL="800100" lvl="1" indent="-342900">
              <a:lnSpc>
                <a:spcPct val="150000"/>
              </a:lnSpc>
              <a:buFont typeface="Arial" panose="020B0604020202020204" pitchFamily="34" charset="0"/>
              <a:buChar char="•"/>
            </a:pPr>
            <a:r>
              <a:rPr lang="en-US" altLang="ja-JP" sz="1600" b="1" dirty="0">
                <a:latin typeface="メイリオ"/>
                <a:ea typeface="メイリオ"/>
              </a:rPr>
              <a:t>GitHub Actions</a:t>
            </a:r>
            <a:r>
              <a:rPr lang="ja-JP" altLang="en-US" sz="1600" b="1" dirty="0">
                <a:latin typeface="メイリオ"/>
                <a:ea typeface="メイリオ"/>
              </a:rPr>
              <a:t>の画面で</a:t>
            </a:r>
            <a:r>
              <a:rPr lang="en-US" altLang="ja-JP" sz="1600" b="1" dirty="0">
                <a:latin typeface="メイリオ"/>
                <a:ea typeface="メイリオ"/>
              </a:rPr>
              <a:t>[x]</a:t>
            </a:r>
            <a:r>
              <a:rPr lang="ja-JP" altLang="en-US" sz="1600" b="1" dirty="0">
                <a:latin typeface="メイリオ"/>
                <a:ea typeface="メイリオ"/>
              </a:rPr>
              <a:t>表示がある</a:t>
            </a:r>
            <a:r>
              <a:rPr lang="en-US" altLang="ja-JP" sz="1600" b="1" dirty="0">
                <a:latin typeface="メイリオ"/>
                <a:ea typeface="メイリオ"/>
              </a:rPr>
              <a:t>(</a:t>
            </a:r>
            <a:r>
              <a:rPr lang="ja-JP" altLang="en-US" sz="1600" b="1" dirty="0">
                <a:latin typeface="メイリオ"/>
                <a:ea typeface="メイリオ"/>
              </a:rPr>
              <a:t>画像</a:t>
            </a:r>
            <a:r>
              <a:rPr lang="en-US" altLang="ja-JP" sz="1600" b="1" dirty="0">
                <a:latin typeface="メイリオ"/>
                <a:ea typeface="メイリオ"/>
              </a:rPr>
              <a:t>)</a:t>
            </a:r>
            <a:r>
              <a:rPr lang="ja-JP" altLang="en-US" sz="1600" dirty="0">
                <a:latin typeface="メイリオ"/>
                <a:ea typeface="メイリオ"/>
              </a:rPr>
              <a:t>：</a:t>
            </a:r>
            <a:br>
              <a:rPr lang="en-US" altLang="ja-JP" sz="1600" dirty="0">
                <a:latin typeface="メイリオ" panose="020B0604030504040204" pitchFamily="50" charset="-128"/>
                <a:ea typeface="メイリオ" panose="020B0604030504040204" pitchFamily="50" charset="-128"/>
              </a:rPr>
            </a:br>
            <a:r>
              <a:rPr lang="ja-JP" altLang="en-US" sz="1600" dirty="0">
                <a:latin typeface="メイリオ"/>
                <a:ea typeface="メイリオ"/>
              </a:rPr>
              <a:t>①</a:t>
            </a:r>
            <a:r>
              <a:rPr lang="en-US" altLang="ja-JP" sz="1600" b="1" dirty="0" err="1">
                <a:latin typeface="メイリオ"/>
                <a:ea typeface="メイリオ"/>
              </a:rPr>
              <a:t>yaml</a:t>
            </a:r>
            <a:r>
              <a:rPr lang="ja-JP" altLang="en-US" sz="1600" b="1" dirty="0">
                <a:latin typeface="メイリオ"/>
                <a:ea typeface="メイリオ"/>
              </a:rPr>
              <a:t>の記法ミスやインデント崩れ</a:t>
            </a:r>
            <a:r>
              <a:rPr lang="ja-JP" altLang="en-US" sz="1600" dirty="0">
                <a:latin typeface="メイリオ"/>
                <a:ea typeface="メイリオ"/>
              </a:rPr>
              <a:t>、</a:t>
            </a:r>
            <a:br>
              <a:rPr lang="en-US" altLang="ja-JP" sz="1600" dirty="0">
                <a:latin typeface="メイリオ" panose="020B0604030504040204" pitchFamily="50" charset="-128"/>
                <a:ea typeface="メイリオ" panose="020B0604030504040204" pitchFamily="50" charset="-128"/>
              </a:rPr>
            </a:br>
            <a:r>
              <a:rPr lang="ja-JP" altLang="en-US" sz="1600" dirty="0">
                <a:latin typeface="メイリオ"/>
                <a:ea typeface="メイリオ"/>
              </a:rPr>
              <a:t>②</a:t>
            </a:r>
            <a:r>
              <a:rPr lang="ja-JP" altLang="en-US" sz="1600" b="1" dirty="0">
                <a:latin typeface="メイリオ"/>
                <a:ea typeface="メイリオ"/>
              </a:rPr>
              <a:t>スクリプトの実行エラー</a:t>
            </a:r>
            <a:r>
              <a:rPr lang="ja-JP" altLang="en-US" sz="1600" dirty="0">
                <a:latin typeface="メイリオ"/>
                <a:ea typeface="メイリオ"/>
              </a:rPr>
              <a:t>が発生している場合があり</a:t>
            </a:r>
            <a:br>
              <a:rPr lang="en-US" altLang="ja-JP" sz="1600" dirty="0">
                <a:latin typeface="メイリオ" panose="020B0604030504040204" pitchFamily="50" charset="-128"/>
                <a:ea typeface="メイリオ" panose="020B0604030504040204" pitchFamily="50" charset="-128"/>
              </a:rPr>
            </a:br>
            <a:r>
              <a:rPr lang="ja-JP" altLang="en-US" sz="1600" dirty="0">
                <a:latin typeface="メイリオ"/>
                <a:ea typeface="メイリオ"/>
              </a:rPr>
              <a:t>→</a:t>
            </a:r>
            <a:r>
              <a:rPr lang="ja-JP" altLang="en-US" sz="1600" b="1" dirty="0">
                <a:latin typeface="メイリオ"/>
                <a:ea typeface="メイリオ"/>
              </a:rPr>
              <a:t>コンソールのエラーログ</a:t>
            </a:r>
            <a:r>
              <a:rPr lang="ja-JP" altLang="en-US" sz="1600" dirty="0">
                <a:latin typeface="メイリオ"/>
                <a:ea typeface="メイリオ"/>
              </a:rPr>
              <a:t>を見て対応する</a:t>
            </a:r>
            <a:endParaRPr lang="en-US" altLang="ja-JP" sz="1600" dirty="0">
              <a:latin typeface="メイリオ"/>
              <a:ea typeface="メイリオ"/>
            </a:endParaRPr>
          </a:p>
          <a:p>
            <a:pPr marL="800100" lvl="1" indent="-342900">
              <a:lnSpc>
                <a:spcPct val="150000"/>
              </a:lnSpc>
              <a:buFont typeface="Arial" panose="020B0604020202020204" pitchFamily="34" charset="0"/>
              <a:buChar char="•"/>
            </a:pPr>
            <a:endParaRPr lang="en-US" altLang="ja-JP" sz="1600" dirty="0">
              <a:latin typeface="メイリオ" panose="020B0604030504040204" pitchFamily="50" charset="-128"/>
              <a:ea typeface="メイリオ" panose="020B0604030504040204" pitchFamily="50" charset="-128"/>
            </a:endParaRPr>
          </a:p>
          <a:p>
            <a:pPr marL="800100" lvl="1" indent="-342900">
              <a:lnSpc>
                <a:spcPct val="150000"/>
              </a:lnSpc>
              <a:buFont typeface="Arial" panose="020B0604020202020204" pitchFamily="34" charset="0"/>
              <a:buChar char="•"/>
            </a:pPr>
            <a:r>
              <a:rPr lang="ja-JP" altLang="en-US" sz="1600" b="1" dirty="0">
                <a:latin typeface="メイリオ"/>
                <a:ea typeface="メイリオ"/>
              </a:rPr>
              <a:t>ワークフローが実行されていない：</a:t>
            </a:r>
            <a:br>
              <a:rPr lang="en-US" altLang="ja-JP" sz="1600" b="1" dirty="0">
                <a:latin typeface="メイリオ" panose="020B0604030504040204" pitchFamily="50" charset="-128"/>
                <a:ea typeface="メイリオ" panose="020B0604030504040204" pitchFamily="50" charset="-128"/>
              </a:rPr>
            </a:br>
            <a:r>
              <a:rPr lang="ja-JP" altLang="en-US" sz="1600" dirty="0">
                <a:latin typeface="メイリオ"/>
                <a:ea typeface="メイリオ"/>
              </a:rPr>
              <a:t>①</a:t>
            </a:r>
            <a:r>
              <a:rPr lang="ja-JP" altLang="en-US" sz="1600" b="1" dirty="0">
                <a:latin typeface="メイリオ"/>
                <a:ea typeface="メイリオ"/>
              </a:rPr>
              <a:t>実行トリガーの指定ミス</a:t>
            </a:r>
            <a:r>
              <a:rPr lang="ja-JP" altLang="en-US" sz="1600" dirty="0">
                <a:latin typeface="メイリオ"/>
                <a:ea typeface="メイリオ"/>
              </a:rPr>
              <a:t>がないか確認する</a:t>
            </a:r>
            <a:br>
              <a:rPr lang="en-US" altLang="ja-JP" sz="1600" dirty="0">
                <a:latin typeface="メイリオ" panose="020B0604030504040204" pitchFamily="50" charset="-128"/>
                <a:ea typeface="メイリオ" panose="020B0604030504040204" pitchFamily="50" charset="-128"/>
              </a:rPr>
            </a:br>
            <a:r>
              <a:rPr lang="ja-JP" altLang="en-US" sz="1600" dirty="0">
                <a:latin typeface="メイリオ"/>
                <a:ea typeface="メイリオ"/>
              </a:rPr>
              <a:t>②</a:t>
            </a:r>
            <a:r>
              <a:rPr lang="en-US" altLang="ja-JP" sz="1600" b="1" dirty="0" err="1">
                <a:latin typeface="メイリオ"/>
                <a:ea typeface="メイリオ"/>
              </a:rPr>
              <a:t>yaml</a:t>
            </a:r>
            <a:r>
              <a:rPr lang="ja-JP" altLang="en-US" sz="1600" b="1" dirty="0">
                <a:latin typeface="メイリオ"/>
                <a:ea typeface="メイリオ"/>
              </a:rPr>
              <a:t>ファイルの配置場所</a:t>
            </a:r>
            <a:r>
              <a:rPr lang="ja-JP" altLang="en-US" sz="1600" dirty="0">
                <a:latin typeface="メイリオ"/>
                <a:ea typeface="メイリオ"/>
              </a:rPr>
              <a:t>が間違っていないか確認する</a:t>
            </a:r>
            <a:br>
              <a:rPr lang="en-US" altLang="ja-JP" sz="1600" dirty="0">
                <a:latin typeface="メイリオ" panose="020B0604030504040204" pitchFamily="50" charset="-128"/>
                <a:ea typeface="メイリオ" panose="020B0604030504040204" pitchFamily="50" charset="-128"/>
              </a:rPr>
            </a:br>
            <a:r>
              <a:rPr lang="ja-JP" altLang="en-US" sz="1600" dirty="0">
                <a:latin typeface="メイリオ"/>
                <a:ea typeface="メイリオ"/>
              </a:rPr>
              <a:t>　</a:t>
            </a:r>
            <a:r>
              <a:rPr lang="en-US" altLang="ja-JP" sz="1600" dirty="0">
                <a:latin typeface="メイリオ"/>
                <a:ea typeface="メイリオ"/>
              </a:rPr>
              <a:t>/.</a:t>
            </a:r>
            <a:r>
              <a:rPr lang="en-US" altLang="ja-JP" sz="1600" dirty="0" err="1">
                <a:latin typeface="メイリオ"/>
                <a:ea typeface="メイリオ"/>
              </a:rPr>
              <a:t>github</a:t>
            </a:r>
            <a:r>
              <a:rPr lang="en-US" altLang="ja-JP" sz="1600" dirty="0">
                <a:latin typeface="メイリオ"/>
                <a:ea typeface="メイリオ"/>
              </a:rPr>
              <a:t>/workflows</a:t>
            </a:r>
            <a:r>
              <a:rPr lang="ja-JP" altLang="en-US" sz="1600" dirty="0">
                <a:latin typeface="メイリオ"/>
                <a:ea typeface="メイリオ"/>
              </a:rPr>
              <a:t>フォルダ</a:t>
            </a:r>
            <a:r>
              <a:rPr lang="en-US" altLang="ja-JP" sz="1600" dirty="0">
                <a:latin typeface="メイリオ"/>
                <a:ea typeface="メイリオ"/>
              </a:rPr>
              <a:t>(</a:t>
            </a:r>
            <a:r>
              <a:rPr lang="ja-JP" altLang="en-US" sz="1600" dirty="0">
                <a:latin typeface="メイリオ"/>
                <a:ea typeface="メイリオ"/>
              </a:rPr>
              <a:t>画像</a:t>
            </a:r>
            <a:r>
              <a:rPr lang="en-US" altLang="ja-JP" sz="1600" dirty="0">
                <a:latin typeface="メイリオ"/>
                <a:ea typeface="メイリオ"/>
              </a:rPr>
              <a:t>)</a:t>
            </a:r>
            <a:r>
              <a:rPr lang="ja-JP" altLang="en-US" sz="1600" dirty="0">
                <a:latin typeface="メイリオ"/>
                <a:ea typeface="メイリオ"/>
              </a:rPr>
              <a:t>以外の</a:t>
            </a:r>
            <a:br>
              <a:rPr lang="en-US" altLang="ja-JP" sz="1600" dirty="0">
                <a:latin typeface="メイリオ" panose="020B0604030504040204" pitchFamily="50" charset="-128"/>
                <a:ea typeface="メイリオ" panose="020B0604030504040204" pitchFamily="50" charset="-128"/>
              </a:rPr>
            </a:br>
            <a:r>
              <a:rPr lang="ja-JP" altLang="en-US" sz="1600" dirty="0">
                <a:latin typeface="メイリオ"/>
                <a:ea typeface="メイリオ"/>
              </a:rPr>
              <a:t>　</a:t>
            </a:r>
            <a:r>
              <a:rPr lang="en-US" altLang="ja-JP" sz="1600" dirty="0" err="1">
                <a:latin typeface="メイリオ"/>
                <a:ea typeface="メイリオ"/>
              </a:rPr>
              <a:t>yaml</a:t>
            </a:r>
            <a:r>
              <a:rPr lang="ja-JP" altLang="en-US" sz="1600" dirty="0">
                <a:latin typeface="メイリオ"/>
                <a:ea typeface="メイリオ"/>
              </a:rPr>
              <a:t>ファイルは認識してもらえません</a:t>
            </a:r>
            <a:endParaRPr lang="en-US" altLang="ja-JP" sz="700" b="1" dirty="0">
              <a:solidFill>
                <a:schemeClr val="tx1"/>
              </a:solidFill>
              <a:latin typeface="メイリオ"/>
              <a:ea typeface="メイリオ"/>
            </a:endParaRPr>
          </a:p>
        </p:txBody>
      </p:sp>
      <p:pic>
        <p:nvPicPr>
          <p:cNvPr id="7" name="図 6">
            <a:extLst>
              <a:ext uri="{FF2B5EF4-FFF2-40B4-BE49-F238E27FC236}">
                <a16:creationId xmlns:a16="http://schemas.microsoft.com/office/drawing/2014/main" id="{FE69D844-7A4F-EFB5-31CF-B184022A55D7}"/>
              </a:ext>
            </a:extLst>
          </p:cNvPr>
          <p:cNvPicPr>
            <a:picLocks noChangeAspect="1"/>
          </p:cNvPicPr>
          <p:nvPr/>
        </p:nvPicPr>
        <p:blipFill>
          <a:blip r:embed="rId2"/>
          <a:srcRect r="74803"/>
          <a:stretch>
            <a:fillRect/>
          </a:stretch>
        </p:blipFill>
        <p:spPr>
          <a:xfrm>
            <a:off x="6912488" y="1651514"/>
            <a:ext cx="4362651" cy="1791993"/>
          </a:xfrm>
          <a:prstGeom prst="rect">
            <a:avLst/>
          </a:prstGeom>
        </p:spPr>
      </p:pic>
      <p:pic>
        <p:nvPicPr>
          <p:cNvPr id="9" name="図 8" descr="グラフィカル ユーザー インターフェイス, アプリケーション&#10;&#10;AI 生成コンテンツは誤りを含む可能性があります。">
            <a:extLst>
              <a:ext uri="{FF2B5EF4-FFF2-40B4-BE49-F238E27FC236}">
                <a16:creationId xmlns:a16="http://schemas.microsoft.com/office/drawing/2014/main" id="{C318EDB5-F52E-1BDC-3119-DA3779598F7E}"/>
              </a:ext>
            </a:extLst>
          </p:cNvPr>
          <p:cNvPicPr>
            <a:picLocks noChangeAspect="1"/>
          </p:cNvPicPr>
          <p:nvPr/>
        </p:nvPicPr>
        <p:blipFill>
          <a:blip r:embed="rId3"/>
          <a:srcRect r="34910"/>
          <a:stretch>
            <a:fillRect/>
          </a:stretch>
        </p:blipFill>
        <p:spPr>
          <a:xfrm>
            <a:off x="7066894" y="3497030"/>
            <a:ext cx="4053841" cy="2720522"/>
          </a:xfrm>
          <a:prstGeom prst="rect">
            <a:avLst/>
          </a:prstGeom>
        </p:spPr>
      </p:pic>
    </p:spTree>
    <p:extLst>
      <p:ext uri="{BB962C8B-B14F-4D97-AF65-F5344CB8AC3E}">
        <p14:creationId xmlns:p14="http://schemas.microsoft.com/office/powerpoint/2010/main" val="38326987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C49DA-2F1E-A639-7E5E-CEF7EFDC605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ED70027-F07A-7C2C-C70A-465C32552E8C}"/>
              </a:ext>
            </a:extLst>
          </p:cNvPr>
          <p:cNvSpPr>
            <a:spLocks noGrp="1"/>
          </p:cNvSpPr>
          <p:nvPr>
            <p:ph type="title"/>
          </p:nvPr>
        </p:nvSpPr>
        <p:spPr>
          <a:xfrm>
            <a:off x="759541" y="535713"/>
            <a:ext cx="10515600" cy="503555"/>
          </a:xfrm>
        </p:spPr>
        <p:txBody>
          <a:bodyPr/>
          <a:lstStyle/>
          <a:p>
            <a:r>
              <a:rPr lang="ja-JP" altLang="en-US" b="1">
                <a:latin typeface="メイリオ" panose="020B0604030504040204" pitchFamily="50" charset="-128"/>
                <a:ea typeface="メイリオ" panose="020B0604030504040204" pitchFamily="50" charset="-128"/>
              </a:rPr>
              <a:t>研修①：ワークフロー作成：自動実行の実装</a:t>
            </a:r>
          </a:p>
        </p:txBody>
      </p:sp>
      <p:sp>
        <p:nvSpPr>
          <p:cNvPr id="4" name="スライド番号プレースホルダー 3">
            <a:extLst>
              <a:ext uri="{FF2B5EF4-FFF2-40B4-BE49-F238E27FC236}">
                <a16:creationId xmlns:a16="http://schemas.microsoft.com/office/drawing/2014/main" id="{E27A999B-BD7F-D17E-8291-99D7DCC6E3D5}"/>
              </a:ext>
            </a:extLst>
          </p:cNvPr>
          <p:cNvSpPr>
            <a:spLocks noGrp="1"/>
          </p:cNvSpPr>
          <p:nvPr>
            <p:ph type="sldNum" sz="quarter" idx="12"/>
          </p:nvPr>
        </p:nvSpPr>
        <p:spPr/>
        <p:txBody>
          <a:bodyPr/>
          <a:lstStyle/>
          <a:p>
            <a:fld id="{AEA9F59F-5AEA-DB42-A066-0EDE44B4D5E7}" type="slidenum">
              <a:rPr lang="ja-JP" altLang="en-US" smtClean="0"/>
              <a:pPr/>
              <a:t>15</a:t>
            </a:fld>
            <a:endParaRPr lang="ja-JP" altLang="en-US"/>
          </a:p>
        </p:txBody>
      </p:sp>
      <p:sp>
        <p:nvSpPr>
          <p:cNvPr id="7" name="正方形/長方形 6">
            <a:extLst>
              <a:ext uri="{FF2B5EF4-FFF2-40B4-BE49-F238E27FC236}">
                <a16:creationId xmlns:a16="http://schemas.microsoft.com/office/drawing/2014/main" id="{93B8298C-098D-AA45-89EC-88FBE740E6BC}"/>
              </a:ext>
            </a:extLst>
          </p:cNvPr>
          <p:cNvSpPr/>
          <p:nvPr/>
        </p:nvSpPr>
        <p:spPr>
          <a:xfrm>
            <a:off x="1361768" y="2039063"/>
            <a:ext cx="4075471" cy="3510335"/>
          </a:xfrm>
          <a:prstGeom prst="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kumimoji="1" lang="ja-JP" altLang="en-US">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配布ファイル</a:t>
            </a:r>
            <a:endParaRPr kumimoji="1" lang="en-US" altLang="ja-JP">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endParaRPr>
          </a:p>
          <a:p>
            <a:pPr algn="ctr"/>
            <a:r>
              <a:rPr kumimoji="1" lang="en-US" altLang="ja-JP">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a:t>
            </a:r>
            <a:r>
              <a:rPr kumimoji="1" lang="en-US" altLang="ja-JP">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rPr>
              <a:t>example01_answer.yaml</a:t>
            </a:r>
            <a:r>
              <a:rPr kumimoji="1" lang="en-US" altLang="ja-JP">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a:t>
            </a:r>
          </a:p>
          <a:p>
            <a:pPr algn="ctr"/>
            <a:r>
              <a:rPr kumimoji="1" lang="ja-JP" altLang="en-US">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を参照のこと</a:t>
            </a:r>
          </a:p>
        </p:txBody>
      </p:sp>
      <p:sp>
        <p:nvSpPr>
          <p:cNvPr id="8" name="テキスト ボックス 7">
            <a:extLst>
              <a:ext uri="{FF2B5EF4-FFF2-40B4-BE49-F238E27FC236}">
                <a16:creationId xmlns:a16="http://schemas.microsoft.com/office/drawing/2014/main" id="{1BE46F8B-C344-AD5F-2E3C-491E086B2DED}"/>
              </a:ext>
            </a:extLst>
          </p:cNvPr>
          <p:cNvSpPr txBox="1"/>
          <p:nvPr/>
        </p:nvSpPr>
        <p:spPr>
          <a:xfrm>
            <a:off x="1361768" y="1495147"/>
            <a:ext cx="1153391" cy="461665"/>
          </a:xfrm>
          <a:prstGeom prst="rect">
            <a:avLst/>
          </a:prstGeom>
          <a:noFill/>
        </p:spPr>
        <p:txBody>
          <a:bodyPr wrap="square" rtlCol="0">
            <a:spAutoFit/>
          </a:bodyPr>
          <a:lstStyle/>
          <a:p>
            <a:r>
              <a:rPr kumimoji="1" lang="ja-JP" altLang="en-US" sz="2400" b="1">
                <a:latin typeface="メイリオ" panose="020B0604030504040204" pitchFamily="50" charset="-128"/>
                <a:ea typeface="メイリオ" panose="020B0604030504040204" pitchFamily="50" charset="-128"/>
              </a:rPr>
              <a:t>回答例</a:t>
            </a:r>
          </a:p>
        </p:txBody>
      </p:sp>
      <p:pic>
        <p:nvPicPr>
          <p:cNvPr id="10" name="図 9" descr="グラフィカル ユーザー インターフェイス, テキスト, アプリケーション&#10;&#10;AI 生成コンテンツは誤りを含む可能性があります。">
            <a:extLst>
              <a:ext uri="{FF2B5EF4-FFF2-40B4-BE49-F238E27FC236}">
                <a16:creationId xmlns:a16="http://schemas.microsoft.com/office/drawing/2014/main" id="{6FD3FD3F-31B1-E4CE-5C1B-2879A6D154F0}"/>
              </a:ext>
            </a:extLst>
          </p:cNvPr>
          <p:cNvPicPr>
            <a:picLocks noChangeAspect="1"/>
          </p:cNvPicPr>
          <p:nvPr/>
        </p:nvPicPr>
        <p:blipFill>
          <a:blip r:embed="rId2"/>
          <a:stretch>
            <a:fillRect/>
          </a:stretch>
        </p:blipFill>
        <p:spPr>
          <a:xfrm>
            <a:off x="6096000" y="1843656"/>
            <a:ext cx="4429743" cy="3705742"/>
          </a:xfrm>
          <a:prstGeom prst="rect">
            <a:avLst/>
          </a:prstGeom>
        </p:spPr>
      </p:pic>
      <p:sp>
        <p:nvSpPr>
          <p:cNvPr id="12" name="テキスト ボックス 11">
            <a:extLst>
              <a:ext uri="{FF2B5EF4-FFF2-40B4-BE49-F238E27FC236}">
                <a16:creationId xmlns:a16="http://schemas.microsoft.com/office/drawing/2014/main" id="{9DAC7287-4B7F-147D-23E0-C1479FA45356}"/>
              </a:ext>
            </a:extLst>
          </p:cNvPr>
          <p:cNvSpPr txBox="1"/>
          <p:nvPr/>
        </p:nvSpPr>
        <p:spPr>
          <a:xfrm>
            <a:off x="6211840" y="1495146"/>
            <a:ext cx="1153391" cy="461665"/>
          </a:xfrm>
          <a:prstGeom prst="rect">
            <a:avLst/>
          </a:prstGeom>
          <a:noFill/>
        </p:spPr>
        <p:txBody>
          <a:bodyPr wrap="square" rtlCol="0">
            <a:spAutoFit/>
          </a:bodyPr>
          <a:lstStyle/>
          <a:p>
            <a:r>
              <a:rPr kumimoji="1" lang="ja-JP" altLang="en-US" sz="2400" b="1">
                <a:latin typeface="メイリオ" panose="020B0604030504040204" pitchFamily="50" charset="-128"/>
                <a:ea typeface="メイリオ" panose="020B0604030504040204" pitchFamily="50" charset="-128"/>
              </a:rPr>
              <a:t>動作例</a:t>
            </a:r>
          </a:p>
        </p:txBody>
      </p:sp>
    </p:spTree>
    <p:extLst>
      <p:ext uri="{BB962C8B-B14F-4D97-AF65-F5344CB8AC3E}">
        <p14:creationId xmlns:p14="http://schemas.microsoft.com/office/powerpoint/2010/main" val="42420459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E854A-3E6B-566A-064C-C9B1984AA5E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DD27B05-EB1B-B2F7-0A4C-04F4DE0265B0}"/>
              </a:ext>
            </a:extLst>
          </p:cNvPr>
          <p:cNvSpPr>
            <a:spLocks noGrp="1"/>
          </p:cNvSpPr>
          <p:nvPr>
            <p:ph type="title"/>
          </p:nvPr>
        </p:nvSpPr>
        <p:spPr>
          <a:xfrm>
            <a:off x="759541" y="535713"/>
            <a:ext cx="10515600" cy="503555"/>
          </a:xfrm>
        </p:spPr>
        <p:txBody>
          <a:bodyPr/>
          <a:lstStyle/>
          <a:p>
            <a:r>
              <a:rPr lang="ja-JP" altLang="en-US" b="1">
                <a:solidFill>
                  <a:schemeClr val="tx2"/>
                </a:solidFill>
                <a:latin typeface="メイリオ" panose="020B0604030504040204" pitchFamily="50" charset="-128"/>
                <a:ea typeface="メイリオ" panose="020B0604030504040204" pitchFamily="50" charset="-128"/>
              </a:rPr>
              <a:t>研修②：スクリプト作成：データの整形</a:t>
            </a:r>
            <a:r>
              <a:rPr lang="en-US" altLang="ja-JP" b="1">
                <a:solidFill>
                  <a:schemeClr val="tx2"/>
                </a:solidFill>
                <a:latin typeface="メイリオ" panose="020B0604030504040204" pitchFamily="50" charset="-128"/>
                <a:ea typeface="メイリオ" panose="020B0604030504040204" pitchFamily="50" charset="-128"/>
              </a:rPr>
              <a:t>(</a:t>
            </a:r>
            <a:r>
              <a:rPr lang="en-US" altLang="ja-JP" b="1" err="1">
                <a:solidFill>
                  <a:schemeClr val="tx2"/>
                </a:solidFill>
                <a:latin typeface="メイリオ" panose="020B0604030504040204" pitchFamily="50" charset="-128"/>
                <a:ea typeface="メイリオ" panose="020B0604030504040204" pitchFamily="50" charset="-128"/>
              </a:rPr>
              <a:t>json</a:t>
            </a:r>
            <a:r>
              <a:rPr lang="en-US" altLang="ja-JP" b="1">
                <a:solidFill>
                  <a:schemeClr val="tx2"/>
                </a:solidFill>
                <a:latin typeface="メイリオ" panose="020B0604030504040204" pitchFamily="50" charset="-128"/>
                <a:ea typeface="メイリオ" panose="020B0604030504040204" pitchFamily="50" charset="-128"/>
              </a:rPr>
              <a:t> -&gt; xlsx)</a:t>
            </a:r>
            <a:endParaRPr lang="ja-JP" altLang="en-US" b="1">
              <a:solidFill>
                <a:schemeClr val="tx2"/>
              </a:solidFill>
              <a:latin typeface="メイリオ" panose="020B0604030504040204" pitchFamily="50" charset="-128"/>
              <a:ea typeface="メイリオ" panose="020B0604030504040204" pitchFamily="50" charset="-128"/>
            </a:endParaRPr>
          </a:p>
        </p:txBody>
      </p:sp>
      <p:sp>
        <p:nvSpPr>
          <p:cNvPr id="4" name="スライド番号プレースホルダー 3">
            <a:extLst>
              <a:ext uri="{FF2B5EF4-FFF2-40B4-BE49-F238E27FC236}">
                <a16:creationId xmlns:a16="http://schemas.microsoft.com/office/drawing/2014/main" id="{9104C76F-23EA-15BD-1E26-2646023D1B39}"/>
              </a:ext>
            </a:extLst>
          </p:cNvPr>
          <p:cNvSpPr>
            <a:spLocks noGrp="1"/>
          </p:cNvSpPr>
          <p:nvPr>
            <p:ph type="sldNum" sz="quarter" idx="12"/>
          </p:nvPr>
        </p:nvSpPr>
        <p:spPr/>
        <p:txBody>
          <a:bodyPr/>
          <a:lstStyle/>
          <a:p>
            <a:fld id="{AEA9F59F-5AEA-DB42-A066-0EDE44B4D5E7}" type="slidenum">
              <a:rPr lang="ja-JP" altLang="en-US" smtClean="0"/>
              <a:pPr/>
              <a:t>16</a:t>
            </a:fld>
            <a:endParaRPr lang="ja-JP" altLang="en-US"/>
          </a:p>
        </p:txBody>
      </p:sp>
      <p:sp>
        <p:nvSpPr>
          <p:cNvPr id="3" name="タイトル 1">
            <a:extLst>
              <a:ext uri="{FF2B5EF4-FFF2-40B4-BE49-F238E27FC236}">
                <a16:creationId xmlns:a16="http://schemas.microsoft.com/office/drawing/2014/main" id="{005400DF-2DE9-23D4-2BD9-6E484F8DA3FA}"/>
              </a:ext>
            </a:extLst>
          </p:cNvPr>
          <p:cNvSpPr txBox="1">
            <a:spLocks/>
          </p:cNvSpPr>
          <p:nvPr/>
        </p:nvSpPr>
        <p:spPr>
          <a:xfrm>
            <a:off x="1413389" y="1297858"/>
            <a:ext cx="10515600" cy="477152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3200" b="0" i="0" kern="1200">
                <a:solidFill>
                  <a:srgbClr val="004098"/>
                </a:solidFill>
                <a:latin typeface="Yu Gothic Medium" panose="020B0400000000000000" pitchFamily="34" charset="-128"/>
                <a:ea typeface="Yu Gothic Medium" panose="020B0400000000000000" pitchFamily="34" charset="-128"/>
                <a:cs typeface="+mj-cs"/>
              </a:defRPr>
            </a:lvl1pPr>
          </a:lstStyle>
          <a:p>
            <a:pPr marL="685800" lvl="1" indent="-228600">
              <a:buFont typeface="+mj-lt"/>
              <a:buAutoNum type="arabicPeriod"/>
            </a:pPr>
            <a:r>
              <a:rPr lang="en-US" altLang="ja-JP" sz="100">
                <a:latin typeface="メイリオ" panose="020B0604030504040204" pitchFamily="50" charset="-128"/>
                <a:ea typeface="メイリオ" panose="020B0604030504040204" pitchFamily="50" charset="-128"/>
              </a:rPr>
              <a:t>AI</a:t>
            </a:r>
            <a:r>
              <a:rPr lang="ja-JP" altLang="en-US" sz="100">
                <a:latin typeface="メイリオ" panose="020B0604030504040204" pitchFamily="50" charset="-128"/>
                <a:ea typeface="メイリオ" panose="020B0604030504040204" pitchFamily="50" charset="-128"/>
              </a:rPr>
              <a:t>を活用したテスト結果の分析</a:t>
            </a:r>
          </a:p>
        </p:txBody>
      </p:sp>
      <p:sp>
        <p:nvSpPr>
          <p:cNvPr id="6" name="テキスト ボックス 5">
            <a:extLst>
              <a:ext uri="{FF2B5EF4-FFF2-40B4-BE49-F238E27FC236}">
                <a16:creationId xmlns:a16="http://schemas.microsoft.com/office/drawing/2014/main" id="{A0822473-C45D-914A-3F49-3E5EC3C28F1D}"/>
              </a:ext>
            </a:extLst>
          </p:cNvPr>
          <p:cNvSpPr txBox="1"/>
          <p:nvPr/>
        </p:nvSpPr>
        <p:spPr>
          <a:xfrm>
            <a:off x="1281881" y="1571996"/>
            <a:ext cx="10202196" cy="3758721"/>
          </a:xfrm>
          <a:prstGeom prst="rect">
            <a:avLst/>
          </a:prstGeom>
          <a:noFill/>
        </p:spPr>
        <p:txBody>
          <a:bodyPr wrap="square" rtlCol="0">
            <a:spAutoFit/>
          </a:bodyPr>
          <a:lstStyle/>
          <a:p>
            <a:pPr>
              <a:lnSpc>
                <a:spcPct val="150000"/>
              </a:lnSpc>
            </a:pPr>
            <a:r>
              <a:rPr kumimoji="1" lang="ja-JP" altLang="en-US" b="1">
                <a:solidFill>
                  <a:schemeClr val="bg1">
                    <a:lumMod val="75000"/>
                  </a:schemeClr>
                </a:solidFill>
                <a:latin typeface="メイリオ" panose="020B0604030504040204" pitchFamily="50" charset="-128"/>
                <a:ea typeface="メイリオ" panose="020B0604030504040204" pitchFamily="50" charset="-128"/>
              </a:rPr>
              <a:t>①ワークフロー作成：自動実行の実装</a:t>
            </a:r>
            <a:endParaRPr lang="en-US" altLang="ja-JP" b="1">
              <a:solidFill>
                <a:schemeClr val="bg1">
                  <a:lumMod val="75000"/>
                </a:schemeClr>
              </a:solidFill>
              <a:latin typeface="メイリオ" panose="020B0604030504040204" pitchFamily="50" charset="-128"/>
              <a:ea typeface="メイリオ" panose="020B0604030504040204" pitchFamily="50" charset="-128"/>
            </a:endParaRPr>
          </a:p>
          <a:p>
            <a:pPr>
              <a:lnSpc>
                <a:spcPct val="150000"/>
              </a:lnSpc>
            </a:pPr>
            <a:r>
              <a:rPr kumimoji="1" lang="ja-JP" altLang="en-US" sz="1400">
                <a:solidFill>
                  <a:schemeClr val="bg1">
                    <a:lumMod val="75000"/>
                  </a:schemeClr>
                </a:solidFill>
                <a:latin typeface="メイリオ" panose="020B0604030504040204" pitchFamily="50" charset="-128"/>
                <a:ea typeface="メイリオ" panose="020B0604030504040204" pitchFamily="50" charset="-128"/>
              </a:rPr>
              <a:t>　　ワークフローの内容を定義する</a:t>
            </a:r>
            <a:r>
              <a:rPr kumimoji="1" lang="en-US" altLang="ja-JP" sz="1400" err="1">
                <a:solidFill>
                  <a:schemeClr val="bg1">
                    <a:lumMod val="75000"/>
                  </a:schemeClr>
                </a:solidFill>
                <a:latin typeface="メイリオ" panose="020B0604030504040204" pitchFamily="50" charset="-128"/>
                <a:ea typeface="メイリオ" panose="020B0604030504040204" pitchFamily="50" charset="-128"/>
              </a:rPr>
              <a:t>yaml</a:t>
            </a:r>
            <a:r>
              <a:rPr kumimoji="1" lang="ja-JP" altLang="en-US" sz="1400">
                <a:solidFill>
                  <a:schemeClr val="bg1">
                    <a:lumMod val="75000"/>
                  </a:schemeClr>
                </a:solidFill>
                <a:latin typeface="メイリオ" panose="020B0604030504040204" pitchFamily="50" charset="-128"/>
                <a:ea typeface="メイリオ" panose="020B0604030504040204" pitchFamily="50" charset="-128"/>
              </a:rPr>
              <a:t>ファイルの記法を理解し、要件に応じて作成できるようになる</a:t>
            </a:r>
            <a:endParaRPr kumimoji="1" lang="en-US" altLang="ja-JP" sz="1400">
              <a:solidFill>
                <a:schemeClr val="bg1">
                  <a:lumMod val="75000"/>
                </a:schemeClr>
              </a:solidFill>
              <a:latin typeface="メイリオ" panose="020B0604030504040204" pitchFamily="50" charset="-128"/>
              <a:ea typeface="メイリオ" panose="020B0604030504040204" pitchFamily="50" charset="-128"/>
            </a:endParaRPr>
          </a:p>
          <a:p>
            <a:pPr>
              <a:lnSpc>
                <a:spcPct val="150000"/>
              </a:lnSpc>
            </a:pPr>
            <a:r>
              <a:rPr lang="ja-JP" altLang="en-US" b="1">
                <a:latin typeface="メイリオ" panose="020B0604030504040204" pitchFamily="50" charset="-128"/>
                <a:ea typeface="メイリオ" panose="020B0604030504040204" pitchFamily="50" charset="-128"/>
              </a:rPr>
              <a:t>②スクリプト作成：テスト結果データの整形</a:t>
            </a:r>
            <a:endParaRPr lang="en-US" altLang="ja-JP" b="1">
              <a:latin typeface="メイリオ" panose="020B0604030504040204" pitchFamily="50" charset="-128"/>
              <a:ea typeface="メイリオ" panose="020B0604030504040204" pitchFamily="50" charset="-128"/>
            </a:endParaRPr>
          </a:p>
          <a:p>
            <a:pPr>
              <a:lnSpc>
                <a:spcPct val="150000"/>
              </a:lnSpc>
            </a:pPr>
            <a:r>
              <a:rPr lang="ja-JP" altLang="en-US" sz="1400">
                <a:latin typeface="メイリオ" panose="020B0604030504040204" pitchFamily="50" charset="-128"/>
                <a:ea typeface="メイリオ" panose="020B0604030504040204" pitchFamily="50" charset="-128"/>
              </a:rPr>
              <a:t>　　テスト結果データをユーザーにも見やすい</a:t>
            </a:r>
            <a:r>
              <a:rPr lang="en-US" altLang="ja-JP" sz="1400">
                <a:latin typeface="メイリオ" panose="020B0604030504040204" pitchFamily="50" charset="-128"/>
                <a:ea typeface="メイリオ" panose="020B0604030504040204" pitchFamily="50" charset="-128"/>
              </a:rPr>
              <a:t>xlsx</a:t>
            </a:r>
            <a:r>
              <a:rPr lang="ja-JP" altLang="en-US" sz="1400">
                <a:latin typeface="メイリオ" panose="020B0604030504040204" pitchFamily="50" charset="-128"/>
                <a:ea typeface="メイリオ" panose="020B0604030504040204" pitchFamily="50" charset="-128"/>
              </a:rPr>
              <a:t>ファイルに整形する</a:t>
            </a:r>
            <a:r>
              <a:rPr lang="en-US" altLang="ja-JP" sz="1400">
                <a:latin typeface="メイリオ" panose="020B0604030504040204" pitchFamily="50" charset="-128"/>
                <a:ea typeface="メイリオ" panose="020B0604030504040204" pitchFamily="50" charset="-128"/>
              </a:rPr>
              <a:t>python</a:t>
            </a:r>
            <a:r>
              <a:rPr lang="ja-JP" altLang="en-US" sz="1400">
                <a:latin typeface="メイリオ" panose="020B0604030504040204" pitchFamily="50" charset="-128"/>
                <a:ea typeface="メイリオ" panose="020B0604030504040204" pitchFamily="50" charset="-128"/>
              </a:rPr>
              <a:t>スクリプトを実装できるようになる</a:t>
            </a:r>
            <a:endParaRPr lang="en-US" altLang="ja-JP" sz="1400">
              <a:latin typeface="メイリオ" panose="020B0604030504040204" pitchFamily="50" charset="-128"/>
              <a:ea typeface="メイリオ" panose="020B0604030504040204" pitchFamily="50" charset="-128"/>
            </a:endParaRPr>
          </a:p>
          <a:p>
            <a:pPr>
              <a:lnSpc>
                <a:spcPct val="150000"/>
              </a:lnSpc>
            </a:pPr>
            <a:r>
              <a:rPr lang="ja-JP" altLang="en-US" b="1">
                <a:solidFill>
                  <a:schemeClr val="bg1">
                    <a:lumMod val="75000"/>
                  </a:schemeClr>
                </a:solidFill>
                <a:latin typeface="メイリオ" panose="020B0604030504040204" pitchFamily="50" charset="-128"/>
                <a:ea typeface="メイリオ" panose="020B0604030504040204" pitchFamily="50" charset="-128"/>
              </a:rPr>
              <a:t>③スクリプト作成：テスト結果の外部通知</a:t>
            </a:r>
            <a:endParaRPr lang="en-US" altLang="ja-JP" b="1">
              <a:solidFill>
                <a:schemeClr val="bg1">
                  <a:lumMod val="75000"/>
                </a:schemeClr>
              </a:solidFill>
              <a:latin typeface="メイリオ" panose="020B0604030504040204" pitchFamily="50" charset="-128"/>
              <a:ea typeface="メイリオ" panose="020B0604030504040204" pitchFamily="50" charset="-128"/>
            </a:endParaRPr>
          </a:p>
          <a:p>
            <a:pPr>
              <a:lnSpc>
                <a:spcPct val="150000"/>
              </a:lnSpc>
            </a:pPr>
            <a:r>
              <a:rPr lang="ja-JP" altLang="en-US" sz="1400">
                <a:solidFill>
                  <a:schemeClr val="bg1">
                    <a:lumMod val="75000"/>
                  </a:schemeClr>
                </a:solidFill>
                <a:latin typeface="メイリオ" panose="020B0604030504040204" pitchFamily="50" charset="-128"/>
                <a:ea typeface="メイリオ" panose="020B0604030504040204" pitchFamily="50" charset="-128"/>
              </a:rPr>
              <a:t>　　</a:t>
            </a:r>
            <a:r>
              <a:rPr lang="en-US" altLang="ja-JP" sz="1400">
                <a:solidFill>
                  <a:schemeClr val="bg1">
                    <a:lumMod val="75000"/>
                  </a:schemeClr>
                </a:solidFill>
                <a:latin typeface="メイリオ" panose="020B0604030504040204" pitchFamily="50" charset="-128"/>
                <a:ea typeface="メイリオ" panose="020B0604030504040204" pitchFamily="50" charset="-128"/>
              </a:rPr>
              <a:t>API</a:t>
            </a:r>
            <a:r>
              <a:rPr lang="ja-JP" altLang="en-US" sz="1400">
                <a:solidFill>
                  <a:schemeClr val="bg1">
                    <a:lumMod val="75000"/>
                  </a:schemeClr>
                </a:solidFill>
                <a:latin typeface="メイリオ" panose="020B0604030504040204" pitchFamily="50" charset="-128"/>
                <a:ea typeface="メイリオ" panose="020B0604030504040204" pitchFamily="50" charset="-128"/>
              </a:rPr>
              <a:t>通信を実現し、外部ツール</a:t>
            </a:r>
            <a:r>
              <a:rPr lang="en-US" altLang="ja-JP" sz="1400">
                <a:solidFill>
                  <a:schemeClr val="bg1">
                    <a:lumMod val="75000"/>
                  </a:schemeClr>
                </a:solidFill>
                <a:latin typeface="メイリオ" panose="020B0604030504040204" pitchFamily="50" charset="-128"/>
                <a:ea typeface="メイリオ" panose="020B0604030504040204" pitchFamily="50" charset="-128"/>
              </a:rPr>
              <a:t>(slack)</a:t>
            </a:r>
            <a:r>
              <a:rPr lang="ja-JP" altLang="en-US" sz="1400">
                <a:solidFill>
                  <a:schemeClr val="bg1">
                    <a:lumMod val="75000"/>
                  </a:schemeClr>
                </a:solidFill>
                <a:latin typeface="メイリオ" panose="020B0604030504040204" pitchFamily="50" charset="-128"/>
                <a:ea typeface="メイリオ" panose="020B0604030504040204" pitchFamily="50" charset="-128"/>
              </a:rPr>
              <a:t>を使用してテスト結果を通知する</a:t>
            </a:r>
            <a:r>
              <a:rPr lang="en-US" altLang="ja-JP" sz="1400">
                <a:solidFill>
                  <a:schemeClr val="bg1">
                    <a:lumMod val="75000"/>
                  </a:schemeClr>
                </a:solidFill>
                <a:latin typeface="メイリオ" panose="020B0604030504040204" pitchFamily="50" charset="-128"/>
                <a:ea typeface="メイリオ" panose="020B0604030504040204" pitchFamily="50" charset="-128"/>
              </a:rPr>
              <a:t>python</a:t>
            </a:r>
            <a:r>
              <a:rPr lang="ja-JP" altLang="en-US" sz="1400">
                <a:solidFill>
                  <a:schemeClr val="bg1">
                    <a:lumMod val="75000"/>
                  </a:schemeClr>
                </a:solidFill>
                <a:latin typeface="メイリオ" panose="020B0604030504040204" pitchFamily="50" charset="-128"/>
                <a:ea typeface="メイリオ" panose="020B0604030504040204" pitchFamily="50" charset="-128"/>
              </a:rPr>
              <a:t>スクリプトを実装できるようになる</a:t>
            </a:r>
            <a:endParaRPr lang="en-US" altLang="ja-JP" sz="1400">
              <a:solidFill>
                <a:schemeClr val="bg1">
                  <a:lumMod val="75000"/>
                </a:schemeClr>
              </a:solidFill>
              <a:latin typeface="メイリオ" panose="020B0604030504040204" pitchFamily="50" charset="-128"/>
              <a:ea typeface="メイリオ" panose="020B0604030504040204" pitchFamily="50" charset="-128"/>
            </a:endParaRPr>
          </a:p>
          <a:p>
            <a:pPr>
              <a:lnSpc>
                <a:spcPct val="150000"/>
              </a:lnSpc>
            </a:pPr>
            <a:r>
              <a:rPr lang="ja-JP" altLang="en-US" b="1">
                <a:solidFill>
                  <a:schemeClr val="bg1">
                    <a:lumMod val="75000"/>
                  </a:schemeClr>
                </a:solidFill>
                <a:latin typeface="メイリオ" panose="020B0604030504040204" pitchFamily="50" charset="-128"/>
                <a:ea typeface="メイリオ" panose="020B0604030504040204" pitchFamily="50" charset="-128"/>
              </a:rPr>
              <a:t>④スクリプト作成：</a:t>
            </a:r>
            <a:r>
              <a:rPr lang="en-US" altLang="ja-JP" b="1">
                <a:solidFill>
                  <a:schemeClr val="bg1">
                    <a:lumMod val="75000"/>
                  </a:schemeClr>
                </a:solidFill>
                <a:latin typeface="メイリオ" panose="020B0604030504040204" pitchFamily="50" charset="-128"/>
                <a:ea typeface="メイリオ" panose="020B0604030504040204" pitchFamily="50" charset="-128"/>
              </a:rPr>
              <a:t>AI</a:t>
            </a:r>
            <a:r>
              <a:rPr lang="ja-JP" altLang="en-US" b="1">
                <a:solidFill>
                  <a:schemeClr val="bg1">
                    <a:lumMod val="75000"/>
                  </a:schemeClr>
                </a:solidFill>
                <a:latin typeface="メイリオ" panose="020B0604030504040204" pitchFamily="50" charset="-128"/>
                <a:ea typeface="メイリオ" panose="020B0604030504040204" pitchFamily="50" charset="-128"/>
              </a:rPr>
              <a:t>を活用したテスト結果の分析</a:t>
            </a:r>
            <a:endParaRPr lang="en-US" altLang="ja-JP" b="1">
              <a:solidFill>
                <a:schemeClr val="bg1">
                  <a:lumMod val="75000"/>
                </a:schemeClr>
              </a:solidFill>
              <a:latin typeface="メイリオ" panose="020B0604030504040204" pitchFamily="50" charset="-128"/>
              <a:ea typeface="メイリオ" panose="020B0604030504040204" pitchFamily="50" charset="-128"/>
            </a:endParaRPr>
          </a:p>
          <a:p>
            <a:pPr>
              <a:lnSpc>
                <a:spcPct val="150000"/>
              </a:lnSpc>
            </a:pPr>
            <a:r>
              <a:rPr lang="ja-JP" altLang="en-US" sz="1400">
                <a:solidFill>
                  <a:schemeClr val="bg1">
                    <a:lumMod val="75000"/>
                  </a:schemeClr>
                </a:solidFill>
                <a:latin typeface="メイリオ" panose="020B0604030504040204" pitchFamily="50" charset="-128"/>
                <a:ea typeface="メイリオ" panose="020B0604030504040204" pitchFamily="50" charset="-128"/>
              </a:rPr>
              <a:t>　　</a:t>
            </a:r>
            <a:r>
              <a:rPr lang="en-US" altLang="ja-JP" sz="1400">
                <a:solidFill>
                  <a:schemeClr val="bg1">
                    <a:lumMod val="75000"/>
                  </a:schemeClr>
                </a:solidFill>
                <a:latin typeface="メイリオ" panose="020B0604030504040204" pitchFamily="50" charset="-128"/>
                <a:ea typeface="メイリオ" panose="020B0604030504040204" pitchFamily="50" charset="-128"/>
              </a:rPr>
              <a:t>API</a:t>
            </a:r>
            <a:r>
              <a:rPr lang="ja-JP" altLang="en-US" sz="1400">
                <a:solidFill>
                  <a:schemeClr val="bg1">
                    <a:lumMod val="75000"/>
                  </a:schemeClr>
                </a:solidFill>
                <a:latin typeface="メイリオ" panose="020B0604030504040204" pitchFamily="50" charset="-128"/>
                <a:ea typeface="メイリオ" panose="020B0604030504040204" pitchFamily="50" charset="-128"/>
              </a:rPr>
              <a:t>通信を実現し、</a:t>
            </a:r>
            <a:r>
              <a:rPr lang="en-US" altLang="ja-JP" sz="1400">
                <a:solidFill>
                  <a:schemeClr val="bg1">
                    <a:lumMod val="75000"/>
                  </a:schemeClr>
                </a:solidFill>
                <a:latin typeface="メイリオ" panose="020B0604030504040204" pitchFamily="50" charset="-128"/>
                <a:ea typeface="メイリオ" panose="020B0604030504040204" pitchFamily="50" charset="-128"/>
              </a:rPr>
              <a:t>AI</a:t>
            </a:r>
            <a:r>
              <a:rPr lang="ja-JP" altLang="en-US" sz="1400">
                <a:solidFill>
                  <a:schemeClr val="bg1">
                    <a:lumMod val="75000"/>
                  </a:schemeClr>
                </a:solidFill>
                <a:latin typeface="メイリオ" panose="020B0604030504040204" pitchFamily="50" charset="-128"/>
                <a:ea typeface="メイリオ" panose="020B0604030504040204" pitchFamily="50" charset="-128"/>
              </a:rPr>
              <a:t>を活用したテスト結果の分析を行う</a:t>
            </a:r>
            <a:r>
              <a:rPr lang="en-US" altLang="ja-JP" sz="1400">
                <a:solidFill>
                  <a:schemeClr val="bg1">
                    <a:lumMod val="75000"/>
                  </a:schemeClr>
                </a:solidFill>
                <a:latin typeface="メイリオ" panose="020B0604030504040204" pitchFamily="50" charset="-128"/>
                <a:ea typeface="メイリオ" panose="020B0604030504040204" pitchFamily="50" charset="-128"/>
              </a:rPr>
              <a:t>python</a:t>
            </a:r>
            <a:r>
              <a:rPr lang="ja-JP" altLang="en-US" sz="1400">
                <a:solidFill>
                  <a:schemeClr val="bg1">
                    <a:lumMod val="75000"/>
                  </a:schemeClr>
                </a:solidFill>
                <a:latin typeface="メイリオ" panose="020B0604030504040204" pitchFamily="50" charset="-128"/>
                <a:ea typeface="メイリオ" panose="020B0604030504040204" pitchFamily="50" charset="-128"/>
              </a:rPr>
              <a:t>スクリプトを実装できるようになる</a:t>
            </a:r>
            <a:endParaRPr lang="en-US" altLang="ja-JP" sz="1400">
              <a:solidFill>
                <a:schemeClr val="bg1">
                  <a:lumMod val="75000"/>
                </a:schemeClr>
              </a:solidFill>
              <a:latin typeface="メイリオ" panose="020B0604030504040204" pitchFamily="50" charset="-128"/>
              <a:ea typeface="メイリオ" panose="020B0604030504040204" pitchFamily="50" charset="-128"/>
            </a:endParaRPr>
          </a:p>
          <a:p>
            <a:pPr>
              <a:lnSpc>
                <a:spcPct val="150000"/>
              </a:lnSpc>
            </a:pPr>
            <a:r>
              <a:rPr lang="ja-JP" altLang="en-US" b="1">
                <a:solidFill>
                  <a:schemeClr val="bg1">
                    <a:lumMod val="75000"/>
                  </a:schemeClr>
                </a:solidFill>
                <a:latin typeface="メイリオ" panose="020B0604030504040204" pitchFamily="50" charset="-128"/>
                <a:ea typeface="メイリオ" panose="020B0604030504040204" pitchFamily="50" charset="-128"/>
              </a:rPr>
              <a:t>⑤ワークフロー作成：②～④を自動実行するワークフローの完成</a:t>
            </a:r>
            <a:endParaRPr lang="en-US" altLang="ja-JP" b="1">
              <a:solidFill>
                <a:schemeClr val="bg1">
                  <a:lumMod val="75000"/>
                </a:schemeClr>
              </a:solidFill>
              <a:latin typeface="メイリオ" panose="020B0604030504040204" pitchFamily="50" charset="-128"/>
              <a:ea typeface="メイリオ" panose="020B0604030504040204" pitchFamily="50" charset="-128"/>
            </a:endParaRPr>
          </a:p>
          <a:p>
            <a:pPr>
              <a:lnSpc>
                <a:spcPct val="150000"/>
              </a:lnSpc>
            </a:pPr>
            <a:r>
              <a:rPr lang="ja-JP" altLang="en-US" sz="1400">
                <a:solidFill>
                  <a:schemeClr val="bg1">
                    <a:lumMod val="75000"/>
                  </a:schemeClr>
                </a:solidFill>
                <a:latin typeface="メイリオ" panose="020B0604030504040204" pitchFamily="50" charset="-128"/>
                <a:ea typeface="メイリオ" panose="020B0604030504040204" pitchFamily="50" charset="-128"/>
              </a:rPr>
              <a:t>　　各手順を自動実行する</a:t>
            </a:r>
            <a:r>
              <a:rPr lang="en-US" altLang="ja-JP" sz="1400" err="1">
                <a:solidFill>
                  <a:schemeClr val="bg1">
                    <a:lumMod val="75000"/>
                  </a:schemeClr>
                </a:solidFill>
                <a:latin typeface="メイリオ" panose="020B0604030504040204" pitchFamily="50" charset="-128"/>
                <a:ea typeface="メイリオ" panose="020B0604030504040204" pitchFamily="50" charset="-128"/>
              </a:rPr>
              <a:t>yaml</a:t>
            </a:r>
            <a:r>
              <a:rPr lang="ja-JP" altLang="en-US" sz="1400">
                <a:solidFill>
                  <a:schemeClr val="bg1">
                    <a:lumMod val="75000"/>
                  </a:schemeClr>
                </a:solidFill>
                <a:latin typeface="メイリオ" panose="020B0604030504040204" pitchFamily="50" charset="-128"/>
                <a:ea typeface="メイリオ" panose="020B0604030504040204" pitchFamily="50" charset="-128"/>
              </a:rPr>
              <a:t>を作成し、動作確認が取れるようになる</a:t>
            </a:r>
            <a:endParaRPr lang="en-US" altLang="ja-JP" sz="1400">
              <a:solidFill>
                <a:schemeClr val="bg1">
                  <a:lumMod val="75000"/>
                </a:schemeClr>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1578359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5FB51-0436-3417-4951-BA7EAF61C64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23A4B9E-41AD-F760-6860-ED46E49EC756}"/>
              </a:ext>
            </a:extLst>
          </p:cNvPr>
          <p:cNvSpPr>
            <a:spLocks noGrp="1"/>
          </p:cNvSpPr>
          <p:nvPr>
            <p:ph type="title"/>
          </p:nvPr>
        </p:nvSpPr>
        <p:spPr>
          <a:xfrm>
            <a:off x="759541" y="535713"/>
            <a:ext cx="10515600" cy="503555"/>
          </a:xfrm>
        </p:spPr>
        <p:txBody>
          <a:bodyPr/>
          <a:lstStyle/>
          <a:p>
            <a:r>
              <a:rPr lang="ja-JP" altLang="en-US" b="1">
                <a:solidFill>
                  <a:schemeClr val="tx2"/>
                </a:solidFill>
                <a:latin typeface="メイリオ" panose="020B0604030504040204" pitchFamily="50" charset="-128"/>
                <a:ea typeface="メイリオ" panose="020B0604030504040204" pitchFamily="50" charset="-128"/>
              </a:rPr>
              <a:t>研修②：スクリプト作成：データの整形</a:t>
            </a:r>
            <a:r>
              <a:rPr lang="en-US" altLang="ja-JP" b="1">
                <a:solidFill>
                  <a:schemeClr val="tx2"/>
                </a:solidFill>
                <a:latin typeface="メイリオ" panose="020B0604030504040204" pitchFamily="50" charset="-128"/>
                <a:ea typeface="メイリオ" panose="020B0604030504040204" pitchFamily="50" charset="-128"/>
              </a:rPr>
              <a:t>(</a:t>
            </a:r>
            <a:r>
              <a:rPr lang="en-US" altLang="ja-JP" b="1" err="1">
                <a:solidFill>
                  <a:schemeClr val="tx2"/>
                </a:solidFill>
                <a:latin typeface="メイリオ" panose="020B0604030504040204" pitchFamily="50" charset="-128"/>
                <a:ea typeface="メイリオ" panose="020B0604030504040204" pitchFamily="50" charset="-128"/>
              </a:rPr>
              <a:t>json</a:t>
            </a:r>
            <a:r>
              <a:rPr lang="en-US" altLang="ja-JP" b="1">
                <a:solidFill>
                  <a:schemeClr val="tx2"/>
                </a:solidFill>
                <a:latin typeface="メイリオ" panose="020B0604030504040204" pitchFamily="50" charset="-128"/>
                <a:ea typeface="メイリオ" panose="020B0604030504040204" pitchFamily="50" charset="-128"/>
              </a:rPr>
              <a:t> -&gt; xlsx)</a:t>
            </a:r>
            <a:endParaRPr lang="ja-JP" altLang="en-US" b="1">
              <a:latin typeface="メイリオ" panose="020B0604030504040204" pitchFamily="50" charset="-128"/>
              <a:ea typeface="メイリオ" panose="020B0604030504040204" pitchFamily="50" charset="-128"/>
            </a:endParaRPr>
          </a:p>
        </p:txBody>
      </p:sp>
      <p:sp>
        <p:nvSpPr>
          <p:cNvPr id="4" name="スライド番号プレースホルダー 3">
            <a:extLst>
              <a:ext uri="{FF2B5EF4-FFF2-40B4-BE49-F238E27FC236}">
                <a16:creationId xmlns:a16="http://schemas.microsoft.com/office/drawing/2014/main" id="{1157E9B2-D376-39A8-AE49-68EDB60F4343}"/>
              </a:ext>
            </a:extLst>
          </p:cNvPr>
          <p:cNvSpPr>
            <a:spLocks noGrp="1"/>
          </p:cNvSpPr>
          <p:nvPr>
            <p:ph type="sldNum" sz="quarter" idx="12"/>
          </p:nvPr>
        </p:nvSpPr>
        <p:spPr/>
        <p:txBody>
          <a:bodyPr/>
          <a:lstStyle/>
          <a:p>
            <a:fld id="{AEA9F59F-5AEA-DB42-A066-0EDE44B4D5E7}" type="slidenum">
              <a:rPr lang="ja-JP" altLang="en-US" smtClean="0"/>
              <a:pPr/>
              <a:t>17</a:t>
            </a:fld>
            <a:endParaRPr lang="ja-JP" altLang="en-US"/>
          </a:p>
        </p:txBody>
      </p:sp>
      <p:sp>
        <p:nvSpPr>
          <p:cNvPr id="5" name="フローチャート: 磁気ディスク 4">
            <a:extLst>
              <a:ext uri="{FF2B5EF4-FFF2-40B4-BE49-F238E27FC236}">
                <a16:creationId xmlns:a16="http://schemas.microsoft.com/office/drawing/2014/main" id="{2D4D3BAF-D206-DA0B-D991-61B9B082D308}"/>
              </a:ext>
            </a:extLst>
          </p:cNvPr>
          <p:cNvSpPr/>
          <p:nvPr/>
        </p:nvSpPr>
        <p:spPr>
          <a:xfrm>
            <a:off x="4841150" y="1741538"/>
            <a:ext cx="2866102" cy="3374923"/>
          </a:xfrm>
          <a:prstGeom prst="flowChartMagneticDisk">
            <a:avLst/>
          </a:prstGeom>
          <a:solidFill>
            <a:srgbClr val="C2FFBF"/>
          </a:solidFill>
          <a:ln w="38100">
            <a:solidFill>
              <a:srgbClr val="0045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b="1">
                <a:solidFill>
                  <a:schemeClr val="tx1"/>
                </a:solidFill>
                <a:latin typeface="メイリオ" panose="020B0604030504040204" pitchFamily="50" charset="-128"/>
                <a:ea typeface="メイリオ" panose="020B0604030504040204" pitchFamily="50" charset="-128"/>
              </a:rPr>
              <a:t>データ整形スクリプト</a:t>
            </a:r>
          </a:p>
        </p:txBody>
      </p:sp>
      <p:sp>
        <p:nvSpPr>
          <p:cNvPr id="6" name="四角形: メモ 5">
            <a:extLst>
              <a:ext uri="{FF2B5EF4-FFF2-40B4-BE49-F238E27FC236}">
                <a16:creationId xmlns:a16="http://schemas.microsoft.com/office/drawing/2014/main" id="{921E7638-C52D-7A45-49B4-1D83696E34EB}"/>
              </a:ext>
            </a:extLst>
          </p:cNvPr>
          <p:cNvSpPr/>
          <p:nvPr/>
        </p:nvSpPr>
        <p:spPr>
          <a:xfrm>
            <a:off x="1051481" y="2460981"/>
            <a:ext cx="2557614" cy="1936038"/>
          </a:xfrm>
          <a:prstGeom prst="foldedCorner">
            <a:avLst/>
          </a:prstGeom>
          <a:solidFill>
            <a:schemeClr val="bg2">
              <a:lumMod val="20000"/>
              <a:lumOff val="80000"/>
            </a:schemeClr>
          </a:solidFill>
          <a:ln w="3810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en-US" altLang="ja-JP" sz="2000" b="1">
              <a:solidFill>
                <a:schemeClr val="tx1"/>
              </a:solidFill>
              <a:latin typeface="メイリオ" panose="020B0604030504040204" pitchFamily="50" charset="-128"/>
              <a:ea typeface="メイリオ" panose="020B0604030504040204" pitchFamily="50" charset="-128"/>
            </a:endParaRPr>
          </a:p>
          <a:p>
            <a:pPr algn="ctr"/>
            <a:r>
              <a:rPr kumimoji="1" lang="ja-JP" altLang="en-US" sz="2000" b="1">
                <a:solidFill>
                  <a:schemeClr val="tx1"/>
                </a:solidFill>
                <a:latin typeface="メイリオ" panose="020B0604030504040204" pitchFamily="50" charset="-128"/>
                <a:ea typeface="メイリオ" panose="020B0604030504040204" pitchFamily="50" charset="-128"/>
              </a:rPr>
              <a:t>テスト結果</a:t>
            </a:r>
          </a:p>
        </p:txBody>
      </p:sp>
      <p:sp>
        <p:nvSpPr>
          <p:cNvPr id="7" name="四角形: メモ 6">
            <a:extLst>
              <a:ext uri="{FF2B5EF4-FFF2-40B4-BE49-F238E27FC236}">
                <a16:creationId xmlns:a16="http://schemas.microsoft.com/office/drawing/2014/main" id="{E948DE4B-1A82-180C-EE45-9E749ABA3610}"/>
              </a:ext>
            </a:extLst>
          </p:cNvPr>
          <p:cNvSpPr/>
          <p:nvPr/>
        </p:nvSpPr>
        <p:spPr>
          <a:xfrm>
            <a:off x="8717527" y="2473730"/>
            <a:ext cx="2557614" cy="1936038"/>
          </a:xfrm>
          <a:prstGeom prst="foldedCorner">
            <a:avLst/>
          </a:prstGeom>
          <a:solidFill>
            <a:srgbClr val="C2FFBF"/>
          </a:solidFill>
          <a:ln w="38100">
            <a:solidFill>
              <a:srgbClr val="0045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en-US" altLang="ja-JP" sz="2000" b="1">
              <a:solidFill>
                <a:schemeClr val="tx1"/>
              </a:solidFill>
              <a:latin typeface="メイリオ" panose="020B0604030504040204" pitchFamily="50" charset="-128"/>
              <a:ea typeface="メイリオ" panose="020B0604030504040204" pitchFamily="50" charset="-128"/>
            </a:endParaRPr>
          </a:p>
          <a:p>
            <a:pPr algn="ctr"/>
            <a:r>
              <a:rPr kumimoji="1" lang="ja-JP" altLang="en-US" sz="2000" b="1">
                <a:solidFill>
                  <a:schemeClr val="tx1"/>
                </a:solidFill>
                <a:latin typeface="メイリオ" panose="020B0604030504040204" pitchFamily="50" charset="-128"/>
                <a:ea typeface="メイリオ" panose="020B0604030504040204" pitchFamily="50" charset="-128"/>
              </a:rPr>
              <a:t>テスト結果</a:t>
            </a:r>
            <a:r>
              <a:rPr kumimoji="1" lang="en-US" altLang="ja-JP" sz="2000" b="1">
                <a:solidFill>
                  <a:schemeClr val="tx1"/>
                </a:solidFill>
                <a:latin typeface="メイリオ" panose="020B0604030504040204" pitchFamily="50" charset="-128"/>
                <a:ea typeface="メイリオ" panose="020B0604030504040204" pitchFamily="50" charset="-128"/>
              </a:rPr>
              <a:t>.xlsx</a:t>
            </a:r>
          </a:p>
        </p:txBody>
      </p:sp>
      <p:sp>
        <p:nvSpPr>
          <p:cNvPr id="8" name="二等辺三角形 7">
            <a:extLst>
              <a:ext uri="{FF2B5EF4-FFF2-40B4-BE49-F238E27FC236}">
                <a16:creationId xmlns:a16="http://schemas.microsoft.com/office/drawing/2014/main" id="{572D976C-B99C-BCCC-CD45-A30B000EADC7}"/>
              </a:ext>
            </a:extLst>
          </p:cNvPr>
          <p:cNvSpPr/>
          <p:nvPr/>
        </p:nvSpPr>
        <p:spPr>
          <a:xfrm rot="5400000">
            <a:off x="3740270" y="3147822"/>
            <a:ext cx="969705" cy="355472"/>
          </a:xfrm>
          <a:prstGeom prst="triangle">
            <a:avLst/>
          </a:prstGeom>
          <a:solidFill>
            <a:schemeClr val="bg2">
              <a:lumMod val="40000"/>
              <a:lumOff val="60000"/>
            </a:schemeClr>
          </a:solidFill>
          <a:ln w="38100">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二等辺三角形 9">
            <a:extLst>
              <a:ext uri="{FF2B5EF4-FFF2-40B4-BE49-F238E27FC236}">
                <a16:creationId xmlns:a16="http://schemas.microsoft.com/office/drawing/2014/main" id="{434B3044-CA06-11A4-C413-A5416C9FCE54}"/>
              </a:ext>
            </a:extLst>
          </p:cNvPr>
          <p:cNvSpPr/>
          <p:nvPr/>
        </p:nvSpPr>
        <p:spPr>
          <a:xfrm rot="5400000">
            <a:off x="7767673" y="3147822"/>
            <a:ext cx="969705" cy="355472"/>
          </a:xfrm>
          <a:prstGeom prst="triangle">
            <a:avLst/>
          </a:prstGeom>
          <a:solidFill>
            <a:srgbClr val="78FF71"/>
          </a:solidFill>
          <a:ln w="38100">
            <a:solidFill>
              <a:srgbClr val="0045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9122001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523C7-3A2E-FE38-8FF8-B6C7477FA4F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C95DBF7-E23C-D3E4-1838-15A3974736FE}"/>
              </a:ext>
            </a:extLst>
          </p:cNvPr>
          <p:cNvSpPr>
            <a:spLocks noGrp="1"/>
          </p:cNvSpPr>
          <p:nvPr>
            <p:ph type="title"/>
          </p:nvPr>
        </p:nvSpPr>
        <p:spPr>
          <a:xfrm>
            <a:off x="759541" y="535713"/>
            <a:ext cx="10515600" cy="503555"/>
          </a:xfrm>
        </p:spPr>
        <p:txBody>
          <a:bodyPr/>
          <a:lstStyle/>
          <a:p>
            <a:r>
              <a:rPr lang="ja-JP" altLang="en-US" b="1">
                <a:latin typeface="メイリオ" panose="020B0604030504040204" pitchFamily="50" charset="-128"/>
                <a:ea typeface="メイリオ" panose="020B0604030504040204" pitchFamily="50" charset="-128"/>
              </a:rPr>
              <a:t>研修②：スクリプト作成：データ整形</a:t>
            </a:r>
            <a:r>
              <a:rPr lang="en-US" altLang="ja-JP" b="1">
                <a:latin typeface="メイリオ" panose="020B0604030504040204" pitchFamily="50" charset="-128"/>
                <a:ea typeface="メイリオ" panose="020B0604030504040204" pitchFamily="50" charset="-128"/>
              </a:rPr>
              <a:t>(</a:t>
            </a:r>
            <a:r>
              <a:rPr lang="en-US" altLang="ja-JP" b="1" err="1">
                <a:latin typeface="メイリオ" panose="020B0604030504040204" pitchFamily="50" charset="-128"/>
                <a:ea typeface="メイリオ" panose="020B0604030504040204" pitchFamily="50" charset="-128"/>
              </a:rPr>
              <a:t>json</a:t>
            </a:r>
            <a:r>
              <a:rPr lang="en-US" altLang="ja-JP" b="1">
                <a:latin typeface="メイリオ" panose="020B0604030504040204" pitchFamily="50" charset="-128"/>
                <a:ea typeface="メイリオ" panose="020B0604030504040204" pitchFamily="50" charset="-128"/>
              </a:rPr>
              <a:t> -&gt; xlsx)</a:t>
            </a:r>
            <a:endParaRPr lang="ja-JP" altLang="en-US" b="1">
              <a:latin typeface="メイリオ" panose="020B0604030504040204" pitchFamily="50" charset="-128"/>
              <a:ea typeface="メイリオ" panose="020B0604030504040204" pitchFamily="50" charset="-128"/>
            </a:endParaRPr>
          </a:p>
        </p:txBody>
      </p:sp>
      <p:sp>
        <p:nvSpPr>
          <p:cNvPr id="4" name="スライド番号プレースホルダー 3">
            <a:extLst>
              <a:ext uri="{FF2B5EF4-FFF2-40B4-BE49-F238E27FC236}">
                <a16:creationId xmlns:a16="http://schemas.microsoft.com/office/drawing/2014/main" id="{EC5722B4-EADE-3C55-DCCD-1BE4556F19DD}"/>
              </a:ext>
            </a:extLst>
          </p:cNvPr>
          <p:cNvSpPr>
            <a:spLocks noGrp="1"/>
          </p:cNvSpPr>
          <p:nvPr>
            <p:ph type="sldNum" sz="quarter" idx="12"/>
          </p:nvPr>
        </p:nvSpPr>
        <p:spPr/>
        <p:txBody>
          <a:bodyPr/>
          <a:lstStyle/>
          <a:p>
            <a:fld id="{AEA9F59F-5AEA-DB42-A066-0EDE44B4D5E7}" type="slidenum">
              <a:rPr lang="ja-JP" altLang="en-US" smtClean="0"/>
              <a:pPr/>
              <a:t>18</a:t>
            </a:fld>
            <a:endParaRPr lang="ja-JP" altLang="en-US"/>
          </a:p>
        </p:txBody>
      </p:sp>
      <p:sp>
        <p:nvSpPr>
          <p:cNvPr id="3" name="タイトル 1">
            <a:extLst>
              <a:ext uri="{FF2B5EF4-FFF2-40B4-BE49-F238E27FC236}">
                <a16:creationId xmlns:a16="http://schemas.microsoft.com/office/drawing/2014/main" id="{F6411931-58C5-3637-E0FA-B91734CB0714}"/>
              </a:ext>
            </a:extLst>
          </p:cNvPr>
          <p:cNvSpPr txBox="1">
            <a:spLocks/>
          </p:cNvSpPr>
          <p:nvPr/>
        </p:nvSpPr>
        <p:spPr>
          <a:xfrm>
            <a:off x="1191354" y="2171543"/>
            <a:ext cx="8635553" cy="251491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3200" b="0" i="0" kern="1200">
                <a:solidFill>
                  <a:srgbClr val="004098"/>
                </a:solidFill>
                <a:latin typeface="Yu Gothic Medium" panose="020B0400000000000000" pitchFamily="34" charset="-128"/>
                <a:ea typeface="Yu Gothic Medium" panose="020B0400000000000000" pitchFamily="34" charset="-128"/>
                <a:cs typeface="+mj-cs"/>
              </a:defRPr>
            </a:lvl1pPr>
          </a:lstStyle>
          <a:p>
            <a:pPr>
              <a:lnSpc>
                <a:spcPct val="150000"/>
              </a:lnSpc>
            </a:pPr>
            <a:r>
              <a:rPr lang="en-US" altLang="ja-JP" sz="2400" b="1">
                <a:solidFill>
                  <a:schemeClr val="tx1"/>
                </a:solidFill>
                <a:latin typeface="メイリオ" panose="020B0604030504040204" pitchFamily="50" charset="-128"/>
                <a:ea typeface="メイリオ" panose="020B0604030504040204" pitchFamily="50" charset="-128"/>
              </a:rPr>
              <a:t>Python</a:t>
            </a:r>
            <a:r>
              <a:rPr lang="ja-JP" altLang="en-US" sz="2400" b="1">
                <a:solidFill>
                  <a:schemeClr val="tx1"/>
                </a:solidFill>
                <a:latin typeface="メイリオ" panose="020B0604030504040204" pitchFamily="50" charset="-128"/>
                <a:ea typeface="メイリオ" panose="020B0604030504040204" pitchFamily="50" charset="-128"/>
              </a:rPr>
              <a:t>における</a:t>
            </a:r>
            <a:r>
              <a:rPr lang="en-US" altLang="ja-JP" sz="2400" b="1" err="1">
                <a:solidFill>
                  <a:schemeClr val="tx1"/>
                </a:solidFill>
                <a:latin typeface="メイリオ" panose="020B0604030504040204" pitchFamily="50" charset="-128"/>
                <a:ea typeface="メイリオ" panose="020B0604030504040204" pitchFamily="50" charset="-128"/>
              </a:rPr>
              <a:t>json</a:t>
            </a:r>
            <a:r>
              <a:rPr lang="ja-JP" altLang="en-US" sz="2400" b="1">
                <a:solidFill>
                  <a:schemeClr val="tx1"/>
                </a:solidFill>
                <a:latin typeface="メイリオ" panose="020B0604030504040204" pitchFamily="50" charset="-128"/>
                <a:ea typeface="メイリオ" panose="020B0604030504040204" pitchFamily="50" charset="-128"/>
              </a:rPr>
              <a:t>ファイルの取り扱い</a:t>
            </a:r>
            <a:endParaRPr lang="en-US" altLang="ja-JP" sz="2400" b="1">
              <a:solidFill>
                <a:schemeClr val="tx1"/>
              </a:solidFill>
              <a:latin typeface="メイリオ" panose="020B0604030504040204" pitchFamily="50" charset="-128"/>
              <a:ea typeface="メイリオ" panose="020B0604030504040204" pitchFamily="50" charset="-128"/>
            </a:endParaRPr>
          </a:p>
          <a:p>
            <a:pPr marL="285750" indent="-285750">
              <a:lnSpc>
                <a:spcPct val="150000"/>
              </a:lnSpc>
              <a:buFont typeface="Arial" panose="020B0604020202020204" pitchFamily="34" charset="0"/>
              <a:buChar char="•"/>
            </a:pPr>
            <a:r>
              <a:rPr lang="en-US" altLang="ja-JP" sz="1800">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Python</a:t>
            </a:r>
            <a:r>
              <a:rPr lang="ja-JP" altLang="en-US" sz="1800">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ではデフォルトで</a:t>
            </a:r>
            <a:r>
              <a:rPr lang="en-US" altLang="ja-JP" sz="1800" err="1">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json</a:t>
            </a:r>
            <a:r>
              <a:rPr lang="ja-JP" altLang="en-US" sz="1800">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ファイルを取り扱うことができる。</a:t>
            </a:r>
            <a:endParaRPr lang="en-US" altLang="ja-JP" sz="1800">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endParaRPr>
          </a:p>
          <a:p>
            <a:pPr marL="285750" indent="-285750">
              <a:lnSpc>
                <a:spcPct val="150000"/>
              </a:lnSpc>
              <a:buFont typeface="Arial" panose="020B0604020202020204" pitchFamily="34" charset="0"/>
              <a:buChar char="•"/>
            </a:pPr>
            <a:r>
              <a:rPr lang="ja-JP" altLang="en-US" sz="1800">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読みこんだ</a:t>
            </a:r>
            <a:r>
              <a:rPr lang="en-US" altLang="ja-JP" sz="1800" err="1">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json</a:t>
            </a:r>
            <a:r>
              <a:rPr lang="ja-JP" altLang="en-US" sz="1800">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ファイルの中身は、</a:t>
            </a:r>
            <a:br>
              <a:rPr lang="en-US" altLang="ja-JP" sz="1800">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br>
            <a:r>
              <a:rPr lang="ja-JP" altLang="en-US" sz="1800" b="1">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通常の配列</a:t>
            </a:r>
            <a:r>
              <a:rPr lang="en-US" altLang="ja-JP" sz="1800" b="1">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(array)</a:t>
            </a:r>
            <a:r>
              <a:rPr lang="ja-JP" altLang="en-US" sz="1800" b="1">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や辞書</a:t>
            </a:r>
            <a:r>
              <a:rPr lang="en-US" altLang="ja-JP" sz="1800" b="1">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a:t>
            </a:r>
            <a:r>
              <a:rPr lang="en-US" altLang="ja-JP" sz="1800" b="1" err="1">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dict</a:t>
            </a:r>
            <a:r>
              <a:rPr lang="en-US" altLang="ja-JP" sz="1800" b="1">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a:t>
            </a:r>
            <a:r>
              <a:rPr lang="ja-JP" altLang="en-US" sz="1800" b="1">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と同様</a:t>
            </a:r>
            <a:r>
              <a:rPr lang="ja-JP" altLang="en-US" sz="1800">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に参照することができる。</a:t>
            </a:r>
            <a:endParaRPr lang="en-US" altLang="ja-JP" sz="1800">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endParaRPr>
          </a:p>
        </p:txBody>
      </p:sp>
    </p:spTree>
    <p:extLst>
      <p:ext uri="{BB962C8B-B14F-4D97-AF65-F5344CB8AC3E}">
        <p14:creationId xmlns:p14="http://schemas.microsoft.com/office/powerpoint/2010/main" val="3398831367"/>
      </p:ext>
    </p:extLst>
  </p:cSld>
  <p:clrMapOvr>
    <a:masterClrMapping/>
  </p:clrMapOvr>
  <p:extLst>
    <p:ext uri="{6950BFC3-D8DA-4A85-94F7-54DA5524770B}">
      <p188:commentRel xmlns:p188="http://schemas.microsoft.com/office/powerpoint/2018/8/main" r:id="rId2"/>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FEC5B-905F-DBE1-675B-6DBE717C7E2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DB65F93-CAE1-E33B-6FF8-35A8A4456857}"/>
              </a:ext>
            </a:extLst>
          </p:cNvPr>
          <p:cNvSpPr>
            <a:spLocks noGrp="1"/>
          </p:cNvSpPr>
          <p:nvPr>
            <p:ph type="title"/>
          </p:nvPr>
        </p:nvSpPr>
        <p:spPr>
          <a:xfrm>
            <a:off x="759541" y="535713"/>
            <a:ext cx="10515600" cy="503555"/>
          </a:xfrm>
        </p:spPr>
        <p:txBody>
          <a:bodyPr/>
          <a:lstStyle/>
          <a:p>
            <a:r>
              <a:rPr lang="ja-JP" altLang="en-US" b="1">
                <a:latin typeface="メイリオ" panose="020B0604030504040204" pitchFamily="50" charset="-128"/>
                <a:ea typeface="メイリオ" panose="020B0604030504040204" pitchFamily="50" charset="-128"/>
              </a:rPr>
              <a:t>研修②：スクリプト作成：データ整形</a:t>
            </a:r>
            <a:r>
              <a:rPr lang="en-US" altLang="ja-JP" b="1">
                <a:latin typeface="メイリオ" panose="020B0604030504040204" pitchFamily="50" charset="-128"/>
                <a:ea typeface="メイリオ" panose="020B0604030504040204" pitchFamily="50" charset="-128"/>
              </a:rPr>
              <a:t>(</a:t>
            </a:r>
            <a:r>
              <a:rPr lang="en-US" altLang="ja-JP" b="1" err="1">
                <a:latin typeface="メイリオ" panose="020B0604030504040204" pitchFamily="50" charset="-128"/>
                <a:ea typeface="メイリオ" panose="020B0604030504040204" pitchFamily="50" charset="-128"/>
              </a:rPr>
              <a:t>json</a:t>
            </a:r>
            <a:r>
              <a:rPr lang="en-US" altLang="ja-JP" b="1">
                <a:latin typeface="メイリオ" panose="020B0604030504040204" pitchFamily="50" charset="-128"/>
                <a:ea typeface="メイリオ" panose="020B0604030504040204" pitchFamily="50" charset="-128"/>
              </a:rPr>
              <a:t> -&gt; xlsx)</a:t>
            </a:r>
            <a:endParaRPr lang="ja-JP" altLang="en-US" b="1">
              <a:latin typeface="メイリオ" panose="020B0604030504040204" pitchFamily="50" charset="-128"/>
              <a:ea typeface="メイリオ" panose="020B0604030504040204" pitchFamily="50" charset="-128"/>
            </a:endParaRPr>
          </a:p>
        </p:txBody>
      </p:sp>
      <p:sp>
        <p:nvSpPr>
          <p:cNvPr id="4" name="スライド番号プレースホルダー 3">
            <a:extLst>
              <a:ext uri="{FF2B5EF4-FFF2-40B4-BE49-F238E27FC236}">
                <a16:creationId xmlns:a16="http://schemas.microsoft.com/office/drawing/2014/main" id="{E12DB9B6-C8C7-D3F0-4914-67EDF68F4743}"/>
              </a:ext>
            </a:extLst>
          </p:cNvPr>
          <p:cNvSpPr>
            <a:spLocks noGrp="1"/>
          </p:cNvSpPr>
          <p:nvPr>
            <p:ph type="sldNum" sz="quarter" idx="12"/>
          </p:nvPr>
        </p:nvSpPr>
        <p:spPr/>
        <p:txBody>
          <a:bodyPr/>
          <a:lstStyle/>
          <a:p>
            <a:fld id="{AEA9F59F-5AEA-DB42-A066-0EDE44B4D5E7}" type="slidenum">
              <a:rPr lang="ja-JP" altLang="en-US" smtClean="0"/>
              <a:pPr/>
              <a:t>19</a:t>
            </a:fld>
            <a:endParaRPr lang="ja-JP" altLang="en-US"/>
          </a:p>
        </p:txBody>
      </p:sp>
      <p:sp>
        <p:nvSpPr>
          <p:cNvPr id="3" name="タイトル 1">
            <a:extLst>
              <a:ext uri="{FF2B5EF4-FFF2-40B4-BE49-F238E27FC236}">
                <a16:creationId xmlns:a16="http://schemas.microsoft.com/office/drawing/2014/main" id="{B3C16D66-1EAD-41B7-42D6-DF83500DA5F7}"/>
              </a:ext>
            </a:extLst>
          </p:cNvPr>
          <p:cNvSpPr txBox="1">
            <a:spLocks/>
          </p:cNvSpPr>
          <p:nvPr/>
        </p:nvSpPr>
        <p:spPr>
          <a:xfrm>
            <a:off x="5099254" y="1422726"/>
            <a:ext cx="2229465" cy="63341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3200" b="0" i="0" kern="1200">
                <a:solidFill>
                  <a:srgbClr val="004098"/>
                </a:solidFill>
                <a:latin typeface="Yu Gothic Medium" panose="020B0400000000000000" pitchFamily="34" charset="-128"/>
                <a:ea typeface="Yu Gothic Medium" panose="020B0400000000000000" pitchFamily="34" charset="-128"/>
                <a:cs typeface="+mj-cs"/>
              </a:defRPr>
            </a:lvl1pPr>
          </a:lstStyle>
          <a:p>
            <a:pPr>
              <a:lnSpc>
                <a:spcPct val="150000"/>
              </a:lnSpc>
            </a:pPr>
            <a:r>
              <a:rPr lang="ja-JP" altLang="en-US" sz="2400" b="1">
                <a:solidFill>
                  <a:schemeClr val="tx1"/>
                </a:solidFill>
                <a:latin typeface="メイリオ" panose="020B0604030504040204" pitchFamily="50" charset="-128"/>
                <a:ea typeface="メイリオ" panose="020B0604030504040204" pitchFamily="50" charset="-128"/>
              </a:rPr>
              <a:t>記述の例</a:t>
            </a:r>
            <a:endParaRPr lang="en-US" altLang="ja-JP" sz="2400" b="1">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F2946969-B66F-5409-B3FE-CD7478288810}"/>
              </a:ext>
            </a:extLst>
          </p:cNvPr>
          <p:cNvSpPr/>
          <p:nvPr/>
        </p:nvSpPr>
        <p:spPr>
          <a:xfrm>
            <a:off x="5099254" y="1996370"/>
            <a:ext cx="6548284" cy="2591672"/>
          </a:xfrm>
          <a:prstGeom prst="rect">
            <a:avLst/>
          </a:prstGeom>
          <a:ln/>
        </p:spPr>
        <p:style>
          <a:lnRef idx="2">
            <a:schemeClr val="accent2"/>
          </a:lnRef>
          <a:fillRef idx="1">
            <a:schemeClr val="lt1"/>
          </a:fillRef>
          <a:effectRef idx="0">
            <a:schemeClr val="accent2"/>
          </a:effectRef>
          <a:fontRef idx="minor">
            <a:schemeClr val="dk1"/>
          </a:fontRef>
        </p:style>
        <p:txBody>
          <a:bodyPr rtlCol="0" anchor="ctr"/>
          <a:lstStyle/>
          <a:p>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import </a:t>
            </a:r>
            <a:r>
              <a:rPr lang="en-US" altLang="ja-JP" dirty="0" err="1">
                <a:latin typeface="Cascadia Code Light" panose="020B0609020000020004" pitchFamily="49" charset="0"/>
                <a:ea typeface="Cascadia Code Light" panose="020B0609020000020004" pitchFamily="49" charset="0"/>
                <a:cs typeface="Cascadia Code Light" panose="020B0609020000020004" pitchFamily="49" charset="0"/>
              </a:rPr>
              <a:t>json</a:t>
            </a:r>
            <a:endPar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altLang="ja-JP" dirty="0">
                <a:solidFill>
                  <a:schemeClr val="bg1">
                    <a:lumMod val="6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altLang="ja-JP" dirty="0" err="1">
                <a:solidFill>
                  <a:schemeClr val="bg1">
                    <a:lumMod val="6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json</a:t>
            </a:r>
            <a:r>
              <a:rPr lang="ja-JP" altLang="en-US" dirty="0">
                <a:solidFill>
                  <a:schemeClr val="bg1">
                    <a:lumMod val="65000"/>
                  </a:schemeClr>
                </a:solidFill>
                <a:latin typeface="メイリオ" panose="020B0604030504040204" pitchFamily="50" charset="-128"/>
                <a:ea typeface="メイリオ" panose="020B0604030504040204" pitchFamily="50" charset="-128"/>
                <a:cs typeface="Cascadia Code Light" panose="020B0609020000020004" pitchFamily="49" charset="0"/>
              </a:rPr>
              <a:t>ファイル読み込み</a:t>
            </a:r>
          </a:p>
          <a:p>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data = open('data.</a:t>
            </a:r>
            <a:r>
              <a:rPr lang="en-US" altLang="ja-JP" dirty="0" err="1">
                <a:latin typeface="Cascadia Code Light" panose="020B0609020000020004" pitchFamily="49" charset="0"/>
                <a:ea typeface="Cascadia Code Light" panose="020B0609020000020004" pitchFamily="49" charset="0"/>
                <a:cs typeface="Cascadia Code Light" panose="020B0609020000020004" pitchFamily="49" charset="0"/>
              </a:rPr>
              <a:t>json</a:t>
            </a:r>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altLang="ja-JP" dirty="0" err="1">
                <a:latin typeface="Cascadia Code Light" panose="020B0609020000020004" pitchFamily="49" charset="0"/>
                <a:ea typeface="Cascadia Code Light" panose="020B0609020000020004" pitchFamily="49" charset="0"/>
                <a:cs typeface="Cascadia Code Light" panose="020B0609020000020004" pitchFamily="49" charset="0"/>
              </a:rPr>
              <a:t>r',encoding</a:t>
            </a:r>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 = 'utf-8’)</a:t>
            </a:r>
          </a:p>
          <a:p>
            <a:r>
              <a:rPr lang="en-US" altLang="ja-JP" sz="1400" dirty="0" err="1">
                <a:solidFill>
                  <a:schemeClr val="tx2">
                    <a:lumMod val="40000"/>
                    <a:lumOff val="60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data.json</a:t>
            </a:r>
            <a:r>
              <a:rPr lang="en-US" altLang="ja-JP" sz="1400" dirty="0">
                <a:solidFill>
                  <a:schemeClr val="tx2">
                    <a:lumMod val="40000"/>
                    <a:lumOff val="60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ja-JP" altLang="en-US" sz="1400" dirty="0">
                <a:solidFill>
                  <a:schemeClr val="tx2">
                    <a:lumMod val="40000"/>
                    <a:lumOff val="60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というファイルを読み込みモードで開く</a:t>
            </a:r>
          </a:p>
          <a:p>
            <a:endPar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altLang="ja-JP" dirty="0" err="1">
                <a:latin typeface="Cascadia Code Light" panose="020B0609020000020004" pitchFamily="49" charset="0"/>
                <a:ea typeface="Cascadia Code Light" panose="020B0609020000020004" pitchFamily="49" charset="0"/>
                <a:cs typeface="Cascadia Code Light" panose="020B0609020000020004" pitchFamily="49" charset="0"/>
              </a:rPr>
              <a:t>json_data</a:t>
            </a:r>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 = </a:t>
            </a:r>
            <a:r>
              <a:rPr lang="en-US" altLang="ja-JP" dirty="0" err="1">
                <a:latin typeface="Cascadia Code Light" panose="020B0609020000020004" pitchFamily="49" charset="0"/>
                <a:ea typeface="Cascadia Code Light" panose="020B0609020000020004" pitchFamily="49" charset="0"/>
                <a:cs typeface="Cascadia Code Light" panose="020B0609020000020004" pitchFamily="49" charset="0"/>
              </a:rPr>
              <a:t>json.load</a:t>
            </a:r>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(data)</a:t>
            </a:r>
          </a:p>
          <a:p>
            <a:r>
              <a:rPr lang="ja-JP" altLang="en-US" sz="1400" dirty="0">
                <a:solidFill>
                  <a:schemeClr val="tx2">
                    <a:lumMod val="40000"/>
                    <a:lumOff val="60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開いた</a:t>
            </a:r>
            <a:r>
              <a:rPr lang="en-US" altLang="ja-JP" sz="1400" dirty="0">
                <a:solidFill>
                  <a:schemeClr val="tx2">
                    <a:lumMod val="40000"/>
                    <a:lumOff val="60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JSON</a:t>
            </a:r>
            <a:r>
              <a:rPr lang="ja-JP" altLang="en-US" sz="1400" dirty="0">
                <a:solidFill>
                  <a:schemeClr val="tx2">
                    <a:lumMod val="40000"/>
                    <a:lumOff val="60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ファイルを、</a:t>
            </a:r>
            <a:r>
              <a:rPr lang="en-US" altLang="ja-JP" sz="1400" dirty="0">
                <a:solidFill>
                  <a:schemeClr val="tx2">
                    <a:lumMod val="40000"/>
                    <a:lumOff val="60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Python</a:t>
            </a:r>
            <a:r>
              <a:rPr lang="ja-JP" altLang="en-US" sz="1400" dirty="0">
                <a:solidFill>
                  <a:schemeClr val="tx2">
                    <a:lumMod val="40000"/>
                    <a:lumOff val="60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で使えるデータに変換する</a:t>
            </a:r>
          </a:p>
          <a:p>
            <a:endPar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name = </a:t>
            </a:r>
            <a:r>
              <a:rPr lang="en-US" altLang="ja-JP" dirty="0" err="1">
                <a:latin typeface="Cascadia Code Light" panose="020B0609020000020004" pitchFamily="49" charset="0"/>
                <a:ea typeface="Cascadia Code Light" panose="020B0609020000020004" pitchFamily="49" charset="0"/>
                <a:cs typeface="Cascadia Code Light" panose="020B0609020000020004" pitchFamily="49" charset="0"/>
              </a:rPr>
              <a:t>json_data</a:t>
            </a:r>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[‘mayor’]</a:t>
            </a:r>
          </a:p>
          <a:p>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print(name)</a:t>
            </a:r>
          </a:p>
        </p:txBody>
      </p:sp>
      <p:sp>
        <p:nvSpPr>
          <p:cNvPr id="10" name="タイトル 1">
            <a:extLst>
              <a:ext uri="{FF2B5EF4-FFF2-40B4-BE49-F238E27FC236}">
                <a16:creationId xmlns:a16="http://schemas.microsoft.com/office/drawing/2014/main" id="{78EAD831-3A81-5D24-C9D4-36776D3FA909}"/>
              </a:ext>
            </a:extLst>
          </p:cNvPr>
          <p:cNvSpPr txBox="1">
            <a:spLocks/>
          </p:cNvSpPr>
          <p:nvPr/>
        </p:nvSpPr>
        <p:spPr>
          <a:xfrm>
            <a:off x="759541" y="1366046"/>
            <a:ext cx="4648201" cy="63341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3200" b="0" i="0" kern="1200">
                <a:solidFill>
                  <a:srgbClr val="004098"/>
                </a:solidFill>
                <a:latin typeface="Yu Gothic Medium" panose="020B0400000000000000" pitchFamily="34" charset="-128"/>
                <a:ea typeface="Yu Gothic Medium" panose="020B0400000000000000" pitchFamily="34" charset="-128"/>
                <a:cs typeface="+mj-cs"/>
              </a:defRPr>
            </a:lvl1pPr>
          </a:lstStyle>
          <a:p>
            <a:pPr>
              <a:lnSpc>
                <a:spcPct val="150000"/>
              </a:lnSpc>
            </a:pPr>
            <a:r>
              <a:rPr lang="ja-JP" altLang="en-US" sz="2400" b="1">
                <a:solidFill>
                  <a:schemeClr val="tx1"/>
                </a:solidFill>
                <a:latin typeface="メイリオ" panose="020B0604030504040204" pitchFamily="50" charset="-128"/>
                <a:ea typeface="メイリオ" panose="020B0604030504040204" pitchFamily="50" charset="-128"/>
              </a:rPr>
              <a:t>入力イメージ</a:t>
            </a:r>
            <a:r>
              <a:rPr lang="en-US" altLang="ja-JP" sz="2400">
                <a:solidFill>
                  <a:schemeClr val="tx1"/>
                </a:solidFill>
                <a:latin typeface="メイリオ" panose="020B0604030504040204" pitchFamily="50" charset="-128"/>
                <a:ea typeface="メイリオ" panose="020B0604030504040204" pitchFamily="50" charset="-128"/>
              </a:rPr>
              <a:t>(</a:t>
            </a:r>
            <a:r>
              <a:rPr lang="en-US" altLang="ja-JP" sz="2400" err="1">
                <a:solidFill>
                  <a:schemeClr val="tx1"/>
                </a:solidFill>
                <a:latin typeface="メイリオ" panose="020B0604030504040204" pitchFamily="50" charset="-128"/>
                <a:ea typeface="メイリオ" panose="020B0604030504040204" pitchFamily="50" charset="-128"/>
              </a:rPr>
              <a:t>data.json</a:t>
            </a:r>
            <a:r>
              <a:rPr lang="en-US" altLang="ja-JP" sz="2400">
                <a:solidFill>
                  <a:schemeClr val="tx1"/>
                </a:solidFill>
                <a:latin typeface="メイリオ" panose="020B0604030504040204" pitchFamily="50" charset="-128"/>
                <a:ea typeface="メイリオ" panose="020B0604030504040204" pitchFamily="50" charset="-128"/>
              </a:rPr>
              <a:t>)</a:t>
            </a:r>
          </a:p>
        </p:txBody>
      </p:sp>
      <p:sp>
        <p:nvSpPr>
          <p:cNvPr id="11" name="タイトル 1">
            <a:extLst>
              <a:ext uri="{FF2B5EF4-FFF2-40B4-BE49-F238E27FC236}">
                <a16:creationId xmlns:a16="http://schemas.microsoft.com/office/drawing/2014/main" id="{AF650838-9FC8-B0E8-4FB1-4743CFCBAD9F}"/>
              </a:ext>
            </a:extLst>
          </p:cNvPr>
          <p:cNvSpPr txBox="1">
            <a:spLocks/>
          </p:cNvSpPr>
          <p:nvPr/>
        </p:nvSpPr>
        <p:spPr>
          <a:xfrm>
            <a:off x="4945627" y="4858543"/>
            <a:ext cx="6548284" cy="16807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3200" b="0" i="0" kern="1200">
                <a:solidFill>
                  <a:srgbClr val="004098"/>
                </a:solidFill>
                <a:latin typeface="Yu Gothic Medium" panose="020B0400000000000000" pitchFamily="34" charset="-128"/>
                <a:ea typeface="Yu Gothic Medium" panose="020B0400000000000000" pitchFamily="34" charset="-128"/>
                <a:cs typeface="+mj-cs"/>
              </a:defRPr>
            </a:lvl1pPr>
          </a:lstStyle>
          <a:p>
            <a:pPr>
              <a:lnSpc>
                <a:spcPct val="150000"/>
              </a:lnSpc>
            </a:pPr>
            <a:r>
              <a:rPr lang="ja-JP" altLang="en-US" sz="2400" b="1" dirty="0">
                <a:solidFill>
                  <a:schemeClr val="tx1"/>
                </a:solidFill>
                <a:latin typeface="メイリオ" panose="020B0604030504040204" pitchFamily="50" charset="-128"/>
                <a:ea typeface="メイリオ" panose="020B0604030504040204" pitchFamily="50" charset="-128"/>
              </a:rPr>
              <a:t>考えてみよう</a:t>
            </a:r>
            <a:endParaRPr lang="en-US" altLang="ja-JP" sz="2400" b="1" dirty="0">
              <a:solidFill>
                <a:schemeClr val="tx1"/>
              </a:solidFill>
              <a:latin typeface="メイリオ" panose="020B0604030504040204" pitchFamily="50" charset="-128"/>
              <a:ea typeface="メイリオ" panose="020B0604030504040204" pitchFamily="50" charset="-128"/>
            </a:endParaRPr>
          </a:p>
          <a:p>
            <a:pPr marL="342900" indent="-342900">
              <a:lnSpc>
                <a:spcPct val="150000"/>
              </a:lnSpc>
              <a:buFont typeface="Arial" panose="020B0604020202020204" pitchFamily="34" charset="0"/>
              <a:buChar char="•"/>
            </a:pPr>
            <a:r>
              <a:rPr lang="en-US" altLang="ja-JP" sz="1800" dirty="0">
                <a:solidFill>
                  <a:schemeClr val="tx1"/>
                </a:solidFill>
                <a:latin typeface="メイリオ" panose="020B0604030504040204" pitchFamily="50" charset="-128"/>
                <a:ea typeface="メイリオ" panose="020B0604030504040204" pitchFamily="50" charset="-128"/>
              </a:rPr>
              <a:t>6</a:t>
            </a:r>
            <a:r>
              <a:rPr lang="ja-JP" altLang="en-US" sz="1800" dirty="0">
                <a:solidFill>
                  <a:schemeClr val="tx1"/>
                </a:solidFill>
                <a:latin typeface="メイリオ" panose="020B0604030504040204" pitchFamily="50" charset="-128"/>
                <a:ea typeface="メイリオ" panose="020B0604030504040204" pitchFamily="50" charset="-128"/>
              </a:rPr>
              <a:t>行目の</a:t>
            </a:r>
            <a:r>
              <a:rPr lang="en-US" altLang="ja-JP" sz="1800" dirty="0">
                <a:solidFill>
                  <a:schemeClr val="tx1"/>
                </a:solidFill>
                <a:latin typeface="メイリオ" panose="020B0604030504040204" pitchFamily="50" charset="-128"/>
                <a:ea typeface="メイリオ" panose="020B0604030504040204" pitchFamily="50" charset="-128"/>
              </a:rPr>
              <a:t>print</a:t>
            </a:r>
            <a:r>
              <a:rPr lang="ja-JP" altLang="en-US" sz="1800" dirty="0">
                <a:solidFill>
                  <a:schemeClr val="tx1"/>
                </a:solidFill>
                <a:latin typeface="メイリオ" panose="020B0604030504040204" pitchFamily="50" charset="-128"/>
                <a:ea typeface="メイリオ" panose="020B0604030504040204" pitchFamily="50" charset="-128"/>
              </a:rPr>
              <a:t>では何が出力される？</a:t>
            </a:r>
            <a:endParaRPr lang="en-US" altLang="ja-JP" sz="1800" dirty="0">
              <a:solidFill>
                <a:schemeClr val="tx1"/>
              </a:solidFill>
              <a:latin typeface="メイリオ" panose="020B0604030504040204" pitchFamily="50" charset="-128"/>
              <a:ea typeface="メイリオ" panose="020B0604030504040204" pitchFamily="50" charset="-128"/>
            </a:endParaRPr>
          </a:p>
          <a:p>
            <a:pPr marL="342900" indent="-342900">
              <a:lnSpc>
                <a:spcPct val="150000"/>
              </a:lnSpc>
              <a:buFont typeface="Arial" panose="020B0604020202020204" pitchFamily="34" charset="0"/>
              <a:buChar char="•"/>
            </a:pPr>
            <a:r>
              <a:rPr lang="en-US" altLang="ja-JP" sz="1800" dirty="0">
                <a:solidFill>
                  <a:schemeClr val="tx1"/>
                </a:solidFill>
                <a:latin typeface="メイリオ" panose="020B0604030504040204" pitchFamily="50" charset="-128"/>
                <a:ea typeface="メイリオ" panose="020B0604030504040204" pitchFamily="50" charset="-128"/>
              </a:rPr>
              <a:t>“</a:t>
            </a:r>
            <a:r>
              <a:rPr lang="en-US" altLang="ja-JP" sz="1800" dirty="0" err="1">
                <a:solidFill>
                  <a:schemeClr val="tx1"/>
                </a:solidFill>
                <a:latin typeface="メイリオ" panose="020B0604030504040204" pitchFamily="50" charset="-128"/>
                <a:ea typeface="メイリオ" panose="020B0604030504040204" pitchFamily="50" charset="-128"/>
              </a:rPr>
              <a:t>Goryokaku</a:t>
            </a:r>
            <a:r>
              <a:rPr lang="en-US" altLang="ja-JP" sz="1800" dirty="0">
                <a:solidFill>
                  <a:schemeClr val="tx1"/>
                </a:solidFill>
                <a:latin typeface="メイリオ" panose="020B0604030504040204" pitchFamily="50" charset="-128"/>
                <a:ea typeface="メイリオ" panose="020B0604030504040204" pitchFamily="50" charset="-128"/>
              </a:rPr>
              <a:t>”</a:t>
            </a:r>
            <a:r>
              <a:rPr lang="ja-JP" altLang="en-US" sz="1800" dirty="0">
                <a:solidFill>
                  <a:schemeClr val="tx1"/>
                </a:solidFill>
                <a:latin typeface="メイリオ" panose="020B0604030504040204" pitchFamily="50" charset="-128"/>
                <a:ea typeface="メイリオ" panose="020B0604030504040204" pitchFamily="50" charset="-128"/>
              </a:rPr>
              <a:t>を出力したい場合は何を</a:t>
            </a:r>
            <a:r>
              <a:rPr lang="en-US" altLang="ja-JP" sz="1800" dirty="0">
                <a:solidFill>
                  <a:schemeClr val="tx1"/>
                </a:solidFill>
                <a:latin typeface="メイリオ" panose="020B0604030504040204" pitchFamily="50" charset="-128"/>
                <a:ea typeface="メイリオ" panose="020B0604030504040204" pitchFamily="50" charset="-128"/>
              </a:rPr>
              <a:t>print</a:t>
            </a:r>
            <a:r>
              <a:rPr lang="ja-JP" altLang="en-US" sz="1800" dirty="0">
                <a:solidFill>
                  <a:schemeClr val="tx1"/>
                </a:solidFill>
                <a:latin typeface="メイリオ" panose="020B0604030504040204" pitchFamily="50" charset="-128"/>
                <a:ea typeface="メイリオ" panose="020B0604030504040204" pitchFamily="50" charset="-128"/>
              </a:rPr>
              <a:t>すればよい？</a:t>
            </a:r>
            <a:endParaRPr lang="en-US" altLang="ja-JP" sz="1800" dirty="0">
              <a:solidFill>
                <a:schemeClr val="tx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5B768A7C-17A0-8DBD-EFE3-49BE39082F78}"/>
              </a:ext>
            </a:extLst>
          </p:cNvPr>
          <p:cNvSpPr/>
          <p:nvPr/>
        </p:nvSpPr>
        <p:spPr>
          <a:xfrm>
            <a:off x="828368" y="1999457"/>
            <a:ext cx="4048432" cy="3988387"/>
          </a:xfrm>
          <a:prstGeom prst="rect">
            <a:avLst/>
          </a:prstGeom>
          <a:ln/>
        </p:spPr>
        <p:style>
          <a:lnRef idx="2">
            <a:schemeClr val="accent2"/>
          </a:lnRef>
          <a:fillRef idx="1">
            <a:schemeClr val="lt1"/>
          </a:fillRef>
          <a:effectRef idx="0">
            <a:schemeClr val="accent2"/>
          </a:effectRef>
          <a:fontRef idx="minor">
            <a:schemeClr val="dk1"/>
          </a:fontRef>
        </p:style>
        <p:txBody>
          <a:bodyPr rtlCol="0" anchor="ctr"/>
          <a:lstStyle/>
          <a:p>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altLang="ja-JP" dirty="0" err="1">
                <a:latin typeface="Cascadia Code Light" panose="020B0609020000020004" pitchFamily="49" charset="0"/>
                <a:ea typeface="Cascadia Code Light" panose="020B0609020000020004" pitchFamily="49" charset="0"/>
                <a:cs typeface="Cascadia Code Light" panose="020B0609020000020004" pitchFamily="49" charset="0"/>
              </a:rPr>
              <a:t>city_name:’Hakodate</a:t>
            </a:r>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ja-JP" altLang="en-US" dirty="0">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mayor</a:t>
            </a:r>
            <a:r>
              <a:rPr lang="ja-JP" altLang="en-US" dirty="0">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a:t>
            </a:r>
            <a:r>
              <a:rPr lang="ja-JP" altLang="en-US" dirty="0">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‘Jun </a:t>
            </a:r>
            <a:r>
              <a:rPr lang="en-US" altLang="ja-JP" dirty="0" err="1">
                <a:latin typeface="Cascadia Code Light" panose="020B0609020000020004" pitchFamily="49" charset="0"/>
                <a:ea typeface="Cascadia Code Light" panose="020B0609020000020004" pitchFamily="49" charset="0"/>
                <a:cs typeface="Cascadia Code Light" panose="020B0609020000020004" pitchFamily="49" charset="0"/>
              </a:rPr>
              <a:t>Oizumi</a:t>
            </a:r>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  population : 233400,</a:t>
            </a:r>
          </a:p>
          <a:p>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altLang="ja-JP" dirty="0" err="1">
                <a:latin typeface="Cascadia Code Light" panose="020B0609020000020004" pitchFamily="49" charset="0"/>
                <a:ea typeface="Cascadia Code Light" panose="020B0609020000020004" pitchFamily="49" charset="0"/>
                <a:cs typeface="Cascadia Code Light" panose="020B0609020000020004" pitchFamily="49" charset="0"/>
              </a:rPr>
              <a:t>name_list</a:t>
            </a:r>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altLang="ja-JP" dirty="0" err="1">
                <a:latin typeface="Cascadia Code Light" panose="020B0609020000020004" pitchFamily="49" charset="0"/>
                <a:ea typeface="Cascadia Code Light" panose="020B0609020000020004" pitchFamily="49" charset="0"/>
                <a:cs typeface="Cascadia Code Light" panose="020B0609020000020004" pitchFamily="49" charset="0"/>
              </a:rPr>
              <a:t>Goryokaku</a:t>
            </a:r>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    “Mihara”,</a:t>
            </a:r>
          </a:p>
          <a:p>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altLang="ja-JP" dirty="0" err="1">
                <a:latin typeface="Cascadia Code Light" panose="020B0609020000020004" pitchFamily="49" charset="0"/>
                <a:ea typeface="Cascadia Code Light" panose="020B0609020000020004" pitchFamily="49" charset="0"/>
                <a:cs typeface="Cascadia Code Light" panose="020B0609020000020004" pitchFamily="49" charset="0"/>
              </a:rPr>
              <a:t>Yunokawa</a:t>
            </a:r>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    “Kikyo”</a:t>
            </a:r>
            <a:b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br>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  ],</a:t>
            </a:r>
          </a:p>
          <a:p>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  homepage:” https://www.city.hakodate.hokkaido.jp/”</a:t>
            </a:r>
          </a:p>
          <a:p>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a:t>
            </a:r>
          </a:p>
        </p:txBody>
      </p:sp>
    </p:spTree>
    <p:extLst>
      <p:ext uri="{BB962C8B-B14F-4D97-AF65-F5344CB8AC3E}">
        <p14:creationId xmlns:p14="http://schemas.microsoft.com/office/powerpoint/2010/main" val="15640790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FC98A-8872-8EAE-90F7-12B179F539A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6439E43-1043-FE62-71F8-1C0F10E706DC}"/>
              </a:ext>
            </a:extLst>
          </p:cNvPr>
          <p:cNvSpPr>
            <a:spLocks noGrp="1"/>
          </p:cNvSpPr>
          <p:nvPr>
            <p:ph type="title"/>
          </p:nvPr>
        </p:nvSpPr>
        <p:spPr>
          <a:xfrm>
            <a:off x="759541" y="535713"/>
            <a:ext cx="10515600" cy="503555"/>
          </a:xfrm>
        </p:spPr>
        <p:txBody>
          <a:bodyPr/>
          <a:lstStyle/>
          <a:p>
            <a:r>
              <a:rPr lang="ja-JP" altLang="en-US" b="1">
                <a:latin typeface="メイリオ" panose="020B0604030504040204" pitchFamily="50" charset="-128"/>
                <a:ea typeface="メイリオ" panose="020B0604030504040204" pitchFamily="50" charset="-128"/>
              </a:rPr>
              <a:t>研修②：スクリプト作成：データ整形</a:t>
            </a:r>
            <a:r>
              <a:rPr lang="en-US" altLang="ja-JP" b="1">
                <a:latin typeface="メイリオ" panose="020B0604030504040204" pitchFamily="50" charset="-128"/>
                <a:ea typeface="メイリオ" panose="020B0604030504040204" pitchFamily="50" charset="-128"/>
              </a:rPr>
              <a:t>(</a:t>
            </a:r>
            <a:r>
              <a:rPr lang="en-US" altLang="ja-JP" b="1" err="1">
                <a:latin typeface="メイリオ" panose="020B0604030504040204" pitchFamily="50" charset="-128"/>
                <a:ea typeface="メイリオ" panose="020B0604030504040204" pitchFamily="50" charset="-128"/>
              </a:rPr>
              <a:t>json</a:t>
            </a:r>
            <a:r>
              <a:rPr lang="en-US" altLang="ja-JP" b="1">
                <a:latin typeface="メイリオ" panose="020B0604030504040204" pitchFamily="50" charset="-128"/>
                <a:ea typeface="メイリオ" panose="020B0604030504040204" pitchFamily="50" charset="-128"/>
              </a:rPr>
              <a:t> -&gt; xlsx)</a:t>
            </a:r>
            <a:endParaRPr lang="ja-JP" altLang="en-US" b="1">
              <a:latin typeface="メイリオ" panose="020B0604030504040204" pitchFamily="50" charset="-128"/>
              <a:ea typeface="メイリオ" panose="020B0604030504040204" pitchFamily="50" charset="-128"/>
            </a:endParaRPr>
          </a:p>
        </p:txBody>
      </p:sp>
      <p:sp>
        <p:nvSpPr>
          <p:cNvPr id="4" name="スライド番号プレースホルダー 3">
            <a:extLst>
              <a:ext uri="{FF2B5EF4-FFF2-40B4-BE49-F238E27FC236}">
                <a16:creationId xmlns:a16="http://schemas.microsoft.com/office/drawing/2014/main" id="{E0946A3B-5559-AC38-FAE8-4F4CBCB9210E}"/>
              </a:ext>
            </a:extLst>
          </p:cNvPr>
          <p:cNvSpPr>
            <a:spLocks noGrp="1"/>
          </p:cNvSpPr>
          <p:nvPr>
            <p:ph type="sldNum" sz="quarter" idx="12"/>
          </p:nvPr>
        </p:nvSpPr>
        <p:spPr/>
        <p:txBody>
          <a:bodyPr/>
          <a:lstStyle/>
          <a:p>
            <a:fld id="{AEA9F59F-5AEA-DB42-A066-0EDE44B4D5E7}" type="slidenum">
              <a:rPr lang="ja-JP" altLang="en-US" smtClean="0"/>
              <a:pPr/>
              <a:t>20</a:t>
            </a:fld>
            <a:endParaRPr lang="ja-JP" altLang="en-US"/>
          </a:p>
        </p:txBody>
      </p:sp>
      <p:sp>
        <p:nvSpPr>
          <p:cNvPr id="3" name="タイトル 1">
            <a:extLst>
              <a:ext uri="{FF2B5EF4-FFF2-40B4-BE49-F238E27FC236}">
                <a16:creationId xmlns:a16="http://schemas.microsoft.com/office/drawing/2014/main" id="{DA0EC828-7C4C-177E-2351-BC2F870EC8BD}"/>
              </a:ext>
            </a:extLst>
          </p:cNvPr>
          <p:cNvSpPr txBox="1">
            <a:spLocks/>
          </p:cNvSpPr>
          <p:nvPr/>
        </p:nvSpPr>
        <p:spPr>
          <a:xfrm>
            <a:off x="1098756" y="1513076"/>
            <a:ext cx="10515600" cy="383184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3200" b="0" i="0" kern="1200">
                <a:solidFill>
                  <a:srgbClr val="004098"/>
                </a:solidFill>
                <a:latin typeface="Yu Gothic Medium" panose="020B0400000000000000" pitchFamily="34" charset="-128"/>
                <a:ea typeface="Yu Gothic Medium" panose="020B0400000000000000" pitchFamily="34" charset="-128"/>
                <a:cs typeface="+mj-cs"/>
              </a:defRPr>
            </a:lvl1pPr>
          </a:lstStyle>
          <a:p>
            <a:pPr>
              <a:lnSpc>
                <a:spcPct val="150000"/>
              </a:lnSpc>
            </a:pPr>
            <a:r>
              <a:rPr lang="en-US" altLang="ja-JP" sz="2400" b="1" dirty="0">
                <a:solidFill>
                  <a:schemeClr val="tx1"/>
                </a:solidFill>
                <a:latin typeface="メイリオ" panose="020B0604030504040204" pitchFamily="50" charset="-128"/>
                <a:ea typeface="メイリオ" panose="020B0604030504040204" pitchFamily="50" charset="-128"/>
              </a:rPr>
              <a:t>pip</a:t>
            </a:r>
            <a:r>
              <a:rPr lang="ja-JP" altLang="en-US" sz="2400" b="1" dirty="0">
                <a:solidFill>
                  <a:schemeClr val="tx1"/>
                </a:solidFill>
                <a:latin typeface="メイリオ" panose="020B0604030504040204" pitchFamily="50" charset="-128"/>
                <a:ea typeface="メイリオ" panose="020B0604030504040204" pitchFamily="50" charset="-128"/>
              </a:rPr>
              <a:t>パッケージ</a:t>
            </a:r>
            <a:r>
              <a:rPr lang="en-US" altLang="ja-JP" sz="2400" b="1" dirty="0">
                <a:solidFill>
                  <a:schemeClr val="tx1"/>
                </a:solidFill>
                <a:latin typeface="メイリオ" panose="020B0604030504040204" pitchFamily="50" charset="-128"/>
                <a:ea typeface="メイリオ" panose="020B0604030504040204" pitchFamily="50" charset="-128"/>
              </a:rPr>
              <a:t>【</a:t>
            </a:r>
            <a:r>
              <a:rPr lang="en-US" altLang="ja-JP" sz="2400" dirty="0" err="1">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rPr>
              <a:t>openpyxl</a:t>
            </a:r>
            <a:r>
              <a:rPr lang="en-US" altLang="ja-JP" sz="2400" b="1" dirty="0">
                <a:solidFill>
                  <a:schemeClr val="tx1"/>
                </a:solidFill>
                <a:latin typeface="メイリオ" panose="020B0604030504040204" pitchFamily="50" charset="-128"/>
                <a:ea typeface="メイリオ" panose="020B0604030504040204" pitchFamily="50" charset="-128"/>
              </a:rPr>
              <a:t>】</a:t>
            </a:r>
            <a:r>
              <a:rPr lang="ja-JP" altLang="en-US" sz="2400" dirty="0">
                <a:solidFill>
                  <a:schemeClr val="tx1"/>
                </a:solidFill>
                <a:latin typeface="メイリオ" panose="020B0604030504040204" pitchFamily="50" charset="-128"/>
                <a:ea typeface="メイリオ" panose="020B0604030504040204" pitchFamily="50" charset="-128"/>
              </a:rPr>
              <a:t>について</a:t>
            </a:r>
            <a:endParaRPr lang="en-US" altLang="ja-JP" sz="2400" dirty="0">
              <a:solidFill>
                <a:schemeClr val="tx1"/>
              </a:solidFill>
              <a:latin typeface="メイリオ" panose="020B0604030504040204" pitchFamily="50" charset="-128"/>
              <a:ea typeface="メイリオ" panose="020B0604030504040204" pitchFamily="50" charset="-128"/>
            </a:endParaRPr>
          </a:p>
          <a:p>
            <a:pPr marL="914400" lvl="1" indent="-457200">
              <a:lnSpc>
                <a:spcPct val="150000"/>
              </a:lnSpc>
              <a:buFont typeface="Arial" panose="020B0604020202020204" pitchFamily="34" charset="0"/>
              <a:buChar char="•"/>
            </a:pPr>
            <a:r>
              <a:rPr lang="en-US" altLang="ja-JP" dirty="0">
                <a:latin typeface="メイリオ" panose="020B0604030504040204" pitchFamily="50" charset="-128"/>
                <a:ea typeface="メイリオ" panose="020B0604030504040204" pitchFamily="50" charset="-128"/>
              </a:rPr>
              <a:t>Python</a:t>
            </a:r>
            <a:r>
              <a:rPr lang="ja-JP" altLang="en-US" dirty="0">
                <a:latin typeface="メイリオ" panose="020B0604030504040204" pitchFamily="50" charset="-128"/>
                <a:ea typeface="メイリオ" panose="020B0604030504040204" pitchFamily="50" charset="-128"/>
              </a:rPr>
              <a:t>上で</a:t>
            </a:r>
            <a:r>
              <a:rPr lang="en-US" altLang="ja-JP" b="1" dirty="0">
                <a:latin typeface="メイリオ" panose="020B0604030504040204" pitchFamily="50" charset="-128"/>
                <a:ea typeface="メイリオ" panose="020B0604030504040204" pitchFamily="50" charset="-128"/>
              </a:rPr>
              <a:t>xlsx</a:t>
            </a:r>
            <a:r>
              <a:rPr lang="ja-JP" altLang="en-US" b="1" dirty="0">
                <a:latin typeface="メイリオ" panose="020B0604030504040204" pitchFamily="50" charset="-128"/>
                <a:ea typeface="メイリオ" panose="020B0604030504040204" pitchFamily="50" charset="-128"/>
              </a:rPr>
              <a:t>ファイル</a:t>
            </a:r>
            <a:r>
              <a:rPr lang="en-US" altLang="ja-JP" b="1" dirty="0">
                <a:latin typeface="メイリオ" panose="020B0604030504040204" pitchFamily="50" charset="-128"/>
                <a:ea typeface="メイリオ" panose="020B0604030504040204" pitchFamily="50" charset="-128"/>
              </a:rPr>
              <a:t>(Excel</a:t>
            </a:r>
            <a:r>
              <a:rPr lang="ja-JP" altLang="en-US" b="1" dirty="0">
                <a:latin typeface="メイリオ" panose="020B0604030504040204" pitchFamily="50" charset="-128"/>
                <a:ea typeface="メイリオ" panose="020B0604030504040204" pitchFamily="50" charset="-128"/>
              </a:rPr>
              <a:t>対応形式</a:t>
            </a:r>
            <a:r>
              <a:rPr lang="en-US" altLang="ja-JP" b="1"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の操作を可能にするパッケージ。</a:t>
            </a:r>
            <a:endParaRPr lang="en-US" altLang="ja-JP" dirty="0">
              <a:latin typeface="メイリオ" panose="020B0604030504040204" pitchFamily="50" charset="-128"/>
              <a:ea typeface="メイリオ" panose="020B0604030504040204" pitchFamily="50" charset="-128"/>
            </a:endParaRPr>
          </a:p>
          <a:p>
            <a:pPr>
              <a:lnSpc>
                <a:spcPct val="150000"/>
              </a:lnSpc>
            </a:pPr>
            <a:endParaRPr lang="en-US" altLang="ja-JP" sz="2400" b="1" dirty="0">
              <a:solidFill>
                <a:schemeClr val="tx1"/>
              </a:solidFill>
              <a:latin typeface="メイリオ" panose="020B0604030504040204" pitchFamily="50" charset="-128"/>
              <a:ea typeface="メイリオ" panose="020B0604030504040204" pitchFamily="50" charset="-128"/>
            </a:endParaRPr>
          </a:p>
          <a:p>
            <a:pPr>
              <a:lnSpc>
                <a:spcPct val="150000"/>
              </a:lnSpc>
            </a:pPr>
            <a:r>
              <a:rPr lang="ja-JP" altLang="en-US" sz="2400" b="1" dirty="0">
                <a:solidFill>
                  <a:schemeClr val="tx1"/>
                </a:solidFill>
                <a:latin typeface="メイリオ" panose="020B0604030504040204" pitchFamily="50" charset="-128"/>
                <a:ea typeface="メイリオ" panose="020B0604030504040204" pitchFamily="50" charset="-128"/>
              </a:rPr>
              <a:t>導入方法</a:t>
            </a:r>
            <a:endParaRPr lang="en-US" altLang="ja-JP" sz="2400" b="1" dirty="0">
              <a:solidFill>
                <a:schemeClr val="tx1"/>
              </a:solidFill>
              <a:latin typeface="メイリオ" panose="020B0604030504040204" pitchFamily="50" charset="-128"/>
              <a:ea typeface="メイリオ" panose="020B0604030504040204" pitchFamily="50" charset="-128"/>
            </a:endParaRPr>
          </a:p>
          <a:p>
            <a:pPr marL="800100" lvl="1" indent="-342900">
              <a:lnSpc>
                <a:spcPct val="150000"/>
              </a:lnSpc>
              <a:buFont typeface="+mj-lt"/>
              <a:buAutoNum type="arabicPeriod"/>
            </a:pPr>
            <a:r>
              <a:rPr lang="ja-JP" altLang="en-US" b="1" dirty="0">
                <a:latin typeface="メイリオ" panose="020B0604030504040204" pitchFamily="50" charset="-128"/>
                <a:ea typeface="メイリオ" panose="020B0604030504040204" pitchFamily="50" charset="-128"/>
              </a:rPr>
              <a:t>パッケージ導入：</a:t>
            </a:r>
            <a:br>
              <a:rPr lang="en-US" altLang="ja-JP" b="1" dirty="0">
                <a:latin typeface="メイリオ" panose="020B0604030504040204" pitchFamily="50" charset="-128"/>
                <a:ea typeface="メイリオ" panose="020B0604030504040204" pitchFamily="50" charset="-128"/>
              </a:rPr>
            </a:br>
            <a:r>
              <a:rPr lang="ja-JP" altLang="en-US" dirty="0">
                <a:latin typeface="メイリオ" panose="020B0604030504040204" pitchFamily="50" charset="-128"/>
                <a:ea typeface="メイリオ" panose="020B0604030504040204" pitchFamily="50" charset="-128"/>
              </a:rPr>
              <a:t>コマンドプロンプトで　</a:t>
            </a:r>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’pip install </a:t>
            </a:r>
            <a:r>
              <a:rPr lang="en-US" altLang="ja-JP" dirty="0" err="1">
                <a:latin typeface="Cascadia Code Light" panose="020B0609020000020004" pitchFamily="49" charset="0"/>
                <a:ea typeface="Cascadia Code Light" panose="020B0609020000020004" pitchFamily="49" charset="0"/>
                <a:cs typeface="Cascadia Code Light" panose="020B0609020000020004" pitchFamily="49" charset="0"/>
              </a:rPr>
              <a:t>openpyxl</a:t>
            </a:r>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a:t>
            </a:r>
            <a:r>
              <a:rPr lang="ja-JP" altLang="en-US" dirty="0">
                <a:latin typeface="Cascadia Code Light" panose="020B0609020000020004" pitchFamily="49" charset="0"/>
                <a:ea typeface="Cascadia Code Light" panose="020B0609020000020004" pitchFamily="49" charset="0"/>
                <a:cs typeface="Cascadia Code Light" panose="020B0609020000020004" pitchFamily="49" charset="0"/>
              </a:rPr>
              <a:t>　</a:t>
            </a:r>
            <a:r>
              <a:rPr lang="ja-JP" altLang="en-US" dirty="0">
                <a:latin typeface="メイリオ" panose="020B0604030504040204" pitchFamily="50" charset="-128"/>
                <a:ea typeface="メイリオ" panose="020B0604030504040204" pitchFamily="50" charset="-128"/>
                <a:cs typeface="Cascadia Code Light" panose="020B0609020000020004" pitchFamily="49" charset="0"/>
              </a:rPr>
              <a:t>を実行する</a:t>
            </a:r>
            <a:endParaRPr lang="en-US" altLang="ja-JP" dirty="0">
              <a:latin typeface="メイリオ" panose="020B0604030504040204" pitchFamily="50" charset="-128"/>
              <a:ea typeface="メイリオ" panose="020B0604030504040204" pitchFamily="50" charset="-128"/>
              <a:cs typeface="Cascadia Code Light" panose="020B0609020000020004" pitchFamily="49" charset="0"/>
            </a:endParaRPr>
          </a:p>
          <a:p>
            <a:pPr marL="800100" lvl="1" indent="-342900">
              <a:lnSpc>
                <a:spcPct val="150000"/>
              </a:lnSpc>
              <a:buFont typeface="+mj-lt"/>
              <a:buAutoNum type="arabicPeriod"/>
            </a:pPr>
            <a:r>
              <a:rPr lang="ja-JP" altLang="en-US" b="1" dirty="0">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コード内で実行するとき：</a:t>
            </a:r>
            <a:br>
              <a:rPr lang="en-US" altLang="ja-JP" b="1" dirty="0">
                <a:latin typeface="メイリオ" panose="020B0604030504040204" pitchFamily="50" charset="-128"/>
                <a:ea typeface="メイリオ" panose="020B0604030504040204" pitchFamily="50" charset="-128"/>
                <a:cs typeface="Cascadia Code Light" panose="020B0609020000020004" pitchFamily="49" charset="0"/>
              </a:rPr>
            </a:br>
            <a:r>
              <a:rPr lang="ja-JP" altLang="en-US" dirty="0">
                <a:latin typeface="メイリオ" panose="020B0604030504040204" pitchFamily="50" charset="-128"/>
                <a:ea typeface="メイリオ" panose="020B0604030504040204" pitchFamily="50" charset="-128"/>
                <a:cs typeface="Cascadia Code Light" panose="020B0609020000020004" pitchFamily="49" charset="0"/>
              </a:rPr>
              <a:t>コード冒頭で　</a:t>
            </a:r>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’import </a:t>
            </a:r>
            <a:r>
              <a:rPr lang="en-US" altLang="ja-JP" dirty="0" err="1">
                <a:latin typeface="Cascadia Code Light" panose="020B0609020000020004" pitchFamily="49" charset="0"/>
                <a:ea typeface="Cascadia Code Light" panose="020B0609020000020004" pitchFamily="49" charset="0"/>
                <a:cs typeface="Cascadia Code Light" panose="020B0609020000020004" pitchFamily="49" charset="0"/>
              </a:rPr>
              <a:t>openpyxl</a:t>
            </a:r>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a:t>
            </a:r>
            <a:r>
              <a:rPr lang="ja-JP" altLang="en-US" dirty="0">
                <a:latin typeface="Cascadia Code Light" panose="020B0609020000020004" pitchFamily="49" charset="0"/>
                <a:ea typeface="Cascadia Code Light" panose="020B0609020000020004" pitchFamily="49" charset="0"/>
                <a:cs typeface="Cascadia Code Light" panose="020B0609020000020004" pitchFamily="49" charset="0"/>
              </a:rPr>
              <a:t>　</a:t>
            </a:r>
            <a:r>
              <a:rPr lang="ja-JP" altLang="en-US" dirty="0">
                <a:latin typeface="メイリオ" panose="020B0604030504040204" pitchFamily="50" charset="-128"/>
                <a:ea typeface="メイリオ" panose="020B0604030504040204" pitchFamily="50" charset="-128"/>
                <a:cs typeface="Cascadia Code Light" panose="020B0609020000020004" pitchFamily="49" charset="0"/>
              </a:rPr>
              <a:t>と呼び出し</a:t>
            </a:r>
            <a:endParaRPr lang="en-US" altLang="ja-JP" b="1" dirty="0">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endParaRPr>
          </a:p>
        </p:txBody>
      </p:sp>
      <p:pic>
        <p:nvPicPr>
          <p:cNvPr id="6" name="図 5" descr="アイコン&#10;&#10;AI 生成コンテンツは誤りを含む可能性があります。">
            <a:extLst>
              <a:ext uri="{FF2B5EF4-FFF2-40B4-BE49-F238E27FC236}">
                <a16:creationId xmlns:a16="http://schemas.microsoft.com/office/drawing/2014/main" id="{5693B50A-9BAE-75C4-A4EA-CA8AF7FE3D07}"/>
              </a:ext>
            </a:extLst>
          </p:cNvPr>
          <p:cNvPicPr>
            <a:picLocks noChangeAspect="1"/>
          </p:cNvPicPr>
          <p:nvPr/>
        </p:nvPicPr>
        <p:blipFill>
          <a:blip r:embed="rId2"/>
          <a:stretch>
            <a:fillRect/>
          </a:stretch>
        </p:blipFill>
        <p:spPr>
          <a:xfrm>
            <a:off x="9189621" y="3246054"/>
            <a:ext cx="2196731" cy="2196731"/>
          </a:xfrm>
          <a:prstGeom prst="rect">
            <a:avLst/>
          </a:prstGeom>
        </p:spPr>
      </p:pic>
    </p:spTree>
    <p:extLst>
      <p:ext uri="{BB962C8B-B14F-4D97-AF65-F5344CB8AC3E}">
        <p14:creationId xmlns:p14="http://schemas.microsoft.com/office/powerpoint/2010/main" val="3885032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ED2A9-5133-F3C9-98BF-6A1F429BF51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2544CF7-10B2-1356-E254-4AE4F204F46A}"/>
              </a:ext>
            </a:extLst>
          </p:cNvPr>
          <p:cNvSpPr>
            <a:spLocks noGrp="1"/>
          </p:cNvSpPr>
          <p:nvPr>
            <p:ph type="title"/>
          </p:nvPr>
        </p:nvSpPr>
        <p:spPr>
          <a:xfrm>
            <a:off x="838200" y="283934"/>
            <a:ext cx="10515600" cy="503555"/>
          </a:xfrm>
        </p:spPr>
        <p:txBody>
          <a:bodyPr/>
          <a:lstStyle/>
          <a:p>
            <a:r>
              <a:rPr lang="ja-JP" altLang="en-US" b="1" dirty="0">
                <a:latin typeface="メイリオ" panose="020B0604030504040204" pitchFamily="50" charset="-128"/>
                <a:ea typeface="メイリオ" panose="020B0604030504040204" pitchFamily="50" charset="-128"/>
              </a:rPr>
              <a:t>研修②：スクリプト作成：データ整形</a:t>
            </a:r>
            <a:r>
              <a:rPr lang="en-US" altLang="ja-JP" b="1" dirty="0">
                <a:latin typeface="メイリオ" panose="020B0604030504040204" pitchFamily="50" charset="-128"/>
                <a:ea typeface="メイリオ" panose="020B0604030504040204" pitchFamily="50" charset="-128"/>
              </a:rPr>
              <a:t>(</a:t>
            </a:r>
            <a:r>
              <a:rPr lang="en-US" altLang="ja-JP" b="1" dirty="0" err="1">
                <a:latin typeface="メイリオ" panose="020B0604030504040204" pitchFamily="50" charset="-128"/>
                <a:ea typeface="メイリオ" panose="020B0604030504040204" pitchFamily="50" charset="-128"/>
              </a:rPr>
              <a:t>json</a:t>
            </a:r>
            <a:r>
              <a:rPr lang="en-US" altLang="ja-JP" b="1" dirty="0">
                <a:latin typeface="メイリオ" panose="020B0604030504040204" pitchFamily="50" charset="-128"/>
                <a:ea typeface="メイリオ" panose="020B0604030504040204" pitchFamily="50" charset="-128"/>
              </a:rPr>
              <a:t> -&gt; xlsx)</a:t>
            </a:r>
            <a:endParaRPr lang="ja-JP" altLang="en-US" b="1" dirty="0">
              <a:latin typeface="メイリオ" panose="020B0604030504040204" pitchFamily="50" charset="-128"/>
              <a:ea typeface="メイリオ" panose="020B0604030504040204" pitchFamily="50" charset="-128"/>
            </a:endParaRPr>
          </a:p>
        </p:txBody>
      </p:sp>
      <p:sp>
        <p:nvSpPr>
          <p:cNvPr id="4" name="スライド番号プレースホルダー 3">
            <a:extLst>
              <a:ext uri="{FF2B5EF4-FFF2-40B4-BE49-F238E27FC236}">
                <a16:creationId xmlns:a16="http://schemas.microsoft.com/office/drawing/2014/main" id="{AED0FF08-BABC-ED25-BE1D-60D5474442EC}"/>
              </a:ext>
            </a:extLst>
          </p:cNvPr>
          <p:cNvSpPr>
            <a:spLocks noGrp="1"/>
          </p:cNvSpPr>
          <p:nvPr>
            <p:ph type="sldNum" sz="quarter" idx="12"/>
          </p:nvPr>
        </p:nvSpPr>
        <p:spPr/>
        <p:txBody>
          <a:bodyPr/>
          <a:lstStyle/>
          <a:p>
            <a:fld id="{AEA9F59F-5AEA-DB42-A066-0EDE44B4D5E7}" type="slidenum">
              <a:rPr lang="ja-JP" altLang="en-US" smtClean="0"/>
              <a:pPr/>
              <a:t>21</a:t>
            </a:fld>
            <a:endParaRPr lang="ja-JP" altLang="en-US"/>
          </a:p>
        </p:txBody>
      </p:sp>
      <p:sp>
        <p:nvSpPr>
          <p:cNvPr id="3" name="タイトル 1">
            <a:extLst>
              <a:ext uri="{FF2B5EF4-FFF2-40B4-BE49-F238E27FC236}">
                <a16:creationId xmlns:a16="http://schemas.microsoft.com/office/drawing/2014/main" id="{D2EECDFD-430B-2A6F-53A9-F860D8396E36}"/>
              </a:ext>
            </a:extLst>
          </p:cNvPr>
          <p:cNvSpPr txBox="1">
            <a:spLocks/>
          </p:cNvSpPr>
          <p:nvPr/>
        </p:nvSpPr>
        <p:spPr>
          <a:xfrm>
            <a:off x="838200" y="535711"/>
            <a:ext cx="2396613" cy="63341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3200" b="0" i="0" kern="1200">
                <a:solidFill>
                  <a:srgbClr val="004098"/>
                </a:solidFill>
                <a:latin typeface="Yu Gothic Medium" panose="020B0400000000000000" pitchFamily="34" charset="-128"/>
                <a:ea typeface="Yu Gothic Medium" panose="020B0400000000000000" pitchFamily="34" charset="-128"/>
                <a:cs typeface="+mj-cs"/>
              </a:defRPr>
            </a:lvl1pPr>
          </a:lstStyle>
          <a:p>
            <a:pPr>
              <a:lnSpc>
                <a:spcPct val="150000"/>
              </a:lnSpc>
            </a:pPr>
            <a:r>
              <a:rPr lang="ja-JP" altLang="en-US" sz="2400" b="1" dirty="0">
                <a:solidFill>
                  <a:schemeClr val="tx1"/>
                </a:solidFill>
                <a:latin typeface="メイリオ" panose="020B0604030504040204" pitchFamily="50" charset="-128"/>
                <a:ea typeface="メイリオ" panose="020B0604030504040204" pitchFamily="50" charset="-128"/>
              </a:rPr>
              <a:t>記述の例</a:t>
            </a:r>
            <a:endParaRPr lang="en-US" altLang="ja-JP" sz="1600" b="1" dirty="0">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endParaRPr>
          </a:p>
        </p:txBody>
      </p:sp>
      <p:sp>
        <p:nvSpPr>
          <p:cNvPr id="7" name="正方形/長方形 6">
            <a:extLst>
              <a:ext uri="{FF2B5EF4-FFF2-40B4-BE49-F238E27FC236}">
                <a16:creationId xmlns:a16="http://schemas.microsoft.com/office/drawing/2014/main" id="{C4FBE2A9-E8A0-B8D8-FBDE-04459952B9F5}"/>
              </a:ext>
            </a:extLst>
          </p:cNvPr>
          <p:cNvSpPr/>
          <p:nvPr/>
        </p:nvSpPr>
        <p:spPr>
          <a:xfrm>
            <a:off x="838199" y="1039266"/>
            <a:ext cx="5867399" cy="6243850"/>
          </a:xfrm>
          <a:prstGeom prst="rect">
            <a:avLst/>
          </a:prstGeom>
          <a:ln/>
        </p:spPr>
        <p:style>
          <a:lnRef idx="2">
            <a:schemeClr val="accent2"/>
          </a:lnRef>
          <a:fillRef idx="1">
            <a:schemeClr val="lt1"/>
          </a:fillRef>
          <a:effectRef idx="0">
            <a:schemeClr val="accent2"/>
          </a:effectRef>
          <a:fontRef idx="minor">
            <a:schemeClr val="dk1"/>
          </a:fontRef>
        </p:style>
        <p:txBody>
          <a:bodyPr rtlCol="0" anchor="ctr"/>
          <a:lstStyle/>
          <a:p>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import </a:t>
            </a:r>
            <a:r>
              <a:rPr lang="en-US" altLang="ja-JP" dirty="0" err="1">
                <a:latin typeface="Cascadia Code Light" panose="020B0609020000020004" pitchFamily="49" charset="0"/>
                <a:ea typeface="Cascadia Code Light" panose="020B0609020000020004" pitchFamily="49" charset="0"/>
                <a:cs typeface="Cascadia Code Light" panose="020B0609020000020004" pitchFamily="49" charset="0"/>
              </a:rPr>
              <a:t>openpyxl</a:t>
            </a:r>
            <a:endPar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altLang="ja-JP" dirty="0" err="1">
                <a:latin typeface="Cascadia Code Light" panose="020B0609020000020004" pitchFamily="49" charset="0"/>
                <a:ea typeface="Cascadia Code Light" panose="020B0609020000020004" pitchFamily="49" charset="0"/>
                <a:cs typeface="Cascadia Code Light" panose="020B0609020000020004" pitchFamily="49" charset="0"/>
              </a:rPr>
              <a:t>master_list</a:t>
            </a:r>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 = [</a:t>
            </a:r>
          </a:p>
          <a:p>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    [“</a:t>
            </a:r>
            <a:r>
              <a:rPr lang="ja-JP" altLang="en-US" dirty="0">
                <a:latin typeface="Cascadia Code Light" panose="020B0609020000020004" pitchFamily="49" charset="0"/>
                <a:cs typeface="Cascadia Code Light" panose="020B0609020000020004" pitchFamily="49" charset="0"/>
              </a:rPr>
              <a:t>社員番号</a:t>
            </a:r>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a:t>
            </a:r>
            <a:r>
              <a:rPr lang="ja-JP" altLang="en-US" dirty="0">
                <a:latin typeface="Cascadia Code Light" panose="020B0609020000020004" pitchFamily="49" charset="0"/>
                <a:cs typeface="Cascadia Code Light" panose="020B0609020000020004" pitchFamily="49" charset="0"/>
              </a:rPr>
              <a:t>名前</a:t>
            </a:r>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a:t>
            </a:r>
            <a:r>
              <a:rPr lang="ja-JP" altLang="en-US" dirty="0">
                <a:latin typeface="Cascadia Code Light" panose="020B0609020000020004" pitchFamily="49" charset="0"/>
                <a:cs typeface="Cascadia Code Light" panose="020B0609020000020004" pitchFamily="49" charset="0"/>
              </a:rPr>
              <a:t>性別</a:t>
            </a:r>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a:t>
            </a:r>
            <a:r>
              <a:rPr lang="ja-JP" altLang="en-US" dirty="0">
                <a:latin typeface="Cascadia Code Light" panose="020B0609020000020004" pitchFamily="49" charset="0"/>
                <a:cs typeface="Cascadia Code Light" panose="020B0609020000020004" pitchFamily="49" charset="0"/>
              </a:rPr>
              <a:t>年齢</a:t>
            </a:r>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    [1,”</a:t>
            </a:r>
            <a:r>
              <a:rPr lang="ja-JP" altLang="en-US" dirty="0">
                <a:latin typeface="Cascadia Code Light" panose="020B0609020000020004" pitchFamily="49" charset="0"/>
                <a:cs typeface="Cascadia Code Light" panose="020B0609020000020004" pitchFamily="49" charset="0"/>
              </a:rPr>
              <a:t>テスト太郎</a:t>
            </a:r>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a:t>
            </a:r>
            <a:r>
              <a:rPr lang="ja-JP" altLang="en-US" dirty="0">
                <a:latin typeface="Cascadia Code Light" panose="020B0609020000020004" pitchFamily="49" charset="0"/>
                <a:cs typeface="Cascadia Code Light" panose="020B0609020000020004" pitchFamily="49" charset="0"/>
              </a:rPr>
              <a:t>男</a:t>
            </a:r>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”,”24”],</a:t>
            </a:r>
          </a:p>
          <a:p>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    [2,”</a:t>
            </a:r>
            <a:r>
              <a:rPr lang="ja-JP" altLang="en-US" dirty="0">
                <a:latin typeface="Cascadia Code Light" panose="020B0609020000020004" pitchFamily="49" charset="0"/>
                <a:cs typeface="Cascadia Code Light" panose="020B0609020000020004" pitchFamily="49" charset="0"/>
              </a:rPr>
              <a:t>テスト花子</a:t>
            </a:r>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a:t>
            </a:r>
            <a:r>
              <a:rPr lang="ja-JP" altLang="en-US" dirty="0">
                <a:latin typeface="Cascadia Code Light" panose="020B0609020000020004" pitchFamily="49" charset="0"/>
                <a:cs typeface="Cascadia Code Light" panose="020B0609020000020004" pitchFamily="49" charset="0"/>
              </a:rPr>
              <a:t>女</a:t>
            </a:r>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”,”21”],</a:t>
            </a:r>
          </a:p>
          <a:p>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    [3,”</a:t>
            </a:r>
            <a:r>
              <a:rPr lang="ja-JP" altLang="en-US" dirty="0">
                <a:latin typeface="Cascadia Code Light" panose="020B0609020000020004" pitchFamily="49" charset="0"/>
                <a:cs typeface="Cascadia Code Light" panose="020B0609020000020004" pitchFamily="49" charset="0"/>
              </a:rPr>
              <a:t>テスト次郎</a:t>
            </a:r>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a:t>
            </a:r>
            <a:r>
              <a:rPr lang="ja-JP" altLang="en-US" dirty="0">
                <a:latin typeface="Cascadia Code Light" panose="020B0609020000020004" pitchFamily="49" charset="0"/>
                <a:cs typeface="Cascadia Code Light" panose="020B0609020000020004" pitchFamily="49" charset="0"/>
              </a:rPr>
              <a:t>男</a:t>
            </a:r>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”,”41”],</a:t>
            </a:r>
          </a:p>
          <a:p>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altLang="ja-JP" dirty="0" err="1">
                <a:latin typeface="Cascadia Code Light" panose="020B0609020000020004" pitchFamily="49" charset="0"/>
                <a:ea typeface="Cascadia Code Light" panose="020B0609020000020004" pitchFamily="49" charset="0"/>
                <a:cs typeface="Cascadia Code Light" panose="020B0609020000020004" pitchFamily="49" charset="0"/>
              </a:rPr>
              <a:t>excel_path</a:t>
            </a:r>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 = 'data.xlsx'</a:t>
            </a:r>
          </a:p>
          <a:p>
            <a:r>
              <a:rPr lang="en-US" altLang="ja-JP" dirty="0" err="1">
                <a:latin typeface="Cascadia Code Light" panose="020B0609020000020004" pitchFamily="49" charset="0"/>
                <a:ea typeface="Cascadia Code Light" panose="020B0609020000020004" pitchFamily="49" charset="0"/>
                <a:cs typeface="Cascadia Code Light" panose="020B0609020000020004" pitchFamily="49" charset="0"/>
              </a:rPr>
              <a:t>wb</a:t>
            </a:r>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 = </a:t>
            </a:r>
            <a:r>
              <a:rPr lang="en-US" altLang="ja-JP" dirty="0" err="1">
                <a:latin typeface="Cascadia Code Light" panose="020B0609020000020004" pitchFamily="49" charset="0"/>
                <a:ea typeface="Cascadia Code Light" panose="020B0609020000020004" pitchFamily="49" charset="0"/>
                <a:cs typeface="Cascadia Code Light" panose="020B0609020000020004" pitchFamily="49" charset="0"/>
              </a:rPr>
              <a:t>openpyxl.Workbook</a:t>
            </a:r>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ja-JP" altLang="en-US" sz="1400" dirty="0">
                <a:solidFill>
                  <a:schemeClr val="tx2">
                    <a:lumMod val="40000"/>
                    <a:lumOff val="60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新しい</a:t>
            </a:r>
            <a:r>
              <a:rPr lang="en-US" altLang="ja-JP" sz="1400" dirty="0">
                <a:solidFill>
                  <a:schemeClr val="tx2">
                    <a:lumMod val="40000"/>
                    <a:lumOff val="60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Excel</a:t>
            </a:r>
            <a:r>
              <a:rPr lang="ja-JP" altLang="en-US" sz="1400" dirty="0">
                <a:solidFill>
                  <a:schemeClr val="tx2">
                    <a:lumMod val="40000"/>
                    <a:lumOff val="60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ファイルを作って、</a:t>
            </a:r>
            <a:r>
              <a:rPr lang="en-US" altLang="ja-JP" sz="1400" dirty="0" err="1">
                <a:solidFill>
                  <a:schemeClr val="tx2">
                    <a:lumMod val="40000"/>
                    <a:lumOff val="60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wb</a:t>
            </a:r>
            <a:r>
              <a:rPr lang="ja-JP" altLang="en-US" sz="1400" dirty="0">
                <a:solidFill>
                  <a:schemeClr val="tx2">
                    <a:lumMod val="40000"/>
                    <a:lumOff val="60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という名前で使えるようにする</a:t>
            </a:r>
          </a:p>
          <a:p>
            <a:endPar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sheet = </a:t>
            </a:r>
            <a:r>
              <a:rPr lang="en-US" altLang="ja-JP" dirty="0" err="1">
                <a:latin typeface="Cascadia Code Light" panose="020B0609020000020004" pitchFamily="49" charset="0"/>
                <a:ea typeface="Cascadia Code Light" panose="020B0609020000020004" pitchFamily="49" charset="0"/>
                <a:cs typeface="Cascadia Code Light" panose="020B0609020000020004" pitchFamily="49" charset="0"/>
              </a:rPr>
              <a:t>wb.worksheets</a:t>
            </a:r>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[0]</a:t>
            </a:r>
          </a:p>
          <a:p>
            <a:r>
              <a:rPr lang="ja-JP" altLang="en-US" sz="1400" dirty="0">
                <a:solidFill>
                  <a:schemeClr val="tx2">
                    <a:lumMod val="40000"/>
                    <a:lumOff val="60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新しく作った</a:t>
            </a:r>
            <a:r>
              <a:rPr lang="en-US" altLang="ja-JP" sz="1400" dirty="0">
                <a:solidFill>
                  <a:schemeClr val="tx2">
                    <a:lumMod val="40000"/>
                    <a:lumOff val="60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Excel</a:t>
            </a:r>
            <a:r>
              <a:rPr lang="ja-JP" altLang="en-US" sz="1400" dirty="0">
                <a:solidFill>
                  <a:schemeClr val="tx2">
                    <a:lumMod val="40000"/>
                    <a:lumOff val="60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ブックの</a:t>
            </a:r>
            <a:r>
              <a:rPr lang="en-US" altLang="ja-JP" sz="1400" dirty="0">
                <a:solidFill>
                  <a:schemeClr val="tx2">
                    <a:lumMod val="40000"/>
                    <a:lumOff val="60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1</a:t>
            </a:r>
            <a:r>
              <a:rPr lang="ja-JP" altLang="en-US" sz="1400" dirty="0">
                <a:solidFill>
                  <a:schemeClr val="tx2">
                    <a:lumMod val="40000"/>
                    <a:lumOff val="60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枚目のシートを、</a:t>
            </a:r>
            <a:r>
              <a:rPr lang="en-US" altLang="ja-JP" sz="1400" dirty="0">
                <a:solidFill>
                  <a:schemeClr val="tx2">
                    <a:lumMod val="40000"/>
                    <a:lumOff val="60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sheet</a:t>
            </a:r>
            <a:r>
              <a:rPr lang="ja-JP" altLang="en-US" sz="1400" dirty="0">
                <a:solidFill>
                  <a:schemeClr val="tx2">
                    <a:lumMod val="40000"/>
                    <a:lumOff val="60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という名前で使えるようにする</a:t>
            </a:r>
          </a:p>
          <a:p>
            <a:endPar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for </a:t>
            </a:r>
            <a:r>
              <a:rPr lang="en-US" altLang="ja-JP" dirty="0" err="1">
                <a:latin typeface="Cascadia Code Light" panose="020B0609020000020004" pitchFamily="49" charset="0"/>
                <a:ea typeface="Cascadia Code Light" panose="020B0609020000020004" pitchFamily="49" charset="0"/>
                <a:cs typeface="Cascadia Code Light" panose="020B0609020000020004" pitchFamily="49" charset="0"/>
              </a:rPr>
              <a:t>i</a:t>
            </a:r>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 in </a:t>
            </a:r>
            <a:r>
              <a:rPr lang="en-US" altLang="ja-JP" dirty="0" err="1">
                <a:latin typeface="Cascadia Code Light" panose="020B0609020000020004" pitchFamily="49" charset="0"/>
                <a:ea typeface="Cascadia Code Light" panose="020B0609020000020004" pitchFamily="49" charset="0"/>
                <a:cs typeface="Cascadia Code Light" panose="020B0609020000020004" pitchFamily="49" charset="0"/>
              </a:rPr>
              <a:t>master_list</a:t>
            </a:r>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ja-JP" altLang="ja-JP" sz="1400" dirty="0">
                <a:solidFill>
                  <a:schemeClr val="tx2">
                    <a:lumMod val="40000"/>
                    <a:lumOff val="60000"/>
                  </a:schemeClr>
                </a:solidFill>
              </a:rPr>
              <a:t>master_list から1行ずつ取り出す</a:t>
            </a:r>
            <a:endParaRPr lang="en-US" altLang="ja-JP" sz="1400" dirty="0">
              <a:solidFill>
                <a:schemeClr val="tx2">
                  <a:lumMod val="40000"/>
                  <a:lumOff val="60000"/>
                </a:schemeClr>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altLang="ja-JP" dirty="0" err="1">
                <a:latin typeface="Cascadia Code Light" panose="020B0609020000020004" pitchFamily="49" charset="0"/>
                <a:ea typeface="Cascadia Code Light" panose="020B0609020000020004" pitchFamily="49" charset="0"/>
                <a:cs typeface="Cascadia Code Light" panose="020B0609020000020004" pitchFamily="49" charset="0"/>
              </a:rPr>
              <a:t>sheet.append</a:t>
            </a:r>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altLang="ja-JP" dirty="0" err="1">
                <a:latin typeface="Cascadia Code Light" panose="020B0609020000020004" pitchFamily="49" charset="0"/>
                <a:ea typeface="Cascadia Code Light" panose="020B0609020000020004" pitchFamily="49" charset="0"/>
                <a:cs typeface="Cascadia Code Light" panose="020B0609020000020004" pitchFamily="49" charset="0"/>
              </a:rPr>
              <a:t>i</a:t>
            </a:r>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ja-JP" altLang="en-US" sz="1400" dirty="0">
                <a:solidFill>
                  <a:schemeClr val="tx2">
                    <a:lumMod val="40000"/>
                    <a:lumOff val="60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取り出した</a:t>
            </a:r>
            <a:r>
              <a:rPr lang="en-US" altLang="ja-JP" sz="1400" dirty="0">
                <a:solidFill>
                  <a:schemeClr val="tx2">
                    <a:lumMod val="40000"/>
                    <a:lumOff val="60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1</a:t>
            </a:r>
            <a:r>
              <a:rPr lang="ja-JP" altLang="en-US" sz="1400" dirty="0">
                <a:solidFill>
                  <a:schemeClr val="tx2">
                    <a:lumMod val="40000"/>
                    <a:lumOff val="60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行分のデータを、</a:t>
            </a:r>
            <a:r>
              <a:rPr lang="en-US" altLang="ja-JP" sz="1400" dirty="0">
                <a:solidFill>
                  <a:schemeClr val="tx2">
                    <a:lumMod val="40000"/>
                    <a:lumOff val="60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Excel</a:t>
            </a:r>
            <a:r>
              <a:rPr lang="ja-JP" altLang="en-US" sz="1400" dirty="0">
                <a:solidFill>
                  <a:schemeClr val="tx2">
                    <a:lumMod val="40000"/>
                    <a:lumOff val="60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シートに追加する</a:t>
            </a:r>
          </a:p>
          <a:p>
            <a:endPar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altLang="ja-JP" dirty="0" err="1">
                <a:latin typeface="Cascadia Code Light" panose="020B0609020000020004" pitchFamily="49" charset="0"/>
                <a:ea typeface="Cascadia Code Light" panose="020B0609020000020004" pitchFamily="49" charset="0"/>
                <a:cs typeface="Cascadia Code Light" panose="020B0609020000020004" pitchFamily="49" charset="0"/>
              </a:rPr>
              <a:t>wb.save</a:t>
            </a:r>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altLang="ja-JP" dirty="0" err="1">
                <a:latin typeface="Cascadia Code Light" panose="020B0609020000020004" pitchFamily="49" charset="0"/>
                <a:ea typeface="Cascadia Code Light" panose="020B0609020000020004" pitchFamily="49" charset="0"/>
                <a:cs typeface="Cascadia Code Light" panose="020B0609020000020004" pitchFamily="49" charset="0"/>
              </a:rPr>
              <a:t>excel_path</a:t>
            </a:r>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a:t>
            </a:r>
          </a:p>
          <a:p>
            <a:endPar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altLang="ja-JP" dirty="0" err="1">
                <a:latin typeface="Cascadia Code Light" panose="020B0609020000020004" pitchFamily="49" charset="0"/>
                <a:ea typeface="Cascadia Code Light" panose="020B0609020000020004" pitchFamily="49" charset="0"/>
                <a:cs typeface="Cascadia Code Light" panose="020B0609020000020004" pitchFamily="49" charset="0"/>
              </a:rPr>
              <a:t>wb.close</a:t>
            </a:r>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a:t>
            </a:r>
          </a:p>
        </p:txBody>
      </p:sp>
      <p:graphicFrame>
        <p:nvGraphicFramePr>
          <p:cNvPr id="9" name="表 8">
            <a:extLst>
              <a:ext uri="{FF2B5EF4-FFF2-40B4-BE49-F238E27FC236}">
                <a16:creationId xmlns:a16="http://schemas.microsoft.com/office/drawing/2014/main" id="{BE56D786-1036-D031-4C3C-9C38D0BD2E3E}"/>
              </a:ext>
            </a:extLst>
          </p:cNvPr>
          <p:cNvGraphicFramePr>
            <a:graphicFrameLocks noGrp="1"/>
          </p:cNvGraphicFramePr>
          <p:nvPr>
            <p:extLst>
              <p:ext uri="{D42A27DB-BD31-4B8C-83A1-F6EECF244321}">
                <p14:modId xmlns:p14="http://schemas.microsoft.com/office/powerpoint/2010/main" val="3515626754"/>
              </p:ext>
            </p:extLst>
          </p:nvPr>
        </p:nvGraphicFramePr>
        <p:xfrm>
          <a:off x="6705599" y="1830662"/>
          <a:ext cx="3936179" cy="1587584"/>
        </p:xfrm>
        <a:graphic>
          <a:graphicData uri="http://schemas.openxmlformats.org/drawingml/2006/table">
            <a:tbl>
              <a:tblPr firstRow="1" bandRow="1">
                <a:tableStyleId>{5C22544A-7EE6-4342-B048-85BDC9FD1C3A}</a:tableStyleId>
              </a:tblPr>
              <a:tblGrid>
                <a:gridCol w="1144895">
                  <a:extLst>
                    <a:ext uri="{9D8B030D-6E8A-4147-A177-3AD203B41FA5}">
                      <a16:colId xmlns:a16="http://schemas.microsoft.com/office/drawing/2014/main" val="3296848202"/>
                    </a:ext>
                  </a:extLst>
                </a:gridCol>
                <a:gridCol w="1401660">
                  <a:extLst>
                    <a:ext uri="{9D8B030D-6E8A-4147-A177-3AD203B41FA5}">
                      <a16:colId xmlns:a16="http://schemas.microsoft.com/office/drawing/2014/main" val="3648943856"/>
                    </a:ext>
                  </a:extLst>
                </a:gridCol>
                <a:gridCol w="648929">
                  <a:extLst>
                    <a:ext uri="{9D8B030D-6E8A-4147-A177-3AD203B41FA5}">
                      <a16:colId xmlns:a16="http://schemas.microsoft.com/office/drawing/2014/main" val="3707875199"/>
                    </a:ext>
                  </a:extLst>
                </a:gridCol>
                <a:gridCol w="740695">
                  <a:extLst>
                    <a:ext uri="{9D8B030D-6E8A-4147-A177-3AD203B41FA5}">
                      <a16:colId xmlns:a16="http://schemas.microsoft.com/office/drawing/2014/main" val="3028830028"/>
                    </a:ext>
                  </a:extLst>
                </a:gridCol>
              </a:tblGrid>
              <a:tr h="396896">
                <a:tc>
                  <a:txBody>
                    <a:bodyPr/>
                    <a:lstStyle/>
                    <a:p>
                      <a:r>
                        <a:rPr kumimoji="1" lang="ja-JP" altLang="en-US"/>
                        <a:t>社員番号</a:t>
                      </a:r>
                    </a:p>
                  </a:txBody>
                  <a:tcPr/>
                </a:tc>
                <a:tc>
                  <a:txBody>
                    <a:bodyPr/>
                    <a:lstStyle/>
                    <a:p>
                      <a:r>
                        <a:rPr kumimoji="1" lang="ja-JP" altLang="en-US"/>
                        <a:t>名前</a:t>
                      </a:r>
                    </a:p>
                  </a:txBody>
                  <a:tcPr/>
                </a:tc>
                <a:tc>
                  <a:txBody>
                    <a:bodyPr/>
                    <a:lstStyle/>
                    <a:p>
                      <a:r>
                        <a:rPr kumimoji="1" lang="ja-JP" altLang="en-US"/>
                        <a:t>性別</a:t>
                      </a:r>
                    </a:p>
                  </a:txBody>
                  <a:tcPr/>
                </a:tc>
                <a:tc>
                  <a:txBody>
                    <a:bodyPr/>
                    <a:lstStyle/>
                    <a:p>
                      <a:r>
                        <a:rPr kumimoji="1" lang="ja-JP" altLang="en-US"/>
                        <a:t>年齢</a:t>
                      </a:r>
                    </a:p>
                  </a:txBody>
                  <a:tcPr/>
                </a:tc>
                <a:extLst>
                  <a:ext uri="{0D108BD9-81ED-4DB2-BD59-A6C34878D82A}">
                    <a16:rowId xmlns:a16="http://schemas.microsoft.com/office/drawing/2014/main" val="3518955797"/>
                  </a:ext>
                </a:extLst>
              </a:tr>
              <a:tr h="396896">
                <a:tc>
                  <a:txBody>
                    <a:bodyPr/>
                    <a:lstStyle/>
                    <a:p>
                      <a:r>
                        <a:rPr kumimoji="1" lang="en-US" altLang="ja-JP"/>
                        <a:t>1</a:t>
                      </a:r>
                      <a:endParaRPr kumimoji="1" lang="ja-JP" altLang="en-US"/>
                    </a:p>
                  </a:txBody>
                  <a:tcPr/>
                </a:tc>
                <a:tc>
                  <a:txBody>
                    <a:bodyPr/>
                    <a:lstStyle/>
                    <a:p>
                      <a:r>
                        <a:rPr kumimoji="1" lang="ja-JP" altLang="en-US"/>
                        <a:t>テスト太郎</a:t>
                      </a:r>
                    </a:p>
                  </a:txBody>
                  <a:tcPr/>
                </a:tc>
                <a:tc>
                  <a:txBody>
                    <a:bodyPr/>
                    <a:lstStyle/>
                    <a:p>
                      <a:r>
                        <a:rPr kumimoji="1" lang="ja-JP" altLang="en-US"/>
                        <a:t>男</a:t>
                      </a:r>
                    </a:p>
                  </a:txBody>
                  <a:tcPr/>
                </a:tc>
                <a:tc>
                  <a:txBody>
                    <a:bodyPr/>
                    <a:lstStyle/>
                    <a:p>
                      <a:r>
                        <a:rPr kumimoji="1" lang="en-US" altLang="ja-JP"/>
                        <a:t>24</a:t>
                      </a:r>
                      <a:endParaRPr kumimoji="1" lang="ja-JP" altLang="en-US"/>
                    </a:p>
                  </a:txBody>
                  <a:tcPr/>
                </a:tc>
                <a:extLst>
                  <a:ext uri="{0D108BD9-81ED-4DB2-BD59-A6C34878D82A}">
                    <a16:rowId xmlns:a16="http://schemas.microsoft.com/office/drawing/2014/main" val="4044044418"/>
                  </a:ext>
                </a:extLst>
              </a:tr>
              <a:tr h="396896">
                <a:tc>
                  <a:txBody>
                    <a:bodyPr/>
                    <a:lstStyle/>
                    <a:p>
                      <a:r>
                        <a:rPr kumimoji="1" lang="en-US" altLang="ja-JP"/>
                        <a:t>2</a:t>
                      </a:r>
                      <a:endParaRPr kumimoji="1" lang="ja-JP" altLang="en-US"/>
                    </a:p>
                  </a:txBody>
                  <a:tcPr/>
                </a:tc>
                <a:tc>
                  <a:txBody>
                    <a:bodyPr/>
                    <a:lstStyle/>
                    <a:p>
                      <a:r>
                        <a:rPr kumimoji="1" lang="ja-JP" altLang="en-US"/>
                        <a:t>テスト花子</a:t>
                      </a:r>
                      <a:endParaRPr kumimoji="1" lang="en-US" altLang="ja-JP"/>
                    </a:p>
                  </a:txBody>
                  <a:tcPr/>
                </a:tc>
                <a:tc>
                  <a:txBody>
                    <a:bodyPr/>
                    <a:lstStyle/>
                    <a:p>
                      <a:r>
                        <a:rPr kumimoji="1" lang="ja-JP" altLang="en-US"/>
                        <a:t>女</a:t>
                      </a:r>
                    </a:p>
                  </a:txBody>
                  <a:tcPr/>
                </a:tc>
                <a:tc>
                  <a:txBody>
                    <a:bodyPr/>
                    <a:lstStyle/>
                    <a:p>
                      <a:r>
                        <a:rPr kumimoji="1" lang="en-US" altLang="ja-JP"/>
                        <a:t>21</a:t>
                      </a:r>
                      <a:endParaRPr kumimoji="1" lang="ja-JP" altLang="en-US"/>
                    </a:p>
                  </a:txBody>
                  <a:tcPr/>
                </a:tc>
                <a:extLst>
                  <a:ext uri="{0D108BD9-81ED-4DB2-BD59-A6C34878D82A}">
                    <a16:rowId xmlns:a16="http://schemas.microsoft.com/office/drawing/2014/main" val="3287148261"/>
                  </a:ext>
                </a:extLst>
              </a:tr>
              <a:tr h="396896">
                <a:tc>
                  <a:txBody>
                    <a:bodyPr/>
                    <a:lstStyle/>
                    <a:p>
                      <a:r>
                        <a:rPr kumimoji="1" lang="en-US" altLang="ja-JP"/>
                        <a:t>3</a:t>
                      </a:r>
                      <a:endParaRPr kumimoji="1" lang="ja-JP" altLang="en-US"/>
                    </a:p>
                  </a:txBody>
                  <a:tcPr/>
                </a:tc>
                <a:tc>
                  <a:txBody>
                    <a:bodyPr/>
                    <a:lstStyle/>
                    <a:p>
                      <a:r>
                        <a:rPr kumimoji="1" lang="ja-JP" altLang="en-US"/>
                        <a:t>テスト次郎</a:t>
                      </a:r>
                    </a:p>
                  </a:txBody>
                  <a:tcPr/>
                </a:tc>
                <a:tc>
                  <a:txBody>
                    <a:bodyPr/>
                    <a:lstStyle/>
                    <a:p>
                      <a:r>
                        <a:rPr kumimoji="1" lang="ja-JP" altLang="en-US"/>
                        <a:t>男</a:t>
                      </a:r>
                    </a:p>
                  </a:txBody>
                  <a:tcPr/>
                </a:tc>
                <a:tc>
                  <a:txBody>
                    <a:bodyPr/>
                    <a:lstStyle/>
                    <a:p>
                      <a:r>
                        <a:rPr kumimoji="1" lang="en-US" altLang="ja-JP"/>
                        <a:t>41</a:t>
                      </a:r>
                      <a:endParaRPr kumimoji="1" lang="ja-JP" altLang="en-US"/>
                    </a:p>
                  </a:txBody>
                  <a:tcPr/>
                </a:tc>
                <a:extLst>
                  <a:ext uri="{0D108BD9-81ED-4DB2-BD59-A6C34878D82A}">
                    <a16:rowId xmlns:a16="http://schemas.microsoft.com/office/drawing/2014/main" val="3216064809"/>
                  </a:ext>
                </a:extLst>
              </a:tr>
            </a:tbl>
          </a:graphicData>
        </a:graphic>
      </p:graphicFrame>
      <p:sp>
        <p:nvSpPr>
          <p:cNvPr id="10" name="タイトル 1">
            <a:extLst>
              <a:ext uri="{FF2B5EF4-FFF2-40B4-BE49-F238E27FC236}">
                <a16:creationId xmlns:a16="http://schemas.microsoft.com/office/drawing/2014/main" id="{21F5B630-6151-FC82-D3B2-E815F98DB286}"/>
              </a:ext>
            </a:extLst>
          </p:cNvPr>
          <p:cNvSpPr txBox="1">
            <a:spLocks/>
          </p:cNvSpPr>
          <p:nvPr/>
        </p:nvSpPr>
        <p:spPr>
          <a:xfrm>
            <a:off x="6705599" y="1197250"/>
            <a:ext cx="4648201" cy="63341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3200" b="0" i="0" kern="1200">
                <a:solidFill>
                  <a:srgbClr val="004098"/>
                </a:solidFill>
                <a:latin typeface="Yu Gothic Medium" panose="020B0400000000000000" pitchFamily="34" charset="-128"/>
                <a:ea typeface="Yu Gothic Medium" panose="020B0400000000000000" pitchFamily="34" charset="-128"/>
                <a:cs typeface="+mj-cs"/>
              </a:defRPr>
            </a:lvl1pPr>
          </a:lstStyle>
          <a:p>
            <a:pPr>
              <a:lnSpc>
                <a:spcPct val="150000"/>
              </a:lnSpc>
            </a:pPr>
            <a:r>
              <a:rPr lang="ja-JP" altLang="en-US" sz="2400" b="1">
                <a:solidFill>
                  <a:schemeClr val="tx1"/>
                </a:solidFill>
                <a:latin typeface="メイリオ" panose="020B0604030504040204" pitchFamily="50" charset="-128"/>
                <a:ea typeface="メイリオ" panose="020B0604030504040204" pitchFamily="50" charset="-128"/>
              </a:rPr>
              <a:t>出力イメージ</a:t>
            </a:r>
            <a:r>
              <a:rPr lang="en-US" altLang="ja-JP" sz="2400">
                <a:solidFill>
                  <a:schemeClr val="tx1"/>
                </a:solidFill>
                <a:latin typeface="メイリオ" panose="020B0604030504040204" pitchFamily="50" charset="-128"/>
                <a:ea typeface="メイリオ" panose="020B0604030504040204" pitchFamily="50" charset="-128"/>
              </a:rPr>
              <a:t>(data.xlsx)</a:t>
            </a:r>
          </a:p>
        </p:txBody>
      </p:sp>
      <p:sp>
        <p:nvSpPr>
          <p:cNvPr id="11" name="タイトル 1">
            <a:extLst>
              <a:ext uri="{FF2B5EF4-FFF2-40B4-BE49-F238E27FC236}">
                <a16:creationId xmlns:a16="http://schemas.microsoft.com/office/drawing/2014/main" id="{FAD6CA3C-6DFC-D3E6-B9B4-664E41FC08A5}"/>
              </a:ext>
            </a:extLst>
          </p:cNvPr>
          <p:cNvSpPr txBox="1">
            <a:spLocks/>
          </p:cNvSpPr>
          <p:nvPr/>
        </p:nvSpPr>
        <p:spPr>
          <a:xfrm>
            <a:off x="6705599" y="3439756"/>
            <a:ext cx="5063614" cy="288253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3200" b="0" i="0" kern="1200">
                <a:solidFill>
                  <a:srgbClr val="004098"/>
                </a:solidFill>
                <a:latin typeface="Yu Gothic Medium" panose="020B0400000000000000" pitchFamily="34" charset="-128"/>
                <a:ea typeface="Yu Gothic Medium" panose="020B0400000000000000" pitchFamily="34" charset="-128"/>
                <a:cs typeface="+mj-cs"/>
              </a:defRPr>
            </a:lvl1pPr>
          </a:lstStyle>
          <a:p>
            <a:pPr>
              <a:lnSpc>
                <a:spcPct val="150000"/>
              </a:lnSpc>
            </a:pPr>
            <a:r>
              <a:rPr lang="ja-JP" altLang="en-US" sz="2400" b="1" dirty="0">
                <a:solidFill>
                  <a:schemeClr val="tx1"/>
                </a:solidFill>
                <a:latin typeface="メイリオ" panose="020B0604030504040204" pitchFamily="50" charset="-128"/>
                <a:ea typeface="メイリオ" panose="020B0604030504040204" pitchFamily="50" charset="-128"/>
              </a:rPr>
              <a:t>考えてみよう</a:t>
            </a:r>
            <a:endParaRPr lang="en-US" altLang="ja-JP" sz="2400" b="1" dirty="0">
              <a:solidFill>
                <a:schemeClr val="tx1"/>
              </a:solidFill>
              <a:latin typeface="メイリオ" panose="020B0604030504040204" pitchFamily="50" charset="-128"/>
              <a:ea typeface="メイリオ" panose="020B0604030504040204" pitchFamily="50" charset="-128"/>
            </a:endParaRPr>
          </a:p>
          <a:p>
            <a:pPr marL="342900" indent="-342900">
              <a:lnSpc>
                <a:spcPct val="150000"/>
              </a:lnSpc>
              <a:buFont typeface="Arial" panose="020B0604020202020204" pitchFamily="34" charset="0"/>
              <a:buChar char="•"/>
            </a:pPr>
            <a:r>
              <a:rPr lang="ja-JP" altLang="en-US" sz="1800" dirty="0">
                <a:solidFill>
                  <a:schemeClr val="tx1"/>
                </a:solidFill>
                <a:latin typeface="メイリオ" panose="020B0604030504040204" pitchFamily="50" charset="-128"/>
                <a:ea typeface="メイリオ" panose="020B0604030504040204" pitchFamily="50" charset="-128"/>
              </a:rPr>
              <a:t>保存ファイル名はどこで指定している？</a:t>
            </a:r>
            <a:endParaRPr lang="en-US" altLang="ja-JP" sz="1800" dirty="0">
              <a:solidFill>
                <a:schemeClr val="tx1"/>
              </a:solidFill>
              <a:latin typeface="メイリオ" panose="020B0604030504040204" pitchFamily="50" charset="-128"/>
              <a:ea typeface="メイリオ" panose="020B0604030504040204" pitchFamily="50" charset="-128"/>
            </a:endParaRPr>
          </a:p>
          <a:p>
            <a:pPr marL="342900" indent="-342900">
              <a:lnSpc>
                <a:spcPct val="150000"/>
              </a:lnSpc>
              <a:buFont typeface="Arial" panose="020B0604020202020204" pitchFamily="34" charset="0"/>
              <a:buChar char="•"/>
            </a:pPr>
            <a:r>
              <a:rPr lang="ja-JP" altLang="en-US" sz="1800" dirty="0">
                <a:solidFill>
                  <a:schemeClr val="tx1"/>
                </a:solidFill>
                <a:latin typeface="メイリオ" panose="020B0604030504040204" pitchFamily="50" charset="-128"/>
                <a:ea typeface="メイリオ" panose="020B0604030504040204" pitchFamily="50" charset="-128"/>
              </a:rPr>
              <a:t>社員を追加したい場合は</a:t>
            </a:r>
            <a:br>
              <a:rPr lang="en-US" altLang="ja-JP" sz="1800" dirty="0">
                <a:solidFill>
                  <a:schemeClr val="tx1"/>
                </a:solidFill>
                <a:latin typeface="メイリオ" panose="020B0604030504040204" pitchFamily="50" charset="-128"/>
                <a:ea typeface="メイリオ" panose="020B0604030504040204" pitchFamily="50" charset="-128"/>
              </a:rPr>
            </a:br>
            <a:r>
              <a:rPr lang="ja-JP" altLang="en-US" sz="1800" dirty="0">
                <a:solidFill>
                  <a:schemeClr val="tx1"/>
                </a:solidFill>
                <a:latin typeface="メイリオ" panose="020B0604030504040204" pitchFamily="50" charset="-128"/>
                <a:ea typeface="メイリオ" panose="020B0604030504040204" pitchFamily="50" charset="-128"/>
              </a:rPr>
              <a:t>どこに追加すればよいか？</a:t>
            </a:r>
            <a:endParaRPr lang="en-US" altLang="ja-JP" sz="1800" dirty="0">
              <a:solidFill>
                <a:schemeClr val="tx1"/>
              </a:solidFill>
              <a:latin typeface="メイリオ" panose="020B0604030504040204" pitchFamily="50" charset="-128"/>
              <a:ea typeface="メイリオ" panose="020B0604030504040204" pitchFamily="50" charset="-128"/>
            </a:endParaRPr>
          </a:p>
          <a:p>
            <a:pPr marL="342900" indent="-342900">
              <a:lnSpc>
                <a:spcPct val="150000"/>
              </a:lnSpc>
              <a:buFont typeface="Arial" panose="020B0604020202020204" pitchFamily="34" charset="0"/>
              <a:buChar char="•"/>
            </a:pPr>
            <a:r>
              <a:rPr lang="ja-JP" altLang="en-US" sz="1800" dirty="0">
                <a:solidFill>
                  <a:schemeClr val="tx1"/>
                </a:solidFill>
                <a:latin typeface="メイリオ" panose="020B0604030504040204" pitchFamily="50" charset="-128"/>
                <a:ea typeface="メイリオ" panose="020B0604030504040204" pitchFamily="50" charset="-128"/>
              </a:rPr>
              <a:t>新しい列「役職」を追加するには</a:t>
            </a:r>
            <a:br>
              <a:rPr lang="en-US" altLang="ja-JP" sz="1800" dirty="0">
                <a:solidFill>
                  <a:schemeClr val="tx1"/>
                </a:solidFill>
                <a:latin typeface="メイリオ" panose="020B0604030504040204" pitchFamily="50" charset="-128"/>
                <a:ea typeface="メイリオ" panose="020B0604030504040204" pitchFamily="50" charset="-128"/>
              </a:rPr>
            </a:br>
            <a:r>
              <a:rPr lang="ja-JP" altLang="en-US" sz="1800" dirty="0">
                <a:solidFill>
                  <a:schemeClr val="tx1"/>
                </a:solidFill>
                <a:latin typeface="メイリオ" panose="020B0604030504040204" pitchFamily="50" charset="-128"/>
                <a:ea typeface="メイリオ" panose="020B0604030504040204" pitchFamily="50" charset="-128"/>
              </a:rPr>
              <a:t>どこを変更すればよいか？</a:t>
            </a:r>
            <a:endParaRPr lang="en-US" altLang="ja-JP" sz="1800" dirty="0">
              <a:solidFill>
                <a:schemeClr val="tx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41326876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1A02E-A045-560D-FCA2-C131BBC8E39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BAC2C6F-A7CA-E65E-4CBF-2A917357043E}"/>
              </a:ext>
            </a:extLst>
          </p:cNvPr>
          <p:cNvSpPr>
            <a:spLocks noGrp="1"/>
          </p:cNvSpPr>
          <p:nvPr>
            <p:ph type="title"/>
          </p:nvPr>
        </p:nvSpPr>
        <p:spPr>
          <a:xfrm>
            <a:off x="759541" y="535713"/>
            <a:ext cx="10515600" cy="503555"/>
          </a:xfrm>
        </p:spPr>
        <p:txBody>
          <a:bodyPr/>
          <a:lstStyle/>
          <a:p>
            <a:r>
              <a:rPr lang="ja-JP" altLang="en-US" b="1">
                <a:latin typeface="メイリオ" panose="020B0604030504040204" pitchFamily="50" charset="-128"/>
                <a:ea typeface="メイリオ" panose="020B0604030504040204" pitchFamily="50" charset="-128"/>
              </a:rPr>
              <a:t>研修②：スクリプト作成：テスト結果出力</a:t>
            </a:r>
            <a:r>
              <a:rPr lang="en-US" altLang="ja-JP" b="1">
                <a:latin typeface="メイリオ" panose="020B0604030504040204" pitchFamily="50" charset="-128"/>
                <a:ea typeface="メイリオ" panose="020B0604030504040204" pitchFamily="50" charset="-128"/>
              </a:rPr>
              <a:t>(xlsx)</a:t>
            </a:r>
            <a:endParaRPr lang="ja-JP" altLang="en-US" b="1">
              <a:latin typeface="メイリオ" panose="020B0604030504040204" pitchFamily="50" charset="-128"/>
              <a:ea typeface="メイリオ" panose="020B0604030504040204" pitchFamily="50" charset="-128"/>
            </a:endParaRPr>
          </a:p>
        </p:txBody>
      </p:sp>
      <p:sp>
        <p:nvSpPr>
          <p:cNvPr id="4" name="スライド番号プレースホルダー 3">
            <a:extLst>
              <a:ext uri="{FF2B5EF4-FFF2-40B4-BE49-F238E27FC236}">
                <a16:creationId xmlns:a16="http://schemas.microsoft.com/office/drawing/2014/main" id="{8EC5B141-DECD-30F5-366E-044D6150970A}"/>
              </a:ext>
            </a:extLst>
          </p:cNvPr>
          <p:cNvSpPr>
            <a:spLocks noGrp="1"/>
          </p:cNvSpPr>
          <p:nvPr>
            <p:ph type="sldNum" sz="quarter" idx="12"/>
          </p:nvPr>
        </p:nvSpPr>
        <p:spPr/>
        <p:txBody>
          <a:bodyPr/>
          <a:lstStyle/>
          <a:p>
            <a:fld id="{AEA9F59F-5AEA-DB42-A066-0EDE44B4D5E7}" type="slidenum">
              <a:rPr lang="ja-JP" altLang="en-US" smtClean="0"/>
              <a:pPr/>
              <a:t>22</a:t>
            </a:fld>
            <a:endParaRPr lang="ja-JP" altLang="en-US"/>
          </a:p>
        </p:txBody>
      </p:sp>
      <p:sp>
        <p:nvSpPr>
          <p:cNvPr id="5" name="タイトル 1">
            <a:extLst>
              <a:ext uri="{FF2B5EF4-FFF2-40B4-BE49-F238E27FC236}">
                <a16:creationId xmlns:a16="http://schemas.microsoft.com/office/drawing/2014/main" id="{DB91C826-272C-A3C8-E37E-E106B09A81EF}"/>
              </a:ext>
            </a:extLst>
          </p:cNvPr>
          <p:cNvSpPr txBox="1">
            <a:spLocks/>
          </p:cNvSpPr>
          <p:nvPr/>
        </p:nvSpPr>
        <p:spPr>
          <a:xfrm>
            <a:off x="926691" y="1110426"/>
            <a:ext cx="10734367" cy="287163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3200" b="0" i="0" kern="1200">
                <a:solidFill>
                  <a:srgbClr val="004098"/>
                </a:solidFill>
                <a:latin typeface="Yu Gothic Medium" panose="020B0400000000000000" pitchFamily="34" charset="-128"/>
                <a:ea typeface="Yu Gothic Medium" panose="020B0400000000000000" pitchFamily="34" charset="-128"/>
                <a:cs typeface="+mj-cs"/>
              </a:defRPr>
            </a:lvl1pPr>
          </a:lstStyle>
          <a:p>
            <a:pPr>
              <a:lnSpc>
                <a:spcPct val="150000"/>
              </a:lnSpc>
            </a:pPr>
            <a:r>
              <a:rPr lang="ja-JP" altLang="en-US" sz="2000" b="1" dirty="0">
                <a:solidFill>
                  <a:schemeClr val="tx1"/>
                </a:solidFill>
                <a:latin typeface="メイリオ" panose="020B0604030504040204" pitchFamily="50" charset="-128"/>
                <a:ea typeface="メイリオ" panose="020B0604030504040204" pitchFamily="50" charset="-128"/>
              </a:rPr>
              <a:t>例題②</a:t>
            </a:r>
            <a:r>
              <a:rPr lang="ja-JP" altLang="en-US" sz="2000" dirty="0">
                <a:solidFill>
                  <a:schemeClr val="tx1"/>
                </a:solidFill>
                <a:latin typeface="メイリオ" panose="020B0604030504040204" pitchFamily="50" charset="-128"/>
                <a:ea typeface="メイリオ" panose="020B0604030504040204" pitchFamily="50" charset="-128"/>
              </a:rPr>
              <a:t>：教材ファイル</a:t>
            </a:r>
            <a:r>
              <a:rPr lang="en-US" altLang="ja-JP" sz="2000" dirty="0">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altLang="ja-JP" sz="2000" dirty="0" err="1">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rPr>
              <a:t>report.json</a:t>
            </a:r>
            <a:r>
              <a:rPr lang="en-US" altLang="ja-JP" sz="2000" dirty="0">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ja-JP" altLang="en-US" sz="2000" dirty="0">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を入力として受けつけ、</a:t>
            </a:r>
            <a:br>
              <a:rPr lang="en-US" altLang="ja-JP" sz="2000" dirty="0">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br>
            <a:r>
              <a:rPr lang="ja-JP" altLang="en-US" sz="2000" dirty="0">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　　　　下記の</a:t>
            </a:r>
            <a:r>
              <a:rPr lang="en-US" altLang="ja-JP" sz="2000" dirty="0">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ja-JP" altLang="en-US" sz="1800" dirty="0">
                <a:solidFill>
                  <a:schemeClr val="tx1"/>
                </a:solidFill>
                <a:latin typeface="メイリオ" panose="020B0604030504040204" pitchFamily="50" charset="-128"/>
                <a:ea typeface="メイリオ" panose="020B0604030504040204" pitchFamily="50" charset="-128"/>
              </a:rPr>
              <a:t>テスト実行結果</a:t>
            </a:r>
            <a:r>
              <a:rPr lang="en-US" altLang="ja-JP" sz="1800" dirty="0">
                <a:solidFill>
                  <a:schemeClr val="tx1"/>
                </a:solidFill>
                <a:latin typeface="メイリオ" panose="020B0604030504040204" pitchFamily="50" charset="-128"/>
                <a:ea typeface="メイリオ" panose="020B0604030504040204" pitchFamily="50" charset="-128"/>
              </a:rPr>
              <a:t>_20251128_150000</a:t>
            </a:r>
            <a:r>
              <a:rPr lang="en-US" altLang="ja-JP" sz="2000" dirty="0">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rPr>
              <a:t>.xlsx’</a:t>
            </a:r>
            <a:r>
              <a:rPr lang="ja-JP" altLang="en-US" sz="2000" dirty="0">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を出力する</a:t>
            </a:r>
            <a:br>
              <a:rPr lang="en-US" altLang="ja-JP" sz="2000" dirty="0">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br>
            <a:r>
              <a:rPr lang="ja-JP" altLang="en-US" sz="2000" dirty="0">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　　　　</a:t>
            </a:r>
            <a:r>
              <a:rPr lang="en-US" altLang="ja-JP" sz="2000" dirty="0">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Python</a:t>
            </a:r>
            <a:r>
              <a:rPr lang="ja-JP" altLang="en-US" sz="2000" dirty="0">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スクリプトを作成せよ。</a:t>
            </a:r>
            <a:endParaRPr lang="en-US" altLang="ja-JP" sz="2000" b="1" dirty="0">
              <a:solidFill>
                <a:schemeClr val="tx1"/>
              </a:solidFill>
              <a:latin typeface="メイリオ" panose="020B0604030504040204" pitchFamily="50" charset="-128"/>
              <a:ea typeface="メイリオ" panose="020B0604030504040204" pitchFamily="50" charset="-128"/>
            </a:endParaRPr>
          </a:p>
          <a:p>
            <a:pPr>
              <a:lnSpc>
                <a:spcPct val="150000"/>
              </a:lnSpc>
            </a:pPr>
            <a:r>
              <a:rPr lang="ja-JP" altLang="en-US" sz="2000" b="1" dirty="0">
                <a:solidFill>
                  <a:schemeClr val="tx1"/>
                </a:solidFill>
                <a:latin typeface="メイリオ" panose="020B0604030504040204" pitchFamily="50" charset="-128"/>
                <a:ea typeface="メイリオ" panose="020B0604030504040204" pitchFamily="50" charset="-128"/>
              </a:rPr>
              <a:t>ヒント</a:t>
            </a:r>
            <a:r>
              <a:rPr lang="ja-JP" altLang="en-US" sz="2000" dirty="0">
                <a:solidFill>
                  <a:schemeClr val="tx1"/>
                </a:solidFill>
                <a:latin typeface="メイリオ" panose="020B0604030504040204" pitchFamily="50" charset="-128"/>
                <a:ea typeface="メイリオ" panose="020B0604030504040204" pitchFamily="50" charset="-128"/>
              </a:rPr>
              <a:t>：</a:t>
            </a:r>
            <a:endParaRPr lang="en-US" altLang="ja-JP" sz="2000" b="1" dirty="0">
              <a:solidFill>
                <a:schemeClr val="tx1"/>
              </a:solidFill>
              <a:latin typeface="メイリオ" panose="020B0604030504040204" pitchFamily="50" charset="-128"/>
              <a:ea typeface="メイリオ" panose="020B0604030504040204" pitchFamily="50" charset="-128"/>
            </a:endParaRPr>
          </a:p>
          <a:p>
            <a:pPr marL="914400" lvl="1" indent="-457200">
              <a:lnSpc>
                <a:spcPct val="150000"/>
              </a:lnSpc>
              <a:buFont typeface="Arial" panose="020B0604020202020204" pitchFamily="34" charset="0"/>
              <a:buChar char="•"/>
            </a:pPr>
            <a:r>
              <a:rPr lang="ja-JP" altLang="en-US" sz="1600" dirty="0">
                <a:latin typeface="メイリオ" panose="020B0604030504040204" pitchFamily="50" charset="-128"/>
                <a:ea typeface="メイリオ" panose="020B0604030504040204" pitchFamily="50" charset="-128"/>
              </a:rPr>
              <a:t>備考列を空白にしたい場合も、明確に処理を指示する必要があります。</a:t>
            </a:r>
            <a:endParaRPr lang="en-US" altLang="ja-JP" sz="1600" dirty="0">
              <a:latin typeface="メイリオ" panose="020B0604030504040204" pitchFamily="50" charset="-128"/>
              <a:ea typeface="メイリオ" panose="020B0604030504040204" pitchFamily="50" charset="-128"/>
            </a:endParaRPr>
          </a:p>
          <a:p>
            <a:pPr marL="914400" lvl="1" indent="-457200">
              <a:lnSpc>
                <a:spcPct val="150000"/>
              </a:lnSpc>
              <a:buFont typeface="Arial" panose="020B0604020202020204" pitchFamily="34" charset="0"/>
              <a:buChar char="•"/>
            </a:pPr>
            <a:r>
              <a:rPr lang="ja-JP" altLang="en-US" sz="1600" dirty="0">
                <a:solidFill>
                  <a:schemeClr val="tx1"/>
                </a:solidFill>
                <a:latin typeface="メイリオ" panose="020B0604030504040204" pitchFamily="50" charset="-128"/>
                <a:ea typeface="メイリオ" panose="020B0604030504040204" pitchFamily="50" charset="-128"/>
              </a:rPr>
              <a:t>ファイル名は直接指定</a:t>
            </a:r>
            <a:r>
              <a:rPr lang="en-US" altLang="ja-JP" sz="1600" dirty="0">
                <a:solidFill>
                  <a:schemeClr val="tx1"/>
                </a:solidFill>
                <a:latin typeface="メイリオ" panose="020B0604030504040204" pitchFamily="50" charset="-128"/>
                <a:ea typeface="メイリオ" panose="020B0604030504040204" pitchFamily="50" charset="-128"/>
              </a:rPr>
              <a:t>(</a:t>
            </a:r>
            <a:r>
              <a:rPr lang="ja-JP" altLang="en-US" sz="1600" dirty="0">
                <a:solidFill>
                  <a:schemeClr val="tx1"/>
                </a:solidFill>
                <a:latin typeface="メイリオ" panose="020B0604030504040204" pitchFamily="50" charset="-128"/>
                <a:ea typeface="メイリオ" panose="020B0604030504040204" pitchFamily="50" charset="-128"/>
              </a:rPr>
              <a:t>ハードコード</a:t>
            </a:r>
            <a:r>
              <a:rPr lang="en-US" altLang="ja-JP" sz="1600" dirty="0">
                <a:solidFill>
                  <a:schemeClr val="tx1"/>
                </a:solidFill>
                <a:latin typeface="メイリオ" panose="020B0604030504040204" pitchFamily="50" charset="-128"/>
                <a:ea typeface="メイリオ" panose="020B0604030504040204" pitchFamily="50" charset="-128"/>
              </a:rPr>
              <a:t>)</a:t>
            </a:r>
            <a:r>
              <a:rPr lang="ja-JP" altLang="en-US" sz="1600" dirty="0">
                <a:solidFill>
                  <a:schemeClr val="tx1"/>
                </a:solidFill>
                <a:latin typeface="メイリオ" panose="020B0604030504040204" pitchFamily="50" charset="-128"/>
                <a:ea typeface="メイリオ" panose="020B0604030504040204" pitchFamily="50" charset="-128"/>
              </a:rPr>
              <a:t>ではなく、</a:t>
            </a:r>
            <a:r>
              <a:rPr lang="en-US" altLang="ja-JP" sz="1600" dirty="0" err="1">
                <a:solidFill>
                  <a:schemeClr val="tx1"/>
                </a:solidFill>
                <a:latin typeface="メイリオ" panose="020B0604030504040204" pitchFamily="50" charset="-128"/>
                <a:ea typeface="メイリオ" panose="020B0604030504040204" pitchFamily="50" charset="-128"/>
              </a:rPr>
              <a:t>json</a:t>
            </a:r>
            <a:r>
              <a:rPr lang="ja-JP" altLang="en-US" sz="1600" dirty="0">
                <a:solidFill>
                  <a:schemeClr val="tx1"/>
                </a:solidFill>
                <a:latin typeface="メイリオ" panose="020B0604030504040204" pitchFamily="50" charset="-128"/>
                <a:ea typeface="メイリオ" panose="020B0604030504040204" pitchFamily="50" charset="-128"/>
              </a:rPr>
              <a:t>ファイル内部から指定するようにしてください。</a:t>
            </a:r>
            <a:br>
              <a:rPr lang="en-US" altLang="ja-JP" sz="1600" dirty="0">
                <a:latin typeface="メイリオ" panose="020B0604030504040204" pitchFamily="50" charset="-128"/>
                <a:ea typeface="メイリオ" panose="020B0604030504040204" pitchFamily="50" charset="-128"/>
              </a:rPr>
            </a:br>
            <a:r>
              <a:rPr lang="en-US" altLang="ja-JP" sz="1600" dirty="0">
                <a:latin typeface="メイリオ" panose="020B0604030504040204" pitchFamily="50" charset="-128"/>
                <a:ea typeface="メイリオ" panose="020B0604030504040204" pitchFamily="50" charset="-128"/>
              </a:rPr>
              <a:t>※</a:t>
            </a:r>
            <a:r>
              <a:rPr lang="ja-JP" altLang="en-US" sz="1600" dirty="0">
                <a:latin typeface="メイリオ" panose="020B0604030504040204" pitchFamily="50" charset="-128"/>
                <a:ea typeface="メイリオ" panose="020B0604030504040204" pitchFamily="50" charset="-128"/>
              </a:rPr>
              <a:t>異なる日時のデータが入力された場合はそれがファイル名に反映されるようにする</a:t>
            </a:r>
            <a:endParaRPr lang="en-US" altLang="ja-JP" sz="1600" dirty="0">
              <a:solidFill>
                <a:schemeClr val="tx1"/>
              </a:solidFill>
              <a:latin typeface="メイリオ" panose="020B0604030504040204" pitchFamily="50" charset="-128"/>
              <a:ea typeface="メイリオ" panose="020B0604030504040204" pitchFamily="50" charset="-128"/>
            </a:endParaRPr>
          </a:p>
        </p:txBody>
      </p:sp>
      <p:graphicFrame>
        <p:nvGraphicFramePr>
          <p:cNvPr id="6" name="表 5">
            <a:extLst>
              <a:ext uri="{FF2B5EF4-FFF2-40B4-BE49-F238E27FC236}">
                <a16:creationId xmlns:a16="http://schemas.microsoft.com/office/drawing/2014/main" id="{2C5AAB52-28DC-5A9F-37EE-79E512EE318E}"/>
              </a:ext>
            </a:extLst>
          </p:cNvPr>
          <p:cNvGraphicFramePr>
            <a:graphicFrameLocks noGrp="1"/>
          </p:cNvGraphicFramePr>
          <p:nvPr>
            <p:extLst>
              <p:ext uri="{D42A27DB-BD31-4B8C-83A1-F6EECF244321}">
                <p14:modId xmlns:p14="http://schemas.microsoft.com/office/powerpoint/2010/main" val="555104271"/>
              </p:ext>
            </p:extLst>
          </p:nvPr>
        </p:nvGraphicFramePr>
        <p:xfrm>
          <a:off x="759541" y="4624930"/>
          <a:ext cx="10999840" cy="1573761"/>
        </p:xfrm>
        <a:graphic>
          <a:graphicData uri="http://schemas.openxmlformats.org/drawingml/2006/table">
            <a:tbl>
              <a:tblPr firstRow="1" bandRow="1">
                <a:tableStyleId>{5C22544A-7EE6-4342-B048-85BDC9FD1C3A}</a:tableStyleId>
              </a:tblPr>
              <a:tblGrid>
                <a:gridCol w="3281351">
                  <a:extLst>
                    <a:ext uri="{9D8B030D-6E8A-4147-A177-3AD203B41FA5}">
                      <a16:colId xmlns:a16="http://schemas.microsoft.com/office/drawing/2014/main" val="880896439"/>
                    </a:ext>
                  </a:extLst>
                </a:gridCol>
                <a:gridCol w="1587351">
                  <a:extLst>
                    <a:ext uri="{9D8B030D-6E8A-4147-A177-3AD203B41FA5}">
                      <a16:colId xmlns:a16="http://schemas.microsoft.com/office/drawing/2014/main" val="2310847613"/>
                    </a:ext>
                  </a:extLst>
                </a:gridCol>
                <a:gridCol w="3144936">
                  <a:extLst>
                    <a:ext uri="{9D8B030D-6E8A-4147-A177-3AD203B41FA5}">
                      <a16:colId xmlns:a16="http://schemas.microsoft.com/office/drawing/2014/main" val="3705638596"/>
                    </a:ext>
                  </a:extLst>
                </a:gridCol>
                <a:gridCol w="786234">
                  <a:extLst>
                    <a:ext uri="{9D8B030D-6E8A-4147-A177-3AD203B41FA5}">
                      <a16:colId xmlns:a16="http://schemas.microsoft.com/office/drawing/2014/main" val="3810163004"/>
                    </a:ext>
                  </a:extLst>
                </a:gridCol>
                <a:gridCol w="2199968">
                  <a:extLst>
                    <a:ext uri="{9D8B030D-6E8A-4147-A177-3AD203B41FA5}">
                      <a16:colId xmlns:a16="http://schemas.microsoft.com/office/drawing/2014/main" val="1988277406"/>
                    </a:ext>
                  </a:extLst>
                </a:gridCol>
              </a:tblGrid>
              <a:tr h="461241">
                <a:tc>
                  <a:txBody>
                    <a:bodyPr/>
                    <a:lstStyle/>
                    <a:p>
                      <a:r>
                        <a:rPr kumimoji="1" lang="ja-JP" altLang="en-US"/>
                        <a:t>テストケース名</a:t>
                      </a:r>
                    </a:p>
                  </a:txBody>
                  <a:tcPr/>
                </a:tc>
                <a:tc>
                  <a:txBody>
                    <a:bodyPr/>
                    <a:lstStyle/>
                    <a:p>
                      <a:r>
                        <a:rPr kumimoji="1" lang="ja-JP" altLang="en-US"/>
                        <a:t>実行日時</a:t>
                      </a:r>
                    </a:p>
                  </a:txBody>
                  <a:tcPr/>
                </a:tc>
                <a:tc>
                  <a:txBody>
                    <a:bodyPr/>
                    <a:lstStyle/>
                    <a:p>
                      <a:r>
                        <a:rPr kumimoji="1" lang="ja-JP" altLang="en-US"/>
                        <a:t>実行者名</a:t>
                      </a:r>
                    </a:p>
                  </a:txBody>
                  <a:tcPr/>
                </a:tc>
                <a:tc>
                  <a:txBody>
                    <a:bodyPr/>
                    <a:lstStyle/>
                    <a:p>
                      <a:r>
                        <a:rPr kumimoji="1" lang="ja-JP" altLang="en-US"/>
                        <a:t>結果</a:t>
                      </a:r>
                    </a:p>
                  </a:txBody>
                  <a:tcPr/>
                </a:tc>
                <a:tc>
                  <a:txBody>
                    <a:bodyPr/>
                    <a:lstStyle/>
                    <a:p>
                      <a:r>
                        <a:rPr kumimoji="1" lang="ja-JP" altLang="en-US"/>
                        <a:t>備考</a:t>
                      </a:r>
                    </a:p>
                  </a:txBody>
                  <a:tcPr/>
                </a:tc>
                <a:extLst>
                  <a:ext uri="{0D108BD9-81ED-4DB2-BD59-A6C34878D82A}">
                    <a16:rowId xmlns:a16="http://schemas.microsoft.com/office/drawing/2014/main" val="1578903034"/>
                  </a:ext>
                </a:extLst>
              </a:tr>
              <a:tr h="370840">
                <a:tc>
                  <a:txBody>
                    <a:bodyPr/>
                    <a:lstStyle/>
                    <a:p>
                      <a:r>
                        <a:rPr kumimoji="1" lang="ja-JP" altLang="en-US"/>
                        <a:t>ホーム画面：検索ボタンを</a:t>
                      </a:r>
                      <a:r>
                        <a:rPr kumimoji="1" lang="en-US" altLang="ja-JP"/>
                        <a:t>…</a:t>
                      </a:r>
                      <a:endParaRPr kumimoji="1" lang="ja-JP" altLang="en-US"/>
                    </a:p>
                  </a:txBody>
                  <a:tcPr/>
                </a:tc>
                <a:tc>
                  <a:txBody>
                    <a:bodyPr/>
                    <a:lstStyle/>
                    <a:p>
                      <a:r>
                        <a:rPr kumimoji="1" lang="en-US" altLang="ja-JP"/>
                        <a:t>2025/11/12</a:t>
                      </a:r>
                      <a:endParaRPr kumimoji="1" lang="ja-JP" altLang="en-US"/>
                    </a:p>
                  </a:txBody>
                  <a:tcPr/>
                </a:tc>
                <a:tc>
                  <a:txBody>
                    <a:bodyPr/>
                    <a:lstStyle/>
                    <a:p>
                      <a:r>
                        <a:rPr kumimoji="1" lang="en-US" altLang="ja-JP"/>
                        <a:t>Test.Taro@example.com</a:t>
                      </a:r>
                      <a:endParaRPr kumimoji="1" lang="ja-JP" altLang="en-US"/>
                    </a:p>
                  </a:txBody>
                  <a:tcPr/>
                </a:tc>
                <a:tc>
                  <a:txBody>
                    <a:bodyPr/>
                    <a:lstStyle/>
                    <a:p>
                      <a:r>
                        <a:rPr kumimoji="1" lang="en-US" altLang="ja-JP"/>
                        <a:t>pass</a:t>
                      </a:r>
                      <a:endParaRPr kumimoji="1" lang="ja-JP" altLang="en-US"/>
                    </a:p>
                  </a:txBody>
                  <a:tcPr/>
                </a:tc>
                <a:tc>
                  <a:txBody>
                    <a:bodyPr/>
                    <a:lstStyle/>
                    <a:p>
                      <a:endParaRPr kumimoji="1" lang="ja-JP" altLang="en-US"/>
                    </a:p>
                  </a:txBody>
                  <a:tcPr/>
                </a:tc>
                <a:extLst>
                  <a:ext uri="{0D108BD9-81ED-4DB2-BD59-A6C34878D82A}">
                    <a16:rowId xmlns:a16="http://schemas.microsoft.com/office/drawing/2014/main" val="924687984"/>
                  </a:ext>
                </a:extLst>
              </a:tr>
              <a:tr h="370840">
                <a:tc>
                  <a:txBody>
                    <a:bodyPr/>
                    <a:lstStyle/>
                    <a:p>
                      <a:r>
                        <a:rPr kumimoji="1" lang="ja-JP" altLang="en-US"/>
                        <a:t>ホーム画面：設定ボタンを</a:t>
                      </a:r>
                      <a:r>
                        <a:rPr kumimoji="1" lang="en-US" altLang="ja-JP"/>
                        <a:t>…</a:t>
                      </a:r>
                      <a:endParaRPr kumimoji="1" lang="ja-JP" altLang="en-US"/>
                    </a:p>
                  </a:txBody>
                  <a:tcPr/>
                </a:tc>
                <a:tc>
                  <a:txBody>
                    <a:bodyPr/>
                    <a:lstStyle/>
                    <a:p>
                      <a:r>
                        <a:rPr kumimoji="1" lang="en-US" altLang="ja-JP"/>
                        <a:t>2025/11/13</a:t>
                      </a:r>
                      <a:endParaRPr kumimoji="1" lang="ja-JP" altLang="en-US"/>
                    </a:p>
                  </a:txBody>
                  <a:tcPr/>
                </a:tc>
                <a:tc>
                  <a:txBody>
                    <a:bodyPr/>
                    <a:lstStyle/>
                    <a:p>
                      <a:r>
                        <a:rPr kumimoji="1" lang="en-US" altLang="ja-JP"/>
                        <a:t>Test.Hanako@example.com</a:t>
                      </a:r>
                      <a:endParaRPr kumimoji="1" lang="ja-JP" altLang="en-US"/>
                    </a:p>
                  </a:txBody>
                  <a:tcPr/>
                </a:tc>
                <a:tc>
                  <a:txBody>
                    <a:bodyPr/>
                    <a:lstStyle/>
                    <a:p>
                      <a:r>
                        <a:rPr kumimoji="1" lang="en-US" altLang="ja-JP"/>
                        <a:t>pass</a:t>
                      </a:r>
                      <a:endParaRPr kumimoji="1" lang="ja-JP" altLang="en-US"/>
                    </a:p>
                  </a:txBody>
                  <a:tcPr/>
                </a:tc>
                <a:tc>
                  <a:txBody>
                    <a:bodyPr/>
                    <a:lstStyle/>
                    <a:p>
                      <a:endParaRPr kumimoji="1" lang="ja-JP" altLang="en-US"/>
                    </a:p>
                  </a:txBody>
                  <a:tcPr/>
                </a:tc>
                <a:extLst>
                  <a:ext uri="{0D108BD9-81ED-4DB2-BD59-A6C34878D82A}">
                    <a16:rowId xmlns:a16="http://schemas.microsoft.com/office/drawing/2014/main" val="2166797083"/>
                  </a:ext>
                </a:extLst>
              </a:tr>
              <a:tr h="370840">
                <a:tc>
                  <a:txBody>
                    <a:bodyPr/>
                    <a:lstStyle/>
                    <a:p>
                      <a:r>
                        <a:rPr kumimoji="1" lang="ja-JP" altLang="en-US"/>
                        <a:t>ホーム画面：カートボタン</a:t>
                      </a:r>
                      <a:r>
                        <a:rPr kumimoji="1" lang="en-US" altLang="ja-JP"/>
                        <a:t>…</a:t>
                      </a:r>
                      <a:endParaRPr kumimoji="1" lang="ja-JP" altLang="en-US"/>
                    </a:p>
                  </a:txBody>
                  <a:tcPr/>
                </a:tc>
                <a:tc>
                  <a:txBody>
                    <a:bodyPr/>
                    <a:lstStyle/>
                    <a:p>
                      <a:r>
                        <a:rPr kumimoji="1" lang="en-US" altLang="ja-JP"/>
                        <a:t>2025/11/12</a:t>
                      </a:r>
                      <a:endParaRPr kumimoji="1" lang="ja-JP" altLang="en-US"/>
                    </a:p>
                  </a:txBody>
                  <a:tcPr/>
                </a:tc>
                <a:tc>
                  <a:txBody>
                    <a:bodyPr/>
                    <a:lstStyle/>
                    <a:p>
                      <a:r>
                        <a:rPr kumimoji="1" lang="en-US" altLang="ja-JP"/>
                        <a:t>Test.Taro@example.com</a:t>
                      </a:r>
                      <a:endParaRPr kumimoji="1" lang="ja-JP" altLang="en-US"/>
                    </a:p>
                  </a:txBody>
                  <a:tcPr/>
                </a:tc>
                <a:tc>
                  <a:txBody>
                    <a:bodyPr/>
                    <a:lstStyle/>
                    <a:p>
                      <a:r>
                        <a:rPr kumimoji="1" lang="en-US" altLang="ja-JP"/>
                        <a:t>fail</a:t>
                      </a:r>
                      <a:endParaRPr kumimoji="1" lang="ja-JP" altLang="en-US"/>
                    </a:p>
                  </a:txBody>
                  <a:tcPr/>
                </a:tc>
                <a:tc>
                  <a:txBody>
                    <a:bodyPr/>
                    <a:lstStyle/>
                    <a:p>
                      <a:r>
                        <a:rPr kumimoji="1" lang="ja-JP" altLang="en-US"/>
                        <a:t>カート画面に</a:t>
                      </a:r>
                      <a:r>
                        <a:rPr kumimoji="1" lang="en-US" altLang="ja-JP"/>
                        <a:t>…</a:t>
                      </a:r>
                      <a:endParaRPr kumimoji="1" lang="ja-JP" altLang="en-US"/>
                    </a:p>
                  </a:txBody>
                  <a:tcPr/>
                </a:tc>
                <a:extLst>
                  <a:ext uri="{0D108BD9-81ED-4DB2-BD59-A6C34878D82A}">
                    <a16:rowId xmlns:a16="http://schemas.microsoft.com/office/drawing/2014/main" val="4222461275"/>
                  </a:ext>
                </a:extLst>
              </a:tr>
            </a:tbl>
          </a:graphicData>
        </a:graphic>
      </p:graphicFrame>
      <p:sp>
        <p:nvSpPr>
          <p:cNvPr id="7" name="テキスト ボックス 6">
            <a:extLst>
              <a:ext uri="{FF2B5EF4-FFF2-40B4-BE49-F238E27FC236}">
                <a16:creationId xmlns:a16="http://schemas.microsoft.com/office/drawing/2014/main" id="{58E830F0-CE23-6743-75A8-950ED5EAA6C7}"/>
              </a:ext>
            </a:extLst>
          </p:cNvPr>
          <p:cNvSpPr txBox="1"/>
          <p:nvPr/>
        </p:nvSpPr>
        <p:spPr>
          <a:xfrm>
            <a:off x="759541" y="4224820"/>
            <a:ext cx="2180303" cy="400110"/>
          </a:xfrm>
          <a:prstGeom prst="rect">
            <a:avLst/>
          </a:prstGeom>
          <a:noFill/>
        </p:spPr>
        <p:txBody>
          <a:bodyPr wrap="square" rtlCol="0">
            <a:spAutoFit/>
          </a:bodyPr>
          <a:lstStyle/>
          <a:p>
            <a:r>
              <a:rPr kumimoji="1" lang="ja-JP" altLang="en-US" sz="2000" b="1">
                <a:latin typeface="メイリオ" panose="020B0604030504040204" pitchFamily="50" charset="-128"/>
                <a:ea typeface="メイリオ" panose="020B0604030504040204" pitchFamily="50" charset="-128"/>
              </a:rPr>
              <a:t>出力イメージ</a:t>
            </a:r>
          </a:p>
        </p:txBody>
      </p:sp>
    </p:spTree>
    <p:extLst>
      <p:ext uri="{BB962C8B-B14F-4D97-AF65-F5344CB8AC3E}">
        <p14:creationId xmlns:p14="http://schemas.microsoft.com/office/powerpoint/2010/main" val="27501386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39676-872E-EEB0-2B35-BF0263A734A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B741B36-A5C8-6FEB-8070-7307EC25B5B4}"/>
              </a:ext>
            </a:extLst>
          </p:cNvPr>
          <p:cNvSpPr>
            <a:spLocks noGrp="1"/>
          </p:cNvSpPr>
          <p:nvPr>
            <p:ph type="title"/>
          </p:nvPr>
        </p:nvSpPr>
        <p:spPr>
          <a:xfrm>
            <a:off x="759541" y="535713"/>
            <a:ext cx="10515600" cy="503555"/>
          </a:xfrm>
        </p:spPr>
        <p:txBody>
          <a:bodyPr/>
          <a:lstStyle/>
          <a:p>
            <a:r>
              <a:rPr lang="ja-JP" altLang="en-US" b="1">
                <a:latin typeface="メイリオ" panose="020B0604030504040204" pitchFamily="50" charset="-128"/>
                <a:ea typeface="メイリオ" panose="020B0604030504040204" pitchFamily="50" charset="-128"/>
              </a:rPr>
              <a:t>研修②：スクリプト作成：テスト結果出力</a:t>
            </a:r>
            <a:r>
              <a:rPr lang="en-US" altLang="ja-JP" b="1">
                <a:latin typeface="メイリオ" panose="020B0604030504040204" pitchFamily="50" charset="-128"/>
                <a:ea typeface="メイリオ" panose="020B0604030504040204" pitchFamily="50" charset="-128"/>
              </a:rPr>
              <a:t>(xlsx)</a:t>
            </a:r>
            <a:endParaRPr lang="ja-JP" altLang="en-US" b="1">
              <a:latin typeface="メイリオ" panose="020B0604030504040204" pitchFamily="50" charset="-128"/>
              <a:ea typeface="メイリオ" panose="020B0604030504040204" pitchFamily="50" charset="-128"/>
            </a:endParaRPr>
          </a:p>
        </p:txBody>
      </p:sp>
      <p:sp>
        <p:nvSpPr>
          <p:cNvPr id="4" name="スライド番号プレースホルダー 3">
            <a:extLst>
              <a:ext uri="{FF2B5EF4-FFF2-40B4-BE49-F238E27FC236}">
                <a16:creationId xmlns:a16="http://schemas.microsoft.com/office/drawing/2014/main" id="{9E722B6B-051B-F209-99A9-27D4B3BD5D61}"/>
              </a:ext>
            </a:extLst>
          </p:cNvPr>
          <p:cNvSpPr>
            <a:spLocks noGrp="1"/>
          </p:cNvSpPr>
          <p:nvPr>
            <p:ph type="sldNum" sz="quarter" idx="12"/>
          </p:nvPr>
        </p:nvSpPr>
        <p:spPr/>
        <p:txBody>
          <a:bodyPr/>
          <a:lstStyle/>
          <a:p>
            <a:fld id="{AEA9F59F-5AEA-DB42-A066-0EDE44B4D5E7}" type="slidenum">
              <a:rPr lang="ja-JP" altLang="en-US" smtClean="0"/>
              <a:pPr/>
              <a:t>23</a:t>
            </a:fld>
            <a:endParaRPr lang="ja-JP" altLang="en-US"/>
          </a:p>
        </p:txBody>
      </p:sp>
      <p:sp>
        <p:nvSpPr>
          <p:cNvPr id="3" name="正方形/長方形 2">
            <a:extLst>
              <a:ext uri="{FF2B5EF4-FFF2-40B4-BE49-F238E27FC236}">
                <a16:creationId xmlns:a16="http://schemas.microsoft.com/office/drawing/2014/main" id="{D50B2770-E91D-4105-1B31-693B2EB1F7B7}"/>
              </a:ext>
            </a:extLst>
          </p:cNvPr>
          <p:cNvSpPr/>
          <p:nvPr/>
        </p:nvSpPr>
        <p:spPr>
          <a:xfrm>
            <a:off x="889819" y="1843656"/>
            <a:ext cx="10412362" cy="1155183"/>
          </a:xfrm>
          <a:prstGeom prst="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kumimoji="1" lang="ja-JP" altLang="en-US">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配布ファイル</a:t>
            </a:r>
            <a:r>
              <a:rPr kumimoji="1" lang="en-US" altLang="ja-JP">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a:t>
            </a:r>
            <a:r>
              <a:rPr kumimoji="1" lang="en-US" altLang="ja-JP">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rPr>
              <a:t>example02_answer.py</a:t>
            </a:r>
            <a:r>
              <a:rPr kumimoji="1" lang="en-US" altLang="ja-JP">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a:t>
            </a:r>
            <a:r>
              <a:rPr kumimoji="1" lang="ja-JP" altLang="en-US">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を参照のこと</a:t>
            </a:r>
          </a:p>
        </p:txBody>
      </p:sp>
      <p:sp>
        <p:nvSpPr>
          <p:cNvPr id="8" name="テキスト ボックス 7">
            <a:extLst>
              <a:ext uri="{FF2B5EF4-FFF2-40B4-BE49-F238E27FC236}">
                <a16:creationId xmlns:a16="http://schemas.microsoft.com/office/drawing/2014/main" id="{447E9D3E-B51A-4892-E3CF-CA14055CFAFA}"/>
              </a:ext>
            </a:extLst>
          </p:cNvPr>
          <p:cNvSpPr txBox="1"/>
          <p:nvPr/>
        </p:nvSpPr>
        <p:spPr>
          <a:xfrm>
            <a:off x="889819" y="1308333"/>
            <a:ext cx="1153391" cy="461665"/>
          </a:xfrm>
          <a:prstGeom prst="rect">
            <a:avLst/>
          </a:prstGeom>
          <a:noFill/>
        </p:spPr>
        <p:txBody>
          <a:bodyPr wrap="square" rtlCol="0">
            <a:spAutoFit/>
          </a:bodyPr>
          <a:lstStyle/>
          <a:p>
            <a:r>
              <a:rPr kumimoji="1" lang="ja-JP" altLang="en-US" sz="2400" b="1">
                <a:latin typeface="メイリオ" panose="020B0604030504040204" pitchFamily="50" charset="-128"/>
                <a:ea typeface="メイリオ" panose="020B0604030504040204" pitchFamily="50" charset="-128"/>
              </a:rPr>
              <a:t>回答例</a:t>
            </a:r>
          </a:p>
        </p:txBody>
      </p:sp>
      <p:sp>
        <p:nvSpPr>
          <p:cNvPr id="9" name="タイトル 1">
            <a:extLst>
              <a:ext uri="{FF2B5EF4-FFF2-40B4-BE49-F238E27FC236}">
                <a16:creationId xmlns:a16="http://schemas.microsoft.com/office/drawing/2014/main" id="{EAA67232-ECCA-B12C-D2E4-882E5F9E02C7}"/>
              </a:ext>
            </a:extLst>
          </p:cNvPr>
          <p:cNvSpPr txBox="1">
            <a:spLocks/>
          </p:cNvSpPr>
          <p:nvPr/>
        </p:nvSpPr>
        <p:spPr>
          <a:xfrm>
            <a:off x="889819" y="2992189"/>
            <a:ext cx="10515600" cy="308414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3200" b="0" i="0" kern="1200">
                <a:solidFill>
                  <a:srgbClr val="004098"/>
                </a:solidFill>
                <a:latin typeface="Yu Gothic Medium" panose="020B0400000000000000" pitchFamily="34" charset="-128"/>
                <a:ea typeface="Yu Gothic Medium" panose="020B0400000000000000" pitchFamily="34" charset="-128"/>
                <a:cs typeface="+mj-cs"/>
              </a:defRPr>
            </a:lvl1pPr>
          </a:lstStyle>
          <a:p>
            <a:pPr>
              <a:lnSpc>
                <a:spcPct val="150000"/>
              </a:lnSpc>
            </a:pPr>
            <a:r>
              <a:rPr lang="ja-JP" altLang="en-US" sz="2400" b="1">
                <a:solidFill>
                  <a:schemeClr val="tx1"/>
                </a:solidFill>
                <a:latin typeface="メイリオ" panose="020B0604030504040204" pitchFamily="50" charset="-128"/>
                <a:ea typeface="メイリオ" panose="020B0604030504040204" pitchFamily="50" charset="-128"/>
              </a:rPr>
              <a:t>確認ポイント</a:t>
            </a:r>
            <a:endParaRPr lang="en-US" altLang="ja-JP" sz="2400">
              <a:solidFill>
                <a:schemeClr val="tx1"/>
              </a:solidFill>
              <a:latin typeface="メイリオ" panose="020B0604030504040204" pitchFamily="50" charset="-128"/>
              <a:ea typeface="メイリオ" panose="020B0604030504040204" pitchFamily="50" charset="-128"/>
            </a:endParaRPr>
          </a:p>
          <a:p>
            <a:pPr marL="914400" lvl="1" indent="-457200">
              <a:lnSpc>
                <a:spcPct val="150000"/>
              </a:lnSpc>
              <a:buFont typeface="Arial" panose="020B0604020202020204" pitchFamily="34" charset="0"/>
              <a:buChar char="•"/>
            </a:pPr>
            <a:r>
              <a:rPr lang="en-US" altLang="ja-JP" sz="1600" err="1">
                <a:latin typeface="メイリオ" panose="020B0604030504040204" pitchFamily="50" charset="-128"/>
                <a:ea typeface="メイリオ" panose="020B0604030504040204" pitchFamily="50" charset="-128"/>
              </a:rPr>
              <a:t>j</a:t>
            </a:r>
            <a:r>
              <a:rPr lang="en-US" altLang="ja-JP" sz="1600" err="1">
                <a:solidFill>
                  <a:schemeClr val="tx1"/>
                </a:solidFill>
                <a:latin typeface="メイリオ" panose="020B0604030504040204" pitchFamily="50" charset="-128"/>
                <a:ea typeface="メイリオ" panose="020B0604030504040204" pitchFamily="50" charset="-128"/>
              </a:rPr>
              <a:t>son</a:t>
            </a:r>
            <a:r>
              <a:rPr lang="ja-JP" altLang="en-US" sz="1600">
                <a:solidFill>
                  <a:schemeClr val="tx1"/>
                </a:solidFill>
                <a:latin typeface="メイリオ" panose="020B0604030504040204" pitchFamily="50" charset="-128"/>
                <a:ea typeface="メイリオ" panose="020B0604030504040204" pitchFamily="50" charset="-128"/>
              </a:rPr>
              <a:t>パッケージを使用し、適切に</a:t>
            </a:r>
            <a:r>
              <a:rPr lang="en-US" altLang="ja-JP" sz="1600" err="1">
                <a:solidFill>
                  <a:schemeClr val="tx1"/>
                </a:solidFill>
                <a:latin typeface="メイリオ" panose="020B0604030504040204" pitchFamily="50" charset="-128"/>
                <a:ea typeface="メイリオ" panose="020B0604030504040204" pitchFamily="50" charset="-128"/>
              </a:rPr>
              <a:t>json</a:t>
            </a:r>
            <a:r>
              <a:rPr lang="ja-JP" altLang="en-US" sz="1600">
                <a:latin typeface="メイリオ" panose="020B0604030504040204" pitchFamily="50" charset="-128"/>
                <a:ea typeface="メイリオ" panose="020B0604030504040204" pitchFamily="50" charset="-128"/>
              </a:rPr>
              <a:t>ファイルを読み込めているか</a:t>
            </a:r>
            <a:endParaRPr lang="en-US" altLang="ja-JP" sz="1600">
              <a:latin typeface="メイリオ" panose="020B0604030504040204" pitchFamily="50" charset="-128"/>
              <a:ea typeface="メイリオ" panose="020B0604030504040204" pitchFamily="50" charset="-128"/>
            </a:endParaRPr>
          </a:p>
          <a:p>
            <a:pPr marL="914400" lvl="1" indent="-457200">
              <a:lnSpc>
                <a:spcPct val="150000"/>
              </a:lnSpc>
              <a:buFont typeface="Arial" panose="020B0604020202020204" pitchFamily="34" charset="0"/>
              <a:buChar char="•"/>
            </a:pPr>
            <a:r>
              <a:rPr lang="en-US" altLang="ja-JP" sz="1600" err="1">
                <a:latin typeface="メイリオ" panose="020B0604030504040204" pitchFamily="50" charset="-128"/>
                <a:ea typeface="メイリオ" panose="020B0604030504040204" pitchFamily="50" charset="-128"/>
              </a:rPr>
              <a:t>json</a:t>
            </a:r>
            <a:r>
              <a:rPr lang="ja-JP" altLang="en-US" sz="1600">
                <a:latin typeface="メイリオ" panose="020B0604030504040204" pitchFamily="50" charset="-128"/>
                <a:ea typeface="メイリオ" panose="020B0604030504040204" pitchFamily="50" charset="-128"/>
              </a:rPr>
              <a:t>ファイルから必要なデータを取り出す過程において、</a:t>
            </a:r>
            <a:br>
              <a:rPr lang="en-US" altLang="ja-JP" sz="1600">
                <a:latin typeface="メイリオ" panose="020B0604030504040204" pitchFamily="50" charset="-128"/>
                <a:ea typeface="メイリオ" panose="020B0604030504040204" pitchFamily="50" charset="-128"/>
              </a:rPr>
            </a:br>
            <a:r>
              <a:rPr lang="en-US" altLang="ja-JP" sz="1600">
                <a:latin typeface="メイリオ" panose="020B0604030504040204" pitchFamily="50" charset="-128"/>
                <a:ea typeface="メイリオ" panose="020B0604030504040204" pitchFamily="50" charset="-128"/>
              </a:rPr>
              <a:t>for</a:t>
            </a:r>
            <a:r>
              <a:rPr lang="ja-JP" altLang="en-US" sz="1600">
                <a:latin typeface="メイリオ" panose="020B0604030504040204" pitchFamily="50" charset="-128"/>
                <a:ea typeface="メイリオ" panose="020B0604030504040204" pitchFamily="50" charset="-128"/>
              </a:rPr>
              <a:t>ループや配列・辞書の操作といった基本的な実装をできているか</a:t>
            </a:r>
            <a:endParaRPr lang="en-US" altLang="ja-JP" sz="1600">
              <a:latin typeface="メイリオ" panose="020B0604030504040204" pitchFamily="50" charset="-128"/>
              <a:ea typeface="メイリオ" panose="020B0604030504040204" pitchFamily="50" charset="-128"/>
            </a:endParaRPr>
          </a:p>
          <a:p>
            <a:pPr marL="1371600" lvl="2" indent="-457200">
              <a:lnSpc>
                <a:spcPct val="150000"/>
              </a:lnSpc>
              <a:buFont typeface="Arial" panose="020B0604020202020204" pitchFamily="34" charset="0"/>
              <a:buChar char="•"/>
            </a:pPr>
            <a:r>
              <a:rPr lang="en-US" altLang="ja-JP" sz="1600" err="1">
                <a:latin typeface="メイリオ" panose="020B0604030504040204" pitchFamily="50" charset="-128"/>
                <a:ea typeface="メイリオ" panose="020B0604030504040204" pitchFamily="50" charset="-128"/>
              </a:rPr>
              <a:t>i</a:t>
            </a:r>
            <a:r>
              <a:rPr lang="en-US" altLang="ja-JP" sz="1600">
                <a:latin typeface="メイリオ" panose="020B0604030504040204" pitchFamily="50" charset="-128"/>
                <a:ea typeface="メイリオ" panose="020B0604030504040204" pitchFamily="50" charset="-128"/>
              </a:rPr>
              <a:t>[‘remark’]</a:t>
            </a:r>
            <a:r>
              <a:rPr lang="ja-JP" altLang="en-US" sz="1600">
                <a:latin typeface="メイリオ" panose="020B0604030504040204" pitchFamily="50" charset="-128"/>
                <a:ea typeface="メイリオ" panose="020B0604030504040204" pitchFamily="50" charset="-128"/>
              </a:rPr>
              <a:t>の有無に応じた適切なハンドリングができているか</a:t>
            </a:r>
            <a:endParaRPr lang="en-US" altLang="ja-JP" sz="1600">
              <a:latin typeface="メイリオ" panose="020B0604030504040204" pitchFamily="50" charset="-128"/>
              <a:ea typeface="メイリオ" panose="020B0604030504040204" pitchFamily="50" charset="-128"/>
            </a:endParaRPr>
          </a:p>
          <a:p>
            <a:pPr marL="1371600" lvl="2" indent="-457200">
              <a:lnSpc>
                <a:spcPct val="150000"/>
              </a:lnSpc>
              <a:buFont typeface="Arial" panose="020B0604020202020204" pitchFamily="34" charset="0"/>
              <a:buChar char="•"/>
            </a:pPr>
            <a:r>
              <a:rPr lang="en-US" altLang="ja-JP" sz="1600">
                <a:latin typeface="メイリオ" panose="020B0604030504040204" pitchFamily="50" charset="-128"/>
                <a:ea typeface="メイリオ" panose="020B0604030504040204" pitchFamily="50" charset="-128"/>
              </a:rPr>
              <a:t>append</a:t>
            </a:r>
            <a:r>
              <a:rPr lang="ja-JP" altLang="en-US" sz="1600">
                <a:latin typeface="メイリオ" panose="020B0604030504040204" pitchFamily="50" charset="-128"/>
                <a:ea typeface="メイリオ" panose="020B0604030504040204" pitchFamily="50" charset="-128"/>
              </a:rPr>
              <a:t>メソッドを用いた配列への追加ができているか</a:t>
            </a:r>
            <a:endParaRPr lang="en-US" altLang="ja-JP" sz="1600">
              <a:latin typeface="メイリオ" panose="020B0604030504040204" pitchFamily="50" charset="-128"/>
              <a:ea typeface="メイリオ" panose="020B0604030504040204" pitchFamily="50" charset="-128"/>
            </a:endParaRPr>
          </a:p>
          <a:p>
            <a:pPr marL="914400" lvl="1" indent="-457200">
              <a:lnSpc>
                <a:spcPct val="150000"/>
              </a:lnSpc>
              <a:buFont typeface="Arial" panose="020B0604020202020204" pitchFamily="34" charset="0"/>
              <a:buChar char="•"/>
            </a:pPr>
            <a:r>
              <a:rPr lang="en-US" altLang="ja-JP" sz="1600" err="1">
                <a:latin typeface="メイリオ" panose="020B0604030504040204" pitchFamily="50" charset="-128"/>
                <a:ea typeface="メイリオ" panose="020B0604030504040204" pitchFamily="50" charset="-128"/>
              </a:rPr>
              <a:t>openpyxl</a:t>
            </a:r>
            <a:r>
              <a:rPr lang="ja-JP" altLang="en-US" sz="1600">
                <a:latin typeface="メイリオ" panose="020B0604030504040204" pitchFamily="50" charset="-128"/>
                <a:ea typeface="メイリオ" panose="020B0604030504040204" pitchFamily="50" charset="-128"/>
              </a:rPr>
              <a:t>パッケージを使用し、適切に</a:t>
            </a:r>
            <a:r>
              <a:rPr lang="en-US" altLang="ja-JP" sz="1600">
                <a:latin typeface="メイリオ" panose="020B0604030504040204" pitchFamily="50" charset="-128"/>
                <a:ea typeface="メイリオ" panose="020B0604030504040204" pitchFamily="50" charset="-128"/>
              </a:rPr>
              <a:t>xlsx</a:t>
            </a:r>
            <a:r>
              <a:rPr lang="ja-JP" altLang="en-US" sz="1600">
                <a:latin typeface="メイリオ" panose="020B0604030504040204" pitchFamily="50" charset="-128"/>
                <a:ea typeface="メイリオ" panose="020B0604030504040204" pitchFamily="50" charset="-128"/>
              </a:rPr>
              <a:t>ファイルを出力できているか</a:t>
            </a:r>
            <a:endParaRPr lang="en-US" altLang="ja-JP" sz="1600">
              <a:solidFill>
                <a:schemeClr val="tx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29141654"/>
      </p:ext>
    </p:extLst>
  </p:cSld>
  <p:clrMapOvr>
    <a:masterClrMapping/>
  </p:clrMapOvr>
  <p:extLst>
    <p:ext uri="{6950BFC3-D8DA-4A85-94F7-54DA5524770B}">
      <p188:commentRel xmlns:p188="http://schemas.microsoft.com/office/powerpoint/2018/8/main" r:id="rId2"/>
    </p:ext>
  </p:extLs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6BCBA-3A50-333B-2B6F-5D287B1B87A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EFD2D9B-BB39-9BAD-D290-7117FB381E4E}"/>
              </a:ext>
            </a:extLst>
          </p:cNvPr>
          <p:cNvSpPr>
            <a:spLocks noGrp="1"/>
          </p:cNvSpPr>
          <p:nvPr>
            <p:ph type="title"/>
          </p:nvPr>
        </p:nvSpPr>
        <p:spPr>
          <a:xfrm>
            <a:off x="759541" y="535713"/>
            <a:ext cx="10515600" cy="503555"/>
          </a:xfrm>
        </p:spPr>
        <p:txBody>
          <a:bodyPr/>
          <a:lstStyle/>
          <a:p>
            <a:r>
              <a:rPr lang="ja-JP" altLang="en-US" b="1">
                <a:solidFill>
                  <a:schemeClr val="tx2"/>
                </a:solidFill>
                <a:latin typeface="メイリオ" panose="020B0604030504040204" pitchFamily="50" charset="-128"/>
                <a:ea typeface="メイリオ" panose="020B0604030504040204" pitchFamily="50" charset="-128"/>
              </a:rPr>
              <a:t>研修③：スクリプト作成：テスト結果の外部通知</a:t>
            </a:r>
          </a:p>
        </p:txBody>
      </p:sp>
      <p:sp>
        <p:nvSpPr>
          <p:cNvPr id="4" name="スライド番号プレースホルダー 3">
            <a:extLst>
              <a:ext uri="{FF2B5EF4-FFF2-40B4-BE49-F238E27FC236}">
                <a16:creationId xmlns:a16="http://schemas.microsoft.com/office/drawing/2014/main" id="{D59F8211-3671-ADC7-42B9-C27295BDC8A5}"/>
              </a:ext>
            </a:extLst>
          </p:cNvPr>
          <p:cNvSpPr>
            <a:spLocks noGrp="1"/>
          </p:cNvSpPr>
          <p:nvPr>
            <p:ph type="sldNum" sz="quarter" idx="12"/>
          </p:nvPr>
        </p:nvSpPr>
        <p:spPr/>
        <p:txBody>
          <a:bodyPr/>
          <a:lstStyle/>
          <a:p>
            <a:fld id="{AEA9F59F-5AEA-DB42-A066-0EDE44B4D5E7}" type="slidenum">
              <a:rPr lang="ja-JP" altLang="en-US" smtClean="0"/>
              <a:pPr/>
              <a:t>24</a:t>
            </a:fld>
            <a:endParaRPr lang="ja-JP" altLang="en-US"/>
          </a:p>
        </p:txBody>
      </p:sp>
      <p:sp>
        <p:nvSpPr>
          <p:cNvPr id="3" name="タイトル 1">
            <a:extLst>
              <a:ext uri="{FF2B5EF4-FFF2-40B4-BE49-F238E27FC236}">
                <a16:creationId xmlns:a16="http://schemas.microsoft.com/office/drawing/2014/main" id="{1A1ECE2F-7B8B-AE76-4859-C3CFBC2B36BA}"/>
              </a:ext>
            </a:extLst>
          </p:cNvPr>
          <p:cNvSpPr txBox="1">
            <a:spLocks/>
          </p:cNvSpPr>
          <p:nvPr/>
        </p:nvSpPr>
        <p:spPr>
          <a:xfrm>
            <a:off x="1413389" y="1297858"/>
            <a:ext cx="10515600" cy="477152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3200" b="0" i="0" kern="1200">
                <a:solidFill>
                  <a:srgbClr val="004098"/>
                </a:solidFill>
                <a:latin typeface="Yu Gothic Medium" panose="020B0400000000000000" pitchFamily="34" charset="-128"/>
                <a:ea typeface="Yu Gothic Medium" panose="020B0400000000000000" pitchFamily="34" charset="-128"/>
                <a:cs typeface="+mj-cs"/>
              </a:defRPr>
            </a:lvl1pPr>
          </a:lstStyle>
          <a:p>
            <a:pPr marL="685800" lvl="1" indent="-228600">
              <a:buFont typeface="+mj-lt"/>
              <a:buAutoNum type="arabicPeriod"/>
            </a:pPr>
            <a:r>
              <a:rPr lang="en-US" altLang="ja-JP" sz="100">
                <a:latin typeface="メイリオ" panose="020B0604030504040204" pitchFamily="50" charset="-128"/>
                <a:ea typeface="メイリオ" panose="020B0604030504040204" pitchFamily="50" charset="-128"/>
              </a:rPr>
              <a:t>AI</a:t>
            </a:r>
            <a:r>
              <a:rPr lang="ja-JP" altLang="en-US" sz="100">
                <a:latin typeface="メイリオ" panose="020B0604030504040204" pitchFamily="50" charset="-128"/>
                <a:ea typeface="メイリオ" panose="020B0604030504040204" pitchFamily="50" charset="-128"/>
              </a:rPr>
              <a:t>を活用したテスト結果の分析</a:t>
            </a:r>
          </a:p>
        </p:txBody>
      </p:sp>
      <p:sp>
        <p:nvSpPr>
          <p:cNvPr id="6" name="テキスト ボックス 5">
            <a:extLst>
              <a:ext uri="{FF2B5EF4-FFF2-40B4-BE49-F238E27FC236}">
                <a16:creationId xmlns:a16="http://schemas.microsoft.com/office/drawing/2014/main" id="{069814B7-D34B-52D3-A1AE-59CA806A6601}"/>
              </a:ext>
            </a:extLst>
          </p:cNvPr>
          <p:cNvSpPr txBox="1"/>
          <p:nvPr/>
        </p:nvSpPr>
        <p:spPr>
          <a:xfrm>
            <a:off x="1281881" y="1571996"/>
            <a:ext cx="10202196" cy="3758721"/>
          </a:xfrm>
          <a:prstGeom prst="rect">
            <a:avLst/>
          </a:prstGeom>
          <a:noFill/>
        </p:spPr>
        <p:txBody>
          <a:bodyPr wrap="square" rtlCol="0">
            <a:spAutoFit/>
          </a:bodyPr>
          <a:lstStyle/>
          <a:p>
            <a:pPr>
              <a:lnSpc>
                <a:spcPct val="150000"/>
              </a:lnSpc>
            </a:pPr>
            <a:r>
              <a:rPr kumimoji="1" lang="ja-JP" altLang="en-US" b="1">
                <a:solidFill>
                  <a:schemeClr val="bg1">
                    <a:lumMod val="75000"/>
                  </a:schemeClr>
                </a:solidFill>
                <a:latin typeface="メイリオ" panose="020B0604030504040204" pitchFamily="50" charset="-128"/>
                <a:ea typeface="メイリオ" panose="020B0604030504040204" pitchFamily="50" charset="-128"/>
              </a:rPr>
              <a:t>①ワークフロー作成：自動実行の実装</a:t>
            </a:r>
            <a:endParaRPr lang="en-US" altLang="ja-JP" b="1">
              <a:solidFill>
                <a:schemeClr val="bg1">
                  <a:lumMod val="75000"/>
                </a:schemeClr>
              </a:solidFill>
              <a:latin typeface="メイリオ" panose="020B0604030504040204" pitchFamily="50" charset="-128"/>
              <a:ea typeface="メイリオ" panose="020B0604030504040204" pitchFamily="50" charset="-128"/>
            </a:endParaRPr>
          </a:p>
          <a:p>
            <a:pPr>
              <a:lnSpc>
                <a:spcPct val="150000"/>
              </a:lnSpc>
            </a:pPr>
            <a:r>
              <a:rPr kumimoji="1" lang="ja-JP" altLang="en-US" sz="1400">
                <a:solidFill>
                  <a:schemeClr val="bg1">
                    <a:lumMod val="75000"/>
                  </a:schemeClr>
                </a:solidFill>
                <a:latin typeface="メイリオ" panose="020B0604030504040204" pitchFamily="50" charset="-128"/>
                <a:ea typeface="メイリオ" panose="020B0604030504040204" pitchFamily="50" charset="-128"/>
              </a:rPr>
              <a:t>　　ワークフローの内容を定義する</a:t>
            </a:r>
            <a:r>
              <a:rPr kumimoji="1" lang="en-US" altLang="ja-JP" sz="1400" err="1">
                <a:solidFill>
                  <a:schemeClr val="bg1">
                    <a:lumMod val="75000"/>
                  </a:schemeClr>
                </a:solidFill>
                <a:latin typeface="メイリオ" panose="020B0604030504040204" pitchFamily="50" charset="-128"/>
                <a:ea typeface="メイリオ" panose="020B0604030504040204" pitchFamily="50" charset="-128"/>
              </a:rPr>
              <a:t>yaml</a:t>
            </a:r>
            <a:r>
              <a:rPr kumimoji="1" lang="ja-JP" altLang="en-US" sz="1400">
                <a:solidFill>
                  <a:schemeClr val="bg1">
                    <a:lumMod val="75000"/>
                  </a:schemeClr>
                </a:solidFill>
                <a:latin typeface="メイリオ" panose="020B0604030504040204" pitchFamily="50" charset="-128"/>
                <a:ea typeface="メイリオ" panose="020B0604030504040204" pitchFamily="50" charset="-128"/>
              </a:rPr>
              <a:t>ファイルの記法を理解し、要件に応じて作成できるようになる</a:t>
            </a:r>
            <a:endParaRPr kumimoji="1" lang="en-US" altLang="ja-JP" sz="1400">
              <a:solidFill>
                <a:schemeClr val="bg1">
                  <a:lumMod val="75000"/>
                </a:schemeClr>
              </a:solidFill>
              <a:latin typeface="メイリオ" panose="020B0604030504040204" pitchFamily="50" charset="-128"/>
              <a:ea typeface="メイリオ" panose="020B0604030504040204" pitchFamily="50" charset="-128"/>
            </a:endParaRPr>
          </a:p>
          <a:p>
            <a:pPr>
              <a:lnSpc>
                <a:spcPct val="150000"/>
              </a:lnSpc>
            </a:pPr>
            <a:r>
              <a:rPr lang="ja-JP" altLang="en-US" b="1">
                <a:solidFill>
                  <a:schemeClr val="bg1">
                    <a:lumMod val="75000"/>
                  </a:schemeClr>
                </a:solidFill>
                <a:latin typeface="メイリオ" panose="020B0604030504040204" pitchFamily="50" charset="-128"/>
                <a:ea typeface="メイリオ" panose="020B0604030504040204" pitchFamily="50" charset="-128"/>
              </a:rPr>
              <a:t>②スクリプト作成：テスト結果データの整形</a:t>
            </a:r>
            <a:endParaRPr lang="en-US" altLang="ja-JP" b="1">
              <a:solidFill>
                <a:schemeClr val="bg1">
                  <a:lumMod val="75000"/>
                </a:schemeClr>
              </a:solidFill>
              <a:latin typeface="メイリオ" panose="020B0604030504040204" pitchFamily="50" charset="-128"/>
              <a:ea typeface="メイリオ" panose="020B0604030504040204" pitchFamily="50" charset="-128"/>
            </a:endParaRPr>
          </a:p>
          <a:p>
            <a:pPr>
              <a:lnSpc>
                <a:spcPct val="150000"/>
              </a:lnSpc>
            </a:pPr>
            <a:r>
              <a:rPr lang="ja-JP" altLang="en-US" sz="1400">
                <a:solidFill>
                  <a:schemeClr val="bg1">
                    <a:lumMod val="75000"/>
                  </a:schemeClr>
                </a:solidFill>
                <a:latin typeface="メイリオ" panose="020B0604030504040204" pitchFamily="50" charset="-128"/>
                <a:ea typeface="メイリオ" panose="020B0604030504040204" pitchFamily="50" charset="-128"/>
              </a:rPr>
              <a:t>　　テスト結果データをユーザーにも見やすい</a:t>
            </a:r>
            <a:r>
              <a:rPr lang="en-US" altLang="ja-JP" sz="1400">
                <a:solidFill>
                  <a:schemeClr val="bg1">
                    <a:lumMod val="75000"/>
                  </a:schemeClr>
                </a:solidFill>
                <a:latin typeface="メイリオ" panose="020B0604030504040204" pitchFamily="50" charset="-128"/>
                <a:ea typeface="メイリオ" panose="020B0604030504040204" pitchFamily="50" charset="-128"/>
              </a:rPr>
              <a:t>xlsx</a:t>
            </a:r>
            <a:r>
              <a:rPr lang="ja-JP" altLang="en-US" sz="1400">
                <a:solidFill>
                  <a:schemeClr val="bg1">
                    <a:lumMod val="75000"/>
                  </a:schemeClr>
                </a:solidFill>
                <a:latin typeface="メイリオ" panose="020B0604030504040204" pitchFamily="50" charset="-128"/>
                <a:ea typeface="メイリオ" panose="020B0604030504040204" pitchFamily="50" charset="-128"/>
              </a:rPr>
              <a:t>ファイルに整形する</a:t>
            </a:r>
            <a:r>
              <a:rPr lang="en-US" altLang="ja-JP" sz="1400">
                <a:solidFill>
                  <a:schemeClr val="bg1">
                    <a:lumMod val="75000"/>
                  </a:schemeClr>
                </a:solidFill>
                <a:latin typeface="メイリオ" panose="020B0604030504040204" pitchFamily="50" charset="-128"/>
                <a:ea typeface="メイリオ" panose="020B0604030504040204" pitchFamily="50" charset="-128"/>
              </a:rPr>
              <a:t>python</a:t>
            </a:r>
            <a:r>
              <a:rPr lang="ja-JP" altLang="en-US" sz="1400">
                <a:solidFill>
                  <a:schemeClr val="bg1">
                    <a:lumMod val="75000"/>
                  </a:schemeClr>
                </a:solidFill>
                <a:latin typeface="メイリオ" panose="020B0604030504040204" pitchFamily="50" charset="-128"/>
                <a:ea typeface="メイリオ" panose="020B0604030504040204" pitchFamily="50" charset="-128"/>
              </a:rPr>
              <a:t>スクリプトを実装できるようになる</a:t>
            </a:r>
            <a:endParaRPr lang="en-US" altLang="ja-JP" sz="1400">
              <a:solidFill>
                <a:schemeClr val="bg1">
                  <a:lumMod val="75000"/>
                </a:schemeClr>
              </a:solidFill>
              <a:latin typeface="メイリオ" panose="020B0604030504040204" pitchFamily="50" charset="-128"/>
              <a:ea typeface="メイリオ" panose="020B0604030504040204" pitchFamily="50" charset="-128"/>
            </a:endParaRPr>
          </a:p>
          <a:p>
            <a:pPr>
              <a:lnSpc>
                <a:spcPct val="150000"/>
              </a:lnSpc>
            </a:pPr>
            <a:r>
              <a:rPr lang="ja-JP" altLang="en-US" b="1">
                <a:latin typeface="メイリオ" panose="020B0604030504040204" pitchFamily="50" charset="-128"/>
                <a:ea typeface="メイリオ" panose="020B0604030504040204" pitchFamily="50" charset="-128"/>
              </a:rPr>
              <a:t>③スクリプト作成：テスト結果の外部通知</a:t>
            </a:r>
            <a:endParaRPr lang="en-US" altLang="ja-JP" b="1">
              <a:latin typeface="メイリオ" panose="020B0604030504040204" pitchFamily="50" charset="-128"/>
              <a:ea typeface="メイリオ" panose="020B0604030504040204" pitchFamily="50" charset="-128"/>
            </a:endParaRPr>
          </a:p>
          <a:p>
            <a:pPr>
              <a:lnSpc>
                <a:spcPct val="150000"/>
              </a:lnSpc>
            </a:pPr>
            <a:r>
              <a:rPr lang="ja-JP" altLang="en-US" sz="1400">
                <a:latin typeface="メイリオ" panose="020B0604030504040204" pitchFamily="50" charset="-128"/>
                <a:ea typeface="メイリオ" panose="020B0604030504040204" pitchFamily="50" charset="-128"/>
              </a:rPr>
              <a:t>　　</a:t>
            </a:r>
            <a:r>
              <a:rPr lang="en-US" altLang="ja-JP" sz="1400">
                <a:latin typeface="メイリオ" panose="020B0604030504040204" pitchFamily="50" charset="-128"/>
                <a:ea typeface="メイリオ" panose="020B0604030504040204" pitchFamily="50" charset="-128"/>
              </a:rPr>
              <a:t>API</a:t>
            </a:r>
            <a:r>
              <a:rPr lang="ja-JP" altLang="en-US" sz="1400">
                <a:latin typeface="メイリオ" panose="020B0604030504040204" pitchFamily="50" charset="-128"/>
                <a:ea typeface="メイリオ" panose="020B0604030504040204" pitchFamily="50" charset="-128"/>
              </a:rPr>
              <a:t>通信を実現し、外部ツール</a:t>
            </a:r>
            <a:r>
              <a:rPr lang="en-US" altLang="ja-JP" sz="1400">
                <a:latin typeface="メイリオ" panose="020B0604030504040204" pitchFamily="50" charset="-128"/>
                <a:ea typeface="メイリオ" panose="020B0604030504040204" pitchFamily="50" charset="-128"/>
              </a:rPr>
              <a:t>(slack)</a:t>
            </a:r>
            <a:r>
              <a:rPr lang="ja-JP" altLang="en-US" sz="1400">
                <a:latin typeface="メイリオ" panose="020B0604030504040204" pitchFamily="50" charset="-128"/>
                <a:ea typeface="メイリオ" panose="020B0604030504040204" pitchFamily="50" charset="-128"/>
              </a:rPr>
              <a:t>を使用してテスト結果を通知する</a:t>
            </a:r>
            <a:r>
              <a:rPr lang="en-US" altLang="ja-JP" sz="1400">
                <a:latin typeface="メイリオ" panose="020B0604030504040204" pitchFamily="50" charset="-128"/>
                <a:ea typeface="メイリオ" panose="020B0604030504040204" pitchFamily="50" charset="-128"/>
              </a:rPr>
              <a:t>python</a:t>
            </a:r>
            <a:r>
              <a:rPr lang="ja-JP" altLang="en-US" sz="1400">
                <a:latin typeface="メイリオ" panose="020B0604030504040204" pitchFamily="50" charset="-128"/>
                <a:ea typeface="メイリオ" panose="020B0604030504040204" pitchFamily="50" charset="-128"/>
              </a:rPr>
              <a:t>スクリプトを実装できるようになる</a:t>
            </a:r>
            <a:endParaRPr lang="en-US" altLang="ja-JP" sz="1400">
              <a:latin typeface="メイリオ" panose="020B0604030504040204" pitchFamily="50" charset="-128"/>
              <a:ea typeface="メイリオ" panose="020B0604030504040204" pitchFamily="50" charset="-128"/>
            </a:endParaRPr>
          </a:p>
          <a:p>
            <a:pPr>
              <a:lnSpc>
                <a:spcPct val="150000"/>
              </a:lnSpc>
            </a:pPr>
            <a:r>
              <a:rPr lang="ja-JP" altLang="en-US" b="1">
                <a:solidFill>
                  <a:schemeClr val="bg1">
                    <a:lumMod val="75000"/>
                  </a:schemeClr>
                </a:solidFill>
                <a:latin typeface="メイリオ" panose="020B0604030504040204" pitchFamily="50" charset="-128"/>
                <a:ea typeface="メイリオ" panose="020B0604030504040204" pitchFamily="50" charset="-128"/>
              </a:rPr>
              <a:t>④スクリプト作成：</a:t>
            </a:r>
            <a:r>
              <a:rPr lang="en-US" altLang="ja-JP" b="1">
                <a:solidFill>
                  <a:schemeClr val="bg1">
                    <a:lumMod val="75000"/>
                  </a:schemeClr>
                </a:solidFill>
                <a:latin typeface="メイリオ" panose="020B0604030504040204" pitchFamily="50" charset="-128"/>
                <a:ea typeface="メイリオ" panose="020B0604030504040204" pitchFamily="50" charset="-128"/>
              </a:rPr>
              <a:t>AI</a:t>
            </a:r>
            <a:r>
              <a:rPr lang="ja-JP" altLang="en-US" b="1">
                <a:solidFill>
                  <a:schemeClr val="bg1">
                    <a:lumMod val="75000"/>
                  </a:schemeClr>
                </a:solidFill>
                <a:latin typeface="メイリオ" panose="020B0604030504040204" pitchFamily="50" charset="-128"/>
                <a:ea typeface="メイリオ" panose="020B0604030504040204" pitchFamily="50" charset="-128"/>
              </a:rPr>
              <a:t>を活用したテスト結果の分析</a:t>
            </a:r>
            <a:endParaRPr lang="en-US" altLang="ja-JP" b="1">
              <a:solidFill>
                <a:schemeClr val="bg1">
                  <a:lumMod val="75000"/>
                </a:schemeClr>
              </a:solidFill>
              <a:latin typeface="メイリオ" panose="020B0604030504040204" pitchFamily="50" charset="-128"/>
              <a:ea typeface="メイリオ" panose="020B0604030504040204" pitchFamily="50" charset="-128"/>
            </a:endParaRPr>
          </a:p>
          <a:p>
            <a:pPr>
              <a:lnSpc>
                <a:spcPct val="150000"/>
              </a:lnSpc>
            </a:pPr>
            <a:r>
              <a:rPr lang="ja-JP" altLang="en-US" sz="1400">
                <a:solidFill>
                  <a:schemeClr val="bg1">
                    <a:lumMod val="75000"/>
                  </a:schemeClr>
                </a:solidFill>
                <a:latin typeface="メイリオ" panose="020B0604030504040204" pitchFamily="50" charset="-128"/>
                <a:ea typeface="メイリオ" panose="020B0604030504040204" pitchFamily="50" charset="-128"/>
              </a:rPr>
              <a:t>　　</a:t>
            </a:r>
            <a:r>
              <a:rPr lang="en-US" altLang="ja-JP" sz="1400">
                <a:solidFill>
                  <a:schemeClr val="bg1">
                    <a:lumMod val="75000"/>
                  </a:schemeClr>
                </a:solidFill>
                <a:latin typeface="メイリオ" panose="020B0604030504040204" pitchFamily="50" charset="-128"/>
                <a:ea typeface="メイリオ" panose="020B0604030504040204" pitchFamily="50" charset="-128"/>
              </a:rPr>
              <a:t>API</a:t>
            </a:r>
            <a:r>
              <a:rPr lang="ja-JP" altLang="en-US" sz="1400">
                <a:solidFill>
                  <a:schemeClr val="bg1">
                    <a:lumMod val="75000"/>
                  </a:schemeClr>
                </a:solidFill>
                <a:latin typeface="メイリオ" panose="020B0604030504040204" pitchFamily="50" charset="-128"/>
                <a:ea typeface="メイリオ" panose="020B0604030504040204" pitchFamily="50" charset="-128"/>
              </a:rPr>
              <a:t>通信を実現し、</a:t>
            </a:r>
            <a:r>
              <a:rPr lang="en-US" altLang="ja-JP" sz="1400">
                <a:solidFill>
                  <a:schemeClr val="bg1">
                    <a:lumMod val="75000"/>
                  </a:schemeClr>
                </a:solidFill>
                <a:latin typeface="メイリオ" panose="020B0604030504040204" pitchFamily="50" charset="-128"/>
                <a:ea typeface="メイリオ" panose="020B0604030504040204" pitchFamily="50" charset="-128"/>
              </a:rPr>
              <a:t>AI</a:t>
            </a:r>
            <a:r>
              <a:rPr lang="ja-JP" altLang="en-US" sz="1400">
                <a:solidFill>
                  <a:schemeClr val="bg1">
                    <a:lumMod val="75000"/>
                  </a:schemeClr>
                </a:solidFill>
                <a:latin typeface="メイリオ" panose="020B0604030504040204" pitchFamily="50" charset="-128"/>
                <a:ea typeface="メイリオ" panose="020B0604030504040204" pitchFamily="50" charset="-128"/>
              </a:rPr>
              <a:t>を活用したテスト結果の分析を行う</a:t>
            </a:r>
            <a:r>
              <a:rPr lang="en-US" altLang="ja-JP" sz="1400">
                <a:solidFill>
                  <a:schemeClr val="bg1">
                    <a:lumMod val="75000"/>
                  </a:schemeClr>
                </a:solidFill>
                <a:latin typeface="メイリオ" panose="020B0604030504040204" pitchFamily="50" charset="-128"/>
                <a:ea typeface="メイリオ" panose="020B0604030504040204" pitchFamily="50" charset="-128"/>
              </a:rPr>
              <a:t>python</a:t>
            </a:r>
            <a:r>
              <a:rPr lang="ja-JP" altLang="en-US" sz="1400">
                <a:solidFill>
                  <a:schemeClr val="bg1">
                    <a:lumMod val="75000"/>
                  </a:schemeClr>
                </a:solidFill>
                <a:latin typeface="メイリオ" panose="020B0604030504040204" pitchFamily="50" charset="-128"/>
                <a:ea typeface="メイリオ" panose="020B0604030504040204" pitchFamily="50" charset="-128"/>
              </a:rPr>
              <a:t>スクリプトを実装できるようになる</a:t>
            </a:r>
            <a:endParaRPr lang="en-US" altLang="ja-JP" sz="1400">
              <a:solidFill>
                <a:schemeClr val="bg1">
                  <a:lumMod val="75000"/>
                </a:schemeClr>
              </a:solidFill>
              <a:latin typeface="メイリオ" panose="020B0604030504040204" pitchFamily="50" charset="-128"/>
              <a:ea typeface="メイリオ" panose="020B0604030504040204" pitchFamily="50" charset="-128"/>
            </a:endParaRPr>
          </a:p>
          <a:p>
            <a:pPr>
              <a:lnSpc>
                <a:spcPct val="150000"/>
              </a:lnSpc>
            </a:pPr>
            <a:r>
              <a:rPr lang="ja-JP" altLang="en-US" b="1">
                <a:solidFill>
                  <a:schemeClr val="bg1">
                    <a:lumMod val="75000"/>
                  </a:schemeClr>
                </a:solidFill>
                <a:latin typeface="メイリオ" panose="020B0604030504040204" pitchFamily="50" charset="-128"/>
                <a:ea typeface="メイリオ" panose="020B0604030504040204" pitchFamily="50" charset="-128"/>
              </a:rPr>
              <a:t>⑤ワークフロー作成：②～④を自動実行するワークフローの完成</a:t>
            </a:r>
            <a:endParaRPr lang="en-US" altLang="ja-JP" b="1">
              <a:solidFill>
                <a:schemeClr val="bg1">
                  <a:lumMod val="75000"/>
                </a:schemeClr>
              </a:solidFill>
              <a:latin typeface="メイリオ" panose="020B0604030504040204" pitchFamily="50" charset="-128"/>
              <a:ea typeface="メイリオ" panose="020B0604030504040204" pitchFamily="50" charset="-128"/>
            </a:endParaRPr>
          </a:p>
          <a:p>
            <a:pPr>
              <a:lnSpc>
                <a:spcPct val="150000"/>
              </a:lnSpc>
            </a:pPr>
            <a:r>
              <a:rPr lang="ja-JP" altLang="en-US" sz="1400">
                <a:solidFill>
                  <a:schemeClr val="bg1">
                    <a:lumMod val="75000"/>
                  </a:schemeClr>
                </a:solidFill>
                <a:latin typeface="メイリオ" panose="020B0604030504040204" pitchFamily="50" charset="-128"/>
                <a:ea typeface="メイリオ" panose="020B0604030504040204" pitchFamily="50" charset="-128"/>
              </a:rPr>
              <a:t>　　各手順を自動実行する</a:t>
            </a:r>
            <a:r>
              <a:rPr lang="en-US" altLang="ja-JP" sz="1400" err="1">
                <a:solidFill>
                  <a:schemeClr val="bg1">
                    <a:lumMod val="75000"/>
                  </a:schemeClr>
                </a:solidFill>
                <a:latin typeface="メイリオ" panose="020B0604030504040204" pitchFamily="50" charset="-128"/>
                <a:ea typeface="メイリオ" panose="020B0604030504040204" pitchFamily="50" charset="-128"/>
              </a:rPr>
              <a:t>yaml</a:t>
            </a:r>
            <a:r>
              <a:rPr lang="ja-JP" altLang="en-US" sz="1400">
                <a:solidFill>
                  <a:schemeClr val="bg1">
                    <a:lumMod val="75000"/>
                  </a:schemeClr>
                </a:solidFill>
                <a:latin typeface="メイリオ" panose="020B0604030504040204" pitchFamily="50" charset="-128"/>
                <a:ea typeface="メイリオ" panose="020B0604030504040204" pitchFamily="50" charset="-128"/>
              </a:rPr>
              <a:t>を作成し、動作確認が取れるようになる</a:t>
            </a:r>
            <a:endParaRPr lang="en-US" altLang="ja-JP" sz="1400">
              <a:solidFill>
                <a:schemeClr val="bg1">
                  <a:lumMod val="75000"/>
                </a:schemeClr>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8341395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E8FCB-B155-F3CB-4212-2F44AAEBD719}"/>
            </a:ext>
          </a:extLst>
        </p:cNvPr>
        <p:cNvGrpSpPr/>
        <p:nvPr/>
      </p:nvGrpSpPr>
      <p:grpSpPr>
        <a:xfrm>
          <a:off x="0" y="0"/>
          <a:ext cx="0" cy="0"/>
          <a:chOff x="0" y="0"/>
          <a:chExt cx="0" cy="0"/>
        </a:xfrm>
      </p:grpSpPr>
      <p:sp>
        <p:nvSpPr>
          <p:cNvPr id="9" name="フローチャート: 磁気ディスク 8">
            <a:extLst>
              <a:ext uri="{FF2B5EF4-FFF2-40B4-BE49-F238E27FC236}">
                <a16:creationId xmlns:a16="http://schemas.microsoft.com/office/drawing/2014/main" id="{699ABB8F-8F12-0077-25A5-79A2C1593C29}"/>
              </a:ext>
            </a:extLst>
          </p:cNvPr>
          <p:cNvSpPr/>
          <p:nvPr/>
        </p:nvSpPr>
        <p:spPr>
          <a:xfrm>
            <a:off x="921485" y="4265569"/>
            <a:ext cx="7327779" cy="2056718"/>
          </a:xfrm>
          <a:prstGeom prst="flowChartMagneticDisk">
            <a:avLst/>
          </a:prstGeom>
          <a:solidFill>
            <a:srgbClr val="C2FFBF"/>
          </a:solidFill>
          <a:ln w="38100">
            <a:solidFill>
              <a:srgbClr val="0045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b="1">
                <a:solidFill>
                  <a:schemeClr val="tx1"/>
                </a:solidFill>
                <a:latin typeface="メイリオ" panose="020B0604030504040204" pitchFamily="50" charset="-128"/>
                <a:ea typeface="メイリオ" panose="020B0604030504040204" pitchFamily="50" charset="-128"/>
              </a:rPr>
              <a:t>スクリプト</a:t>
            </a:r>
          </a:p>
        </p:txBody>
      </p:sp>
      <p:sp>
        <p:nvSpPr>
          <p:cNvPr id="2" name="タイトル 1">
            <a:extLst>
              <a:ext uri="{FF2B5EF4-FFF2-40B4-BE49-F238E27FC236}">
                <a16:creationId xmlns:a16="http://schemas.microsoft.com/office/drawing/2014/main" id="{56E76FCC-FBAD-3141-47D1-431C94F46E07}"/>
              </a:ext>
            </a:extLst>
          </p:cNvPr>
          <p:cNvSpPr>
            <a:spLocks noGrp="1"/>
          </p:cNvSpPr>
          <p:nvPr>
            <p:ph type="title"/>
          </p:nvPr>
        </p:nvSpPr>
        <p:spPr>
          <a:xfrm>
            <a:off x="759541" y="535713"/>
            <a:ext cx="10515600" cy="503555"/>
          </a:xfrm>
        </p:spPr>
        <p:txBody>
          <a:bodyPr/>
          <a:lstStyle/>
          <a:p>
            <a:r>
              <a:rPr lang="ja-JP" altLang="en-US" b="1">
                <a:solidFill>
                  <a:schemeClr val="tx2"/>
                </a:solidFill>
                <a:latin typeface="メイリオ" panose="020B0604030504040204" pitchFamily="50" charset="-128"/>
                <a:ea typeface="メイリオ" panose="020B0604030504040204" pitchFamily="50" charset="-128"/>
              </a:rPr>
              <a:t>研修③：スクリプト作成：テスト結果の外部通知</a:t>
            </a:r>
            <a:endParaRPr lang="ja-JP" altLang="en-US" b="1">
              <a:latin typeface="メイリオ" panose="020B0604030504040204" pitchFamily="50" charset="-128"/>
              <a:ea typeface="メイリオ" panose="020B0604030504040204" pitchFamily="50" charset="-128"/>
            </a:endParaRPr>
          </a:p>
        </p:txBody>
      </p:sp>
      <p:sp>
        <p:nvSpPr>
          <p:cNvPr id="4" name="スライド番号プレースホルダー 3">
            <a:extLst>
              <a:ext uri="{FF2B5EF4-FFF2-40B4-BE49-F238E27FC236}">
                <a16:creationId xmlns:a16="http://schemas.microsoft.com/office/drawing/2014/main" id="{61B7DFB6-F6D8-C01E-6D3E-988E57858075}"/>
              </a:ext>
            </a:extLst>
          </p:cNvPr>
          <p:cNvSpPr>
            <a:spLocks noGrp="1"/>
          </p:cNvSpPr>
          <p:nvPr>
            <p:ph type="sldNum" sz="quarter" idx="12"/>
          </p:nvPr>
        </p:nvSpPr>
        <p:spPr/>
        <p:txBody>
          <a:bodyPr/>
          <a:lstStyle/>
          <a:p>
            <a:fld id="{AEA9F59F-5AEA-DB42-A066-0EDE44B4D5E7}" type="slidenum">
              <a:rPr lang="ja-JP" altLang="en-US" smtClean="0"/>
              <a:pPr/>
              <a:t>25</a:t>
            </a:fld>
            <a:endParaRPr lang="ja-JP" altLang="en-US"/>
          </a:p>
        </p:txBody>
      </p:sp>
      <p:sp>
        <p:nvSpPr>
          <p:cNvPr id="5" name="フローチャート: 直接アクセス記憶 4">
            <a:extLst>
              <a:ext uri="{FF2B5EF4-FFF2-40B4-BE49-F238E27FC236}">
                <a16:creationId xmlns:a16="http://schemas.microsoft.com/office/drawing/2014/main" id="{BB4ECDD8-ED75-1DC0-10BD-C366EAA2086A}"/>
              </a:ext>
            </a:extLst>
          </p:cNvPr>
          <p:cNvSpPr/>
          <p:nvPr/>
        </p:nvSpPr>
        <p:spPr>
          <a:xfrm>
            <a:off x="4585374" y="2063543"/>
            <a:ext cx="3304393" cy="2524029"/>
          </a:xfrm>
          <a:prstGeom prst="flowChartMagneticDrum">
            <a:avLst/>
          </a:prstGeom>
          <a:solidFill>
            <a:srgbClr val="C2FFBF"/>
          </a:solidFill>
          <a:ln w="38100">
            <a:solidFill>
              <a:srgbClr val="0045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a:solidFill>
                  <a:schemeClr val="tx1"/>
                </a:solidFill>
                <a:latin typeface="メイリオ" panose="020B0604030504040204" pitchFamily="50" charset="-128"/>
                <a:ea typeface="メイリオ" panose="020B0604030504040204" pitchFamily="50" charset="-128"/>
              </a:rPr>
              <a:t>Slack</a:t>
            </a:r>
            <a:r>
              <a:rPr lang="ja-JP" altLang="en-US" sz="2000" b="1">
                <a:solidFill>
                  <a:schemeClr val="tx1"/>
                </a:solidFill>
                <a:latin typeface="メイリオ" panose="020B0604030504040204" pitchFamily="50" charset="-128"/>
                <a:ea typeface="メイリオ" panose="020B0604030504040204" pitchFamily="50" charset="-128"/>
              </a:rPr>
              <a:t> </a:t>
            </a:r>
            <a:r>
              <a:rPr lang="en-US" altLang="ja-JP" sz="2000" b="1">
                <a:solidFill>
                  <a:schemeClr val="tx1"/>
                </a:solidFill>
                <a:latin typeface="メイリオ" panose="020B0604030504040204" pitchFamily="50" charset="-128"/>
                <a:ea typeface="メイリオ" panose="020B0604030504040204" pitchFamily="50" charset="-128"/>
              </a:rPr>
              <a:t>Webhook</a:t>
            </a:r>
            <a:r>
              <a:rPr lang="ja-JP" altLang="en-US" sz="2000" b="1">
                <a:solidFill>
                  <a:schemeClr val="tx1"/>
                </a:solidFill>
                <a:latin typeface="メイリオ" panose="020B0604030504040204" pitchFamily="50" charset="-128"/>
                <a:ea typeface="メイリオ" panose="020B0604030504040204" pitchFamily="50" charset="-128"/>
              </a:rPr>
              <a:t> </a:t>
            </a:r>
            <a:r>
              <a:rPr lang="en-US" altLang="ja-JP" sz="2000" b="1">
                <a:solidFill>
                  <a:schemeClr val="tx1"/>
                </a:solidFill>
                <a:latin typeface="メイリオ" panose="020B0604030504040204" pitchFamily="50" charset="-128"/>
                <a:ea typeface="メイリオ" panose="020B0604030504040204" pitchFamily="50" charset="-128"/>
              </a:rPr>
              <a:t>URL</a:t>
            </a:r>
            <a:endParaRPr kumimoji="1" lang="ja-JP" altLang="en-US" sz="2000" b="1">
              <a:solidFill>
                <a:schemeClr val="tx1"/>
              </a:solidFill>
              <a:latin typeface="メイリオ" panose="020B0604030504040204" pitchFamily="50" charset="-128"/>
              <a:ea typeface="メイリオ" panose="020B0604030504040204" pitchFamily="50" charset="-128"/>
            </a:endParaRPr>
          </a:p>
        </p:txBody>
      </p:sp>
      <p:sp>
        <p:nvSpPr>
          <p:cNvPr id="6" name="四角形: メモ 5">
            <a:extLst>
              <a:ext uri="{FF2B5EF4-FFF2-40B4-BE49-F238E27FC236}">
                <a16:creationId xmlns:a16="http://schemas.microsoft.com/office/drawing/2014/main" id="{A5FE0D78-62DD-9034-7687-D00162E9B81D}"/>
              </a:ext>
            </a:extLst>
          </p:cNvPr>
          <p:cNvSpPr/>
          <p:nvPr/>
        </p:nvSpPr>
        <p:spPr>
          <a:xfrm>
            <a:off x="1122235" y="2460980"/>
            <a:ext cx="2557614" cy="1936038"/>
          </a:xfrm>
          <a:prstGeom prst="foldedCorner">
            <a:avLst/>
          </a:prstGeom>
          <a:solidFill>
            <a:schemeClr val="bg2">
              <a:lumMod val="20000"/>
              <a:lumOff val="80000"/>
            </a:schemeClr>
          </a:solidFill>
          <a:ln w="3810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en-US" altLang="ja-JP" sz="2000" b="1">
              <a:solidFill>
                <a:schemeClr val="tx1"/>
              </a:solidFill>
              <a:latin typeface="メイリオ" panose="020B0604030504040204" pitchFamily="50" charset="-128"/>
              <a:ea typeface="メイリオ" panose="020B0604030504040204" pitchFamily="50" charset="-128"/>
            </a:endParaRPr>
          </a:p>
          <a:p>
            <a:pPr algn="ctr"/>
            <a:r>
              <a:rPr kumimoji="1" lang="ja-JP" altLang="en-US" sz="2000" b="1">
                <a:solidFill>
                  <a:schemeClr val="tx1"/>
                </a:solidFill>
                <a:latin typeface="メイリオ" panose="020B0604030504040204" pitchFamily="50" charset="-128"/>
                <a:ea typeface="メイリオ" panose="020B0604030504040204" pitchFamily="50" charset="-128"/>
              </a:rPr>
              <a:t>通知したい内容</a:t>
            </a:r>
          </a:p>
        </p:txBody>
      </p:sp>
      <p:sp>
        <p:nvSpPr>
          <p:cNvPr id="7" name="吹き出し: 円形 6">
            <a:extLst>
              <a:ext uri="{FF2B5EF4-FFF2-40B4-BE49-F238E27FC236}">
                <a16:creationId xmlns:a16="http://schemas.microsoft.com/office/drawing/2014/main" id="{4D93F98D-751B-7A84-937F-E3EEBD2585A0}"/>
              </a:ext>
            </a:extLst>
          </p:cNvPr>
          <p:cNvSpPr/>
          <p:nvPr/>
        </p:nvSpPr>
        <p:spPr>
          <a:xfrm>
            <a:off x="8318090" y="2273275"/>
            <a:ext cx="3409335" cy="1936038"/>
          </a:xfrm>
          <a:prstGeom prst="wedgeEllipseCallout">
            <a:avLst>
              <a:gd name="adj1" fmla="val -71302"/>
              <a:gd name="adj2" fmla="val 6128"/>
            </a:avLst>
          </a:prstGeom>
          <a:solidFill>
            <a:srgbClr val="C2FFBF"/>
          </a:solidFill>
          <a:ln w="38100">
            <a:solidFill>
              <a:srgbClr val="0045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en-US" altLang="ja-JP" sz="2000" b="1">
              <a:solidFill>
                <a:schemeClr val="tx1"/>
              </a:solidFill>
              <a:latin typeface="メイリオ" panose="020B0604030504040204" pitchFamily="50" charset="-128"/>
              <a:ea typeface="メイリオ" panose="020B0604030504040204" pitchFamily="50" charset="-128"/>
            </a:endParaRPr>
          </a:p>
          <a:p>
            <a:pPr algn="ctr"/>
            <a:r>
              <a:rPr kumimoji="1" lang="en-US" altLang="ja-JP" sz="2000" b="1">
                <a:solidFill>
                  <a:schemeClr val="tx1"/>
                </a:solidFill>
                <a:latin typeface="メイリオ" panose="020B0604030504040204" pitchFamily="50" charset="-128"/>
                <a:ea typeface="メイリオ" panose="020B0604030504040204" pitchFamily="50" charset="-128"/>
              </a:rPr>
              <a:t>Slack</a:t>
            </a:r>
            <a:r>
              <a:rPr kumimoji="1" lang="ja-JP" altLang="en-US" sz="2000" b="1">
                <a:solidFill>
                  <a:schemeClr val="tx1"/>
                </a:solidFill>
                <a:latin typeface="メイリオ" panose="020B0604030504040204" pitchFamily="50" charset="-128"/>
                <a:ea typeface="メイリオ" panose="020B0604030504040204" pitchFamily="50" charset="-128"/>
              </a:rPr>
              <a:t>チャンネル</a:t>
            </a:r>
            <a:endParaRPr kumimoji="1" lang="en-US" altLang="ja-JP" sz="2000" b="1">
              <a:solidFill>
                <a:schemeClr val="tx1"/>
              </a:solidFill>
              <a:latin typeface="メイリオ" panose="020B0604030504040204" pitchFamily="50" charset="-128"/>
              <a:ea typeface="メイリオ" panose="020B0604030504040204" pitchFamily="50" charset="-128"/>
            </a:endParaRPr>
          </a:p>
          <a:p>
            <a:pPr algn="ctr"/>
            <a:r>
              <a:rPr kumimoji="1" lang="ja-JP" altLang="en-US" sz="2000" b="1">
                <a:solidFill>
                  <a:schemeClr val="tx1"/>
                </a:solidFill>
                <a:latin typeface="メイリオ" panose="020B0604030504040204" pitchFamily="50" charset="-128"/>
                <a:ea typeface="メイリオ" panose="020B0604030504040204" pitchFamily="50" charset="-128"/>
              </a:rPr>
              <a:t>に通知</a:t>
            </a:r>
            <a:endParaRPr kumimoji="1" lang="en-US" altLang="ja-JP" sz="2000" b="1">
              <a:solidFill>
                <a:schemeClr val="tx1"/>
              </a:solidFill>
              <a:latin typeface="メイリオ" panose="020B0604030504040204" pitchFamily="50" charset="-128"/>
              <a:ea typeface="メイリオ" panose="020B0604030504040204" pitchFamily="50" charset="-128"/>
            </a:endParaRPr>
          </a:p>
        </p:txBody>
      </p:sp>
      <p:sp>
        <p:nvSpPr>
          <p:cNvPr id="8" name="二等辺三角形 7">
            <a:extLst>
              <a:ext uri="{FF2B5EF4-FFF2-40B4-BE49-F238E27FC236}">
                <a16:creationId xmlns:a16="http://schemas.microsoft.com/office/drawing/2014/main" id="{FE4E67EA-2BCB-094A-FB95-8A3912BE44A7}"/>
              </a:ext>
            </a:extLst>
          </p:cNvPr>
          <p:cNvSpPr/>
          <p:nvPr/>
        </p:nvSpPr>
        <p:spPr>
          <a:xfrm rot="5400000">
            <a:off x="3740270" y="3147822"/>
            <a:ext cx="969705" cy="355472"/>
          </a:xfrm>
          <a:prstGeom prst="triangle">
            <a:avLst/>
          </a:prstGeom>
          <a:solidFill>
            <a:schemeClr val="bg2">
              <a:lumMod val="40000"/>
              <a:lumOff val="60000"/>
            </a:schemeClr>
          </a:solidFill>
          <a:ln w="38100">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3208141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CD10A-D7FD-D57D-C3C1-C8962BCA7157}"/>
            </a:ext>
          </a:extLst>
        </p:cNvPr>
        <p:cNvGrpSpPr/>
        <p:nvPr/>
      </p:nvGrpSpPr>
      <p:grpSpPr>
        <a:xfrm>
          <a:off x="0" y="0"/>
          <a:ext cx="0" cy="0"/>
          <a:chOff x="0" y="0"/>
          <a:chExt cx="0" cy="0"/>
        </a:xfrm>
      </p:grpSpPr>
      <p:pic>
        <p:nvPicPr>
          <p:cNvPr id="6" name="図 5" descr="ロゴ&#10;&#10;AI 生成コンテンツは誤りを含む可能性があります。">
            <a:extLst>
              <a:ext uri="{FF2B5EF4-FFF2-40B4-BE49-F238E27FC236}">
                <a16:creationId xmlns:a16="http://schemas.microsoft.com/office/drawing/2014/main" id="{B5117841-6D36-D243-9DC0-C61DD3EF211A}"/>
              </a:ext>
            </a:extLst>
          </p:cNvPr>
          <p:cNvPicPr>
            <a:picLocks noChangeAspect="1"/>
          </p:cNvPicPr>
          <p:nvPr/>
        </p:nvPicPr>
        <p:blipFill>
          <a:blip r:embed="rId2"/>
          <a:srcRect r="68099"/>
          <a:stretch>
            <a:fillRect/>
          </a:stretch>
        </p:blipFill>
        <p:spPr>
          <a:xfrm>
            <a:off x="8403220" y="3429000"/>
            <a:ext cx="2516055" cy="2571973"/>
          </a:xfrm>
          <a:prstGeom prst="rect">
            <a:avLst/>
          </a:prstGeom>
        </p:spPr>
      </p:pic>
      <p:sp>
        <p:nvSpPr>
          <p:cNvPr id="2" name="タイトル 1">
            <a:extLst>
              <a:ext uri="{FF2B5EF4-FFF2-40B4-BE49-F238E27FC236}">
                <a16:creationId xmlns:a16="http://schemas.microsoft.com/office/drawing/2014/main" id="{9738DF2B-0E1E-AFA3-B1E5-9563771AEF0B}"/>
              </a:ext>
            </a:extLst>
          </p:cNvPr>
          <p:cNvSpPr>
            <a:spLocks noGrp="1"/>
          </p:cNvSpPr>
          <p:nvPr>
            <p:ph type="title"/>
          </p:nvPr>
        </p:nvSpPr>
        <p:spPr>
          <a:xfrm>
            <a:off x="759541" y="535713"/>
            <a:ext cx="10515600" cy="503555"/>
          </a:xfrm>
        </p:spPr>
        <p:txBody>
          <a:bodyPr/>
          <a:lstStyle/>
          <a:p>
            <a:r>
              <a:rPr lang="ja-JP" altLang="en-US" b="1">
                <a:latin typeface="メイリオ" panose="020B0604030504040204" pitchFamily="50" charset="-128"/>
                <a:ea typeface="メイリオ" panose="020B0604030504040204" pitchFamily="50" charset="-128"/>
              </a:rPr>
              <a:t>研修③：スクリプト作成：</a:t>
            </a:r>
            <a:r>
              <a:rPr lang="ja-JP" altLang="en-US" b="1">
                <a:solidFill>
                  <a:schemeClr val="tx2"/>
                </a:solidFill>
                <a:latin typeface="メイリオ" panose="020B0604030504040204" pitchFamily="50" charset="-128"/>
                <a:ea typeface="メイリオ" panose="020B0604030504040204" pitchFamily="50" charset="-128"/>
              </a:rPr>
              <a:t>テスト結果の外部通知</a:t>
            </a:r>
            <a:endParaRPr lang="ja-JP" altLang="en-US" b="1">
              <a:latin typeface="メイリオ" panose="020B0604030504040204" pitchFamily="50" charset="-128"/>
              <a:ea typeface="メイリオ" panose="020B0604030504040204" pitchFamily="50" charset="-128"/>
            </a:endParaRPr>
          </a:p>
        </p:txBody>
      </p:sp>
      <p:sp>
        <p:nvSpPr>
          <p:cNvPr id="4" name="スライド番号プレースホルダー 3">
            <a:extLst>
              <a:ext uri="{FF2B5EF4-FFF2-40B4-BE49-F238E27FC236}">
                <a16:creationId xmlns:a16="http://schemas.microsoft.com/office/drawing/2014/main" id="{52B84ADF-F688-C57D-91A3-D14B1E230623}"/>
              </a:ext>
            </a:extLst>
          </p:cNvPr>
          <p:cNvSpPr>
            <a:spLocks noGrp="1"/>
          </p:cNvSpPr>
          <p:nvPr>
            <p:ph type="sldNum" sz="quarter" idx="12"/>
          </p:nvPr>
        </p:nvSpPr>
        <p:spPr/>
        <p:txBody>
          <a:bodyPr/>
          <a:lstStyle/>
          <a:p>
            <a:fld id="{AEA9F59F-5AEA-DB42-A066-0EDE44B4D5E7}" type="slidenum">
              <a:rPr lang="ja-JP" altLang="en-US" smtClean="0"/>
              <a:pPr/>
              <a:t>26</a:t>
            </a:fld>
            <a:endParaRPr lang="ja-JP" altLang="en-US"/>
          </a:p>
        </p:txBody>
      </p:sp>
      <p:sp>
        <p:nvSpPr>
          <p:cNvPr id="3" name="タイトル 1">
            <a:extLst>
              <a:ext uri="{FF2B5EF4-FFF2-40B4-BE49-F238E27FC236}">
                <a16:creationId xmlns:a16="http://schemas.microsoft.com/office/drawing/2014/main" id="{9C9F4950-3451-C37A-1051-E74BA1620FB9}"/>
              </a:ext>
            </a:extLst>
          </p:cNvPr>
          <p:cNvSpPr txBox="1">
            <a:spLocks/>
          </p:cNvSpPr>
          <p:nvPr/>
        </p:nvSpPr>
        <p:spPr>
          <a:xfrm>
            <a:off x="838200" y="1389638"/>
            <a:ext cx="10515600" cy="255747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3200" b="0" i="0" kern="1200">
                <a:solidFill>
                  <a:srgbClr val="004098"/>
                </a:solidFill>
                <a:latin typeface="Yu Gothic Medium" panose="020B0400000000000000" pitchFamily="34" charset="-128"/>
                <a:ea typeface="Yu Gothic Medium" panose="020B0400000000000000" pitchFamily="34" charset="-128"/>
                <a:cs typeface="+mj-cs"/>
              </a:defRPr>
            </a:lvl1pPr>
          </a:lstStyle>
          <a:p>
            <a:pPr>
              <a:lnSpc>
                <a:spcPct val="150000"/>
              </a:lnSpc>
            </a:pPr>
            <a:r>
              <a:rPr lang="en-US" altLang="ja-JP" sz="2400" b="1">
                <a:solidFill>
                  <a:schemeClr val="tx1"/>
                </a:solidFill>
                <a:latin typeface="メイリオ" panose="020B0604030504040204" pitchFamily="50" charset="-128"/>
                <a:ea typeface="メイリオ" panose="020B0604030504040204" pitchFamily="50" charset="-128"/>
              </a:rPr>
              <a:t>Slack Webhook URL</a:t>
            </a:r>
            <a:r>
              <a:rPr lang="ja-JP" altLang="en-US" sz="2400">
                <a:solidFill>
                  <a:schemeClr val="tx1"/>
                </a:solidFill>
                <a:latin typeface="メイリオ" panose="020B0604030504040204" pitchFamily="50" charset="-128"/>
                <a:ea typeface="メイリオ" panose="020B0604030504040204" pitchFamily="50" charset="-128"/>
              </a:rPr>
              <a:t>について</a:t>
            </a:r>
            <a:endParaRPr lang="en-US" altLang="ja-JP" sz="2400">
              <a:solidFill>
                <a:schemeClr val="tx1"/>
              </a:solidFill>
              <a:latin typeface="メイリオ" panose="020B0604030504040204" pitchFamily="50" charset="-128"/>
              <a:ea typeface="メイリオ" panose="020B0604030504040204" pitchFamily="50" charset="-128"/>
            </a:endParaRPr>
          </a:p>
          <a:p>
            <a:pPr marL="914400" lvl="1" indent="-457200">
              <a:lnSpc>
                <a:spcPct val="150000"/>
              </a:lnSpc>
              <a:buFont typeface="Arial" panose="020B0604020202020204" pitchFamily="34" charset="0"/>
              <a:buChar char="•"/>
            </a:pPr>
            <a:r>
              <a:rPr lang="en-US" altLang="ja-JP" sz="1600">
                <a:solidFill>
                  <a:schemeClr val="tx1"/>
                </a:solidFill>
                <a:latin typeface="メイリオ" panose="020B0604030504040204" pitchFamily="50" charset="-128"/>
                <a:ea typeface="メイリオ" panose="020B0604030504040204" pitchFamily="50" charset="-128"/>
              </a:rPr>
              <a:t>Slack</a:t>
            </a:r>
            <a:r>
              <a:rPr lang="ja-JP" altLang="en-US" sz="1600">
                <a:solidFill>
                  <a:schemeClr val="tx1"/>
                </a:solidFill>
                <a:latin typeface="メイリオ" panose="020B0604030504040204" pitchFamily="50" charset="-128"/>
                <a:ea typeface="メイリオ" panose="020B0604030504040204" pitchFamily="50" charset="-128"/>
              </a:rPr>
              <a:t>のチャンネルにメッセージを送信する窓口となる</a:t>
            </a:r>
            <a:r>
              <a:rPr lang="en-US" altLang="ja-JP" sz="1600">
                <a:solidFill>
                  <a:schemeClr val="tx1"/>
                </a:solidFill>
                <a:latin typeface="メイリオ" panose="020B0604030504040204" pitchFamily="50" charset="-128"/>
                <a:ea typeface="メイリオ" panose="020B0604030504040204" pitchFamily="50" charset="-128"/>
              </a:rPr>
              <a:t>URL</a:t>
            </a:r>
            <a:r>
              <a:rPr lang="ja-JP" altLang="en-US" sz="1600">
                <a:solidFill>
                  <a:schemeClr val="tx1"/>
                </a:solidFill>
                <a:latin typeface="メイリオ" panose="020B0604030504040204" pitchFamily="50" charset="-128"/>
                <a:ea typeface="メイリオ" panose="020B0604030504040204" pitchFamily="50" charset="-128"/>
              </a:rPr>
              <a:t>。</a:t>
            </a:r>
            <a:br>
              <a:rPr lang="en-US" altLang="ja-JP" sz="1600">
                <a:solidFill>
                  <a:schemeClr val="tx1"/>
                </a:solidFill>
                <a:latin typeface="メイリオ" panose="020B0604030504040204" pitchFamily="50" charset="-128"/>
                <a:ea typeface="メイリオ" panose="020B0604030504040204" pitchFamily="50" charset="-128"/>
              </a:rPr>
            </a:br>
            <a:r>
              <a:rPr lang="ja-JP" altLang="en-US" sz="1600">
                <a:latin typeface="メイリオ" panose="020B0604030504040204" pitchFamily="50" charset="-128"/>
                <a:ea typeface="メイリオ" panose="020B0604030504040204" pitchFamily="50" charset="-128"/>
              </a:rPr>
              <a:t>機械的な</a:t>
            </a:r>
            <a:r>
              <a:rPr lang="en-US" altLang="ja-JP" sz="1600">
                <a:latin typeface="メイリオ" panose="020B0604030504040204" pitchFamily="50" charset="-128"/>
                <a:ea typeface="メイリオ" panose="020B0604030504040204" pitchFamily="50" charset="-128"/>
              </a:rPr>
              <a:t>API</a:t>
            </a:r>
            <a:r>
              <a:rPr lang="ja-JP" altLang="en-US" sz="1600">
                <a:latin typeface="メイリオ" panose="020B0604030504040204" pitchFamily="50" charset="-128"/>
                <a:ea typeface="メイリオ" panose="020B0604030504040204" pitchFamily="50" charset="-128"/>
              </a:rPr>
              <a:t>リクエストも受け付けるため、</a:t>
            </a:r>
            <a:r>
              <a:rPr lang="ja-JP" altLang="en-US" sz="1600" b="1">
                <a:latin typeface="メイリオ" panose="020B0604030504040204" pitchFamily="50" charset="-128"/>
                <a:ea typeface="メイリオ" panose="020B0604030504040204" pitchFamily="50" charset="-128"/>
              </a:rPr>
              <a:t>メッセージの送信を自動化</a:t>
            </a:r>
            <a:r>
              <a:rPr lang="ja-JP" altLang="en-US" sz="1600">
                <a:latin typeface="メイリオ" panose="020B0604030504040204" pitchFamily="50" charset="-128"/>
                <a:ea typeface="メイリオ" panose="020B0604030504040204" pitchFamily="50" charset="-128"/>
              </a:rPr>
              <a:t>することができる。</a:t>
            </a:r>
            <a:endParaRPr lang="en-US" altLang="ja-JP" sz="1600">
              <a:latin typeface="メイリオ" panose="020B0604030504040204" pitchFamily="50" charset="-128"/>
              <a:ea typeface="メイリオ" panose="020B0604030504040204" pitchFamily="50" charset="-128"/>
            </a:endParaRPr>
          </a:p>
          <a:p>
            <a:pPr marL="914400" lvl="1" indent="-457200">
              <a:lnSpc>
                <a:spcPct val="150000"/>
              </a:lnSpc>
              <a:buFont typeface="Arial" panose="020B0604020202020204" pitchFamily="34" charset="0"/>
              <a:buChar char="•"/>
            </a:pPr>
            <a:r>
              <a:rPr lang="en-US" altLang="ja-JP" sz="1600">
                <a:solidFill>
                  <a:schemeClr val="tx1"/>
                </a:solidFill>
                <a:latin typeface="メイリオ" panose="020B0604030504040204" pitchFamily="50" charset="-128"/>
                <a:ea typeface="メイリオ" panose="020B0604030504040204" pitchFamily="50" charset="-128"/>
              </a:rPr>
              <a:t>Webhook URL</a:t>
            </a:r>
            <a:r>
              <a:rPr lang="ja-JP" altLang="en-US" sz="1600">
                <a:solidFill>
                  <a:schemeClr val="tx1"/>
                </a:solidFill>
                <a:latin typeface="メイリオ" panose="020B0604030504040204" pitchFamily="50" charset="-128"/>
                <a:ea typeface="メイリオ" panose="020B0604030504040204" pitchFamily="50" charset="-128"/>
              </a:rPr>
              <a:t>が外部に漏洩してしまうと誰でもメッセージを送り放題になってしまう。</a:t>
            </a:r>
            <a:br>
              <a:rPr lang="en-US" altLang="ja-JP" sz="1600">
                <a:solidFill>
                  <a:schemeClr val="tx1"/>
                </a:solidFill>
                <a:latin typeface="メイリオ" panose="020B0604030504040204" pitchFamily="50" charset="-128"/>
                <a:ea typeface="メイリオ" panose="020B0604030504040204" pitchFamily="50" charset="-128"/>
              </a:rPr>
            </a:br>
            <a:r>
              <a:rPr lang="ja-JP" altLang="en-US" sz="1600">
                <a:solidFill>
                  <a:schemeClr val="tx1"/>
                </a:solidFill>
                <a:latin typeface="メイリオ" panose="020B0604030504040204" pitchFamily="50" charset="-128"/>
                <a:ea typeface="メイリオ" panose="020B0604030504040204" pitchFamily="50" charset="-128"/>
              </a:rPr>
              <a:t>チャンネルにかけられ</a:t>
            </a:r>
            <a:r>
              <a:rPr lang="ja-JP" altLang="en-US" sz="1600">
                <a:latin typeface="メイリオ" panose="020B0604030504040204" pitchFamily="50" charset="-128"/>
                <a:ea typeface="メイリオ" panose="020B0604030504040204" pitchFamily="50" charset="-128"/>
              </a:rPr>
              <a:t>たパスワードだと考え、</a:t>
            </a:r>
            <a:r>
              <a:rPr lang="ja-JP" altLang="en-US" sz="1600" b="1">
                <a:latin typeface="メイリオ" panose="020B0604030504040204" pitchFamily="50" charset="-128"/>
                <a:ea typeface="メイリオ" panose="020B0604030504040204" pitchFamily="50" charset="-128"/>
              </a:rPr>
              <a:t>厳重に保管し、漏洩しないように気を付ける</a:t>
            </a:r>
            <a:r>
              <a:rPr lang="ja-JP" altLang="en-US" sz="1600">
                <a:latin typeface="メイリオ" panose="020B0604030504040204" pitchFamily="50" charset="-128"/>
                <a:ea typeface="メイリオ" panose="020B0604030504040204" pitchFamily="50" charset="-128"/>
              </a:rPr>
              <a:t>こと。</a:t>
            </a:r>
            <a:endParaRPr lang="en-US" altLang="ja-JP" sz="1600">
              <a:solidFill>
                <a:schemeClr val="tx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3157408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DCB1F-EAA7-9411-25A4-CDA7241976B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58C3556-519F-A56D-BF11-1FE47AF62819}"/>
              </a:ext>
            </a:extLst>
          </p:cNvPr>
          <p:cNvSpPr>
            <a:spLocks noGrp="1"/>
          </p:cNvSpPr>
          <p:nvPr>
            <p:ph type="title"/>
          </p:nvPr>
        </p:nvSpPr>
        <p:spPr>
          <a:xfrm>
            <a:off x="686574" y="197136"/>
            <a:ext cx="10515600" cy="503555"/>
          </a:xfrm>
        </p:spPr>
        <p:txBody>
          <a:bodyPr/>
          <a:lstStyle/>
          <a:p>
            <a:r>
              <a:rPr lang="ja-JP" altLang="en-US" b="1" dirty="0">
                <a:latin typeface="メイリオ" panose="020B0604030504040204" pitchFamily="50" charset="-128"/>
                <a:ea typeface="メイリオ" panose="020B0604030504040204" pitchFamily="50" charset="-128"/>
              </a:rPr>
              <a:t>研修③：スクリプト作成：</a:t>
            </a:r>
            <a:r>
              <a:rPr lang="ja-JP" altLang="en-US" b="1" dirty="0">
                <a:solidFill>
                  <a:schemeClr val="tx2"/>
                </a:solidFill>
                <a:latin typeface="メイリオ" panose="020B0604030504040204" pitchFamily="50" charset="-128"/>
                <a:ea typeface="メイリオ" panose="020B0604030504040204" pitchFamily="50" charset="-128"/>
              </a:rPr>
              <a:t>テスト結果の外部通知</a:t>
            </a:r>
            <a:endParaRPr lang="ja-JP" altLang="en-US" b="1" dirty="0">
              <a:latin typeface="メイリオ" panose="020B0604030504040204" pitchFamily="50" charset="-128"/>
              <a:ea typeface="メイリオ" panose="020B0604030504040204" pitchFamily="50" charset="-128"/>
            </a:endParaRPr>
          </a:p>
        </p:txBody>
      </p:sp>
      <p:sp>
        <p:nvSpPr>
          <p:cNvPr id="4" name="スライド番号プレースホルダー 3">
            <a:extLst>
              <a:ext uri="{FF2B5EF4-FFF2-40B4-BE49-F238E27FC236}">
                <a16:creationId xmlns:a16="http://schemas.microsoft.com/office/drawing/2014/main" id="{29C6A5EB-93CB-E6A6-BD48-DDFCF2C859E9}"/>
              </a:ext>
            </a:extLst>
          </p:cNvPr>
          <p:cNvSpPr>
            <a:spLocks noGrp="1"/>
          </p:cNvSpPr>
          <p:nvPr>
            <p:ph type="sldNum" sz="quarter" idx="12"/>
          </p:nvPr>
        </p:nvSpPr>
        <p:spPr/>
        <p:txBody>
          <a:bodyPr/>
          <a:lstStyle/>
          <a:p>
            <a:fld id="{AEA9F59F-5AEA-DB42-A066-0EDE44B4D5E7}" type="slidenum">
              <a:rPr lang="ja-JP" altLang="en-US" smtClean="0"/>
              <a:pPr/>
              <a:t>27</a:t>
            </a:fld>
            <a:endParaRPr lang="ja-JP" altLang="en-US"/>
          </a:p>
        </p:txBody>
      </p:sp>
      <p:sp>
        <p:nvSpPr>
          <p:cNvPr id="3" name="タイトル 1">
            <a:extLst>
              <a:ext uri="{FF2B5EF4-FFF2-40B4-BE49-F238E27FC236}">
                <a16:creationId xmlns:a16="http://schemas.microsoft.com/office/drawing/2014/main" id="{6FA15249-E5E3-FE7B-C52E-B2D6103A70F1}"/>
              </a:ext>
            </a:extLst>
          </p:cNvPr>
          <p:cNvSpPr txBox="1">
            <a:spLocks/>
          </p:cNvSpPr>
          <p:nvPr/>
        </p:nvSpPr>
        <p:spPr>
          <a:xfrm>
            <a:off x="686574" y="685426"/>
            <a:ext cx="2396613" cy="102364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3200" b="0" i="0" kern="1200">
                <a:solidFill>
                  <a:srgbClr val="004098"/>
                </a:solidFill>
                <a:latin typeface="Yu Gothic Medium" panose="020B0400000000000000" pitchFamily="34" charset="-128"/>
                <a:ea typeface="Yu Gothic Medium" panose="020B0400000000000000" pitchFamily="34" charset="-128"/>
                <a:cs typeface="+mj-cs"/>
              </a:defRPr>
            </a:lvl1pPr>
          </a:lstStyle>
          <a:p>
            <a:pPr>
              <a:lnSpc>
                <a:spcPct val="150000"/>
              </a:lnSpc>
            </a:pPr>
            <a:r>
              <a:rPr lang="ja-JP" altLang="en-US" sz="2400" b="1" dirty="0">
                <a:solidFill>
                  <a:schemeClr val="tx1"/>
                </a:solidFill>
                <a:latin typeface="メイリオ" panose="020B0604030504040204" pitchFamily="50" charset="-128"/>
                <a:ea typeface="メイリオ" panose="020B0604030504040204" pitchFamily="50" charset="-128"/>
              </a:rPr>
              <a:t>実装の例</a:t>
            </a:r>
            <a:endParaRPr lang="en-US" altLang="ja-JP" sz="2400" b="1" dirty="0">
              <a:solidFill>
                <a:schemeClr val="tx1"/>
              </a:solidFill>
              <a:latin typeface="メイリオ" panose="020B0604030504040204" pitchFamily="50" charset="-128"/>
              <a:ea typeface="メイリオ" panose="020B0604030504040204" pitchFamily="50" charset="-128"/>
            </a:endParaRPr>
          </a:p>
          <a:p>
            <a:pPr>
              <a:lnSpc>
                <a:spcPct val="150000"/>
              </a:lnSpc>
            </a:pPr>
            <a:endParaRPr lang="en-US" altLang="ja-JP" sz="1600" b="1" dirty="0">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endParaRPr>
          </a:p>
        </p:txBody>
      </p:sp>
      <p:sp>
        <p:nvSpPr>
          <p:cNvPr id="7" name="正方形/長方形 6">
            <a:extLst>
              <a:ext uri="{FF2B5EF4-FFF2-40B4-BE49-F238E27FC236}">
                <a16:creationId xmlns:a16="http://schemas.microsoft.com/office/drawing/2014/main" id="{5438CC46-5A4F-C1AF-C0CE-FF13F585E51D}"/>
              </a:ext>
            </a:extLst>
          </p:cNvPr>
          <p:cNvSpPr/>
          <p:nvPr/>
        </p:nvSpPr>
        <p:spPr>
          <a:xfrm>
            <a:off x="422787" y="1830662"/>
            <a:ext cx="9462386" cy="6577263"/>
          </a:xfrm>
          <a:prstGeom prst="rect">
            <a:avLst/>
          </a:prstGeom>
          <a:ln/>
        </p:spPr>
        <p:style>
          <a:lnRef idx="2">
            <a:schemeClr val="accent2"/>
          </a:lnRef>
          <a:fillRef idx="1">
            <a:schemeClr val="lt1"/>
          </a:fillRef>
          <a:effectRef idx="0">
            <a:schemeClr val="accent2"/>
          </a:effectRef>
          <a:fontRef idx="minor">
            <a:schemeClr val="dk1"/>
          </a:fontRef>
        </p:style>
        <p:txBody>
          <a:bodyPr rtlCol="0" anchor="ctr"/>
          <a:lstStyle/>
          <a:p>
            <a:r>
              <a:rPr lang="ja-JP" altLang="ja-JP" sz="1600" b="1" dirty="0"/>
              <a:t>Slackに送るメッセージ内容を作っているコード</a:t>
            </a:r>
            <a:endParaRPr lang="ja-JP" altLang="ja-JP" sz="1600" dirty="0"/>
          </a:p>
          <a:p>
            <a:r>
              <a:rPr lang="ja-JP" altLang="ja-JP" sz="1600" dirty="0"/>
              <a:t>message = {</a:t>
            </a:r>
            <a:br>
              <a:rPr lang="ja-JP" altLang="ja-JP" sz="1200" dirty="0"/>
            </a:br>
            <a:r>
              <a:rPr lang="ja-JP" altLang="ja-JP" sz="1200" dirty="0">
                <a:solidFill>
                  <a:schemeClr val="accent1">
                    <a:lumMod val="60000"/>
                    <a:lumOff val="40000"/>
                  </a:schemeClr>
                </a:solidFill>
              </a:rPr>
              <a:t>Slackに表示する部品を上から順番に並べています。</a:t>
            </a:r>
            <a:br>
              <a:rPr lang="ja-JP" altLang="ja-JP" sz="1200" dirty="0">
                <a:solidFill>
                  <a:schemeClr val="accent1">
                    <a:lumMod val="60000"/>
                    <a:lumOff val="40000"/>
                  </a:schemeClr>
                </a:solidFill>
              </a:rPr>
            </a:br>
            <a:r>
              <a:rPr lang="ja-JP" altLang="ja-JP" sz="1600" dirty="0"/>
              <a:t>blocks:[</a:t>
            </a:r>
          </a:p>
          <a:p>
            <a:r>
              <a:rPr lang="ja-JP" altLang="ja-JP" sz="1600" dirty="0"/>
              <a:t>        {</a:t>
            </a:r>
          </a:p>
          <a:p>
            <a:r>
              <a:rPr lang="ja-JP" altLang="ja-JP" sz="1600" dirty="0"/>
              <a:t>            type :'section', </a:t>
            </a:r>
            <a:r>
              <a:rPr lang="ja-JP" altLang="ja-JP" sz="1200" dirty="0">
                <a:solidFill>
                  <a:schemeClr val="accent1">
                    <a:lumMod val="60000"/>
                    <a:lumOff val="40000"/>
                  </a:schemeClr>
                </a:solidFill>
              </a:rPr>
              <a:t>section = 文章を表示するためのブロック</a:t>
            </a:r>
            <a:endParaRPr lang="ja-JP" altLang="ja-JP" sz="1600" dirty="0">
              <a:solidFill>
                <a:schemeClr val="accent1">
                  <a:lumMod val="60000"/>
                  <a:lumOff val="40000"/>
                </a:schemeClr>
              </a:solidFill>
            </a:endParaRPr>
          </a:p>
          <a:p>
            <a:r>
              <a:rPr lang="ja-JP" altLang="ja-JP" sz="1200" dirty="0"/>
              <a:t>            </a:t>
            </a:r>
            <a:r>
              <a:rPr lang="ja-JP" altLang="ja-JP" sz="1600" dirty="0">
                <a:solidFill>
                  <a:schemeClr val="tx1"/>
                </a:solidFill>
              </a:rPr>
              <a:t>text:{</a:t>
            </a:r>
            <a:r>
              <a:rPr lang="ja-JP" altLang="ja-JP" sz="1100" dirty="0">
                <a:solidFill>
                  <a:schemeClr val="accent1">
                    <a:lumMod val="60000"/>
                    <a:lumOff val="40000"/>
                  </a:schemeClr>
                </a:solidFill>
              </a:rPr>
              <a:t> section の中に表示する文字情報</a:t>
            </a:r>
          </a:p>
          <a:p>
            <a:r>
              <a:rPr lang="ja-JP" altLang="ja-JP" sz="1600" dirty="0"/>
              <a:t>                type:'mrkdwn’, </a:t>
            </a:r>
            <a:r>
              <a:rPr lang="ja-JP" altLang="ja-JP" sz="1200" dirty="0">
                <a:solidFill>
                  <a:schemeClr val="accent1">
                    <a:lumMod val="60000"/>
                    <a:lumOff val="40000"/>
                  </a:schemeClr>
                </a:solidFill>
              </a:rPr>
              <a:t>SlackのMarkdown記法を使う という意味</a:t>
            </a:r>
          </a:p>
          <a:p>
            <a:r>
              <a:rPr lang="ja-JP" altLang="ja-JP" sz="1600" dirty="0"/>
              <a:t>                text:*自動テスト運用結果* </a:t>
            </a:r>
            <a:r>
              <a:rPr lang="ja-JP" altLang="ja-JP" sz="1200" dirty="0">
                <a:solidFill>
                  <a:schemeClr val="accent1">
                    <a:lumMod val="60000"/>
                    <a:lumOff val="40000"/>
                  </a:schemeClr>
                </a:solidFill>
              </a:rPr>
              <a:t>実際に表示する文字です。</a:t>
            </a:r>
          </a:p>
          <a:p>
            <a:r>
              <a:rPr lang="ja-JP" altLang="ja-JP" sz="1600" dirty="0"/>
              <a:t>            }</a:t>
            </a:r>
          </a:p>
          <a:p>
            <a:r>
              <a:rPr lang="ja-JP" altLang="ja-JP" sz="1600" dirty="0"/>
              <a:t>        },</a:t>
            </a:r>
          </a:p>
          <a:p>
            <a:r>
              <a:rPr lang="ja-JP" altLang="ja-JP" sz="1600" dirty="0"/>
              <a:t>        {</a:t>
            </a:r>
          </a:p>
          <a:p>
            <a:r>
              <a:rPr lang="ja-JP" altLang="ja-JP" sz="1600" dirty="0"/>
              <a:t>            type:'divider' </a:t>
            </a:r>
            <a:r>
              <a:rPr lang="ja-JP" altLang="ja-JP" sz="1200" dirty="0">
                <a:solidFill>
                  <a:schemeClr val="accent1">
                    <a:lumMod val="60000"/>
                    <a:lumOff val="40000"/>
                  </a:schemeClr>
                </a:solidFill>
              </a:rPr>
              <a:t>divider = 区切り線 </a:t>
            </a:r>
            <a:r>
              <a:rPr lang="ja-JP" altLang="ja-JP" sz="1200" dirty="0"/>
              <a:t>。</a:t>
            </a:r>
          </a:p>
          <a:p>
            <a:r>
              <a:rPr lang="ja-JP" altLang="ja-JP" sz="1200" dirty="0"/>
              <a:t>      </a:t>
            </a:r>
            <a:r>
              <a:rPr lang="ja-JP" altLang="ja-JP" sz="1600" dirty="0"/>
              <a:t>  },</a:t>
            </a:r>
          </a:p>
          <a:p>
            <a:r>
              <a:rPr lang="ja-JP" altLang="ja-JP" sz="1600" dirty="0"/>
              <a:t>        {</a:t>
            </a:r>
          </a:p>
          <a:p>
            <a:r>
              <a:rPr lang="ja-JP" altLang="ja-JP" sz="1600" dirty="0"/>
              <a:t>            type:'section',</a:t>
            </a:r>
          </a:p>
          <a:p>
            <a:r>
              <a:rPr lang="ja-JP" altLang="ja-JP" sz="1600" dirty="0"/>
              <a:t>            text:{</a:t>
            </a:r>
          </a:p>
          <a:p>
            <a:r>
              <a:rPr lang="ja-JP" altLang="ja-JP" sz="1600" dirty="0"/>
              <a:t>                type:'mrkdwn',</a:t>
            </a:r>
          </a:p>
          <a:p>
            <a:r>
              <a:rPr lang="ja-JP" altLang="ja-JP" sz="1600" dirty="0"/>
              <a:t>                text:テスト結果：&lt;${resultURL}|${resultURL}&gt; </a:t>
            </a:r>
            <a:r>
              <a:rPr lang="ja-JP" altLang="ja-JP" sz="1200" dirty="0">
                <a:solidFill>
                  <a:schemeClr val="accent1">
                    <a:lumMod val="60000"/>
                    <a:lumOff val="40000"/>
                  </a:schemeClr>
                </a:solidFill>
              </a:rPr>
              <a:t>URLを表示する(&lt;リンク先URL|表示文字&gt;</a:t>
            </a:r>
            <a:br>
              <a:rPr lang="ja-JP" altLang="ja-JP" sz="1200" dirty="0"/>
            </a:br>
            <a:r>
              <a:rPr lang="ja-JP" altLang="ja-JP" sz="1600" dirty="0"/>
              <a:t>)</a:t>
            </a:r>
          </a:p>
          <a:p>
            <a:r>
              <a:rPr lang="ja-JP" altLang="ja-JP" sz="1600" dirty="0"/>
              <a:t>            }</a:t>
            </a:r>
          </a:p>
          <a:p>
            <a:r>
              <a:rPr lang="ja-JP" altLang="ja-JP" sz="1600" dirty="0"/>
              <a:t>        }</a:t>
            </a:r>
          </a:p>
          <a:p>
            <a:r>
              <a:rPr lang="ja-JP" altLang="ja-JP" sz="1600" dirty="0"/>
              <a:t>    ]</a:t>
            </a:r>
          </a:p>
          <a:p>
            <a:r>
              <a:rPr lang="ja-JP" altLang="ja-JP" sz="1600" dirty="0"/>
              <a:t>};</a:t>
            </a:r>
            <a:endParaRPr lang="ja-JP" altLang="ja-JP" sz="1200" dirty="0"/>
          </a:p>
        </p:txBody>
      </p:sp>
      <p:sp>
        <p:nvSpPr>
          <p:cNvPr id="10" name="タイトル 1">
            <a:extLst>
              <a:ext uri="{FF2B5EF4-FFF2-40B4-BE49-F238E27FC236}">
                <a16:creationId xmlns:a16="http://schemas.microsoft.com/office/drawing/2014/main" id="{DB54684B-ECE3-E3CA-C037-D866D60A4291}"/>
              </a:ext>
            </a:extLst>
          </p:cNvPr>
          <p:cNvSpPr txBox="1">
            <a:spLocks/>
          </p:cNvSpPr>
          <p:nvPr/>
        </p:nvSpPr>
        <p:spPr>
          <a:xfrm>
            <a:off x="6705599" y="1197250"/>
            <a:ext cx="4648201" cy="63341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3200" b="0" i="0" kern="1200">
                <a:solidFill>
                  <a:srgbClr val="004098"/>
                </a:solidFill>
                <a:latin typeface="Yu Gothic Medium" panose="020B0400000000000000" pitchFamily="34" charset="-128"/>
                <a:ea typeface="Yu Gothic Medium" panose="020B0400000000000000" pitchFamily="34" charset="-128"/>
                <a:cs typeface="+mj-cs"/>
              </a:defRPr>
            </a:lvl1pPr>
          </a:lstStyle>
          <a:p>
            <a:pPr>
              <a:lnSpc>
                <a:spcPct val="150000"/>
              </a:lnSpc>
            </a:pPr>
            <a:r>
              <a:rPr lang="ja-JP" altLang="en-US" sz="2400" b="1">
                <a:solidFill>
                  <a:schemeClr val="tx1"/>
                </a:solidFill>
                <a:latin typeface="メイリオ" panose="020B0604030504040204" pitchFamily="50" charset="-128"/>
                <a:ea typeface="メイリオ" panose="020B0604030504040204" pitchFamily="50" charset="-128"/>
              </a:rPr>
              <a:t>出力イメージ</a:t>
            </a:r>
            <a:r>
              <a:rPr lang="en-US" altLang="ja-JP" sz="2400">
                <a:solidFill>
                  <a:schemeClr val="tx1"/>
                </a:solidFill>
                <a:latin typeface="メイリオ" panose="020B0604030504040204" pitchFamily="50" charset="-128"/>
                <a:ea typeface="メイリオ" panose="020B0604030504040204" pitchFamily="50" charset="-128"/>
              </a:rPr>
              <a:t>(slack</a:t>
            </a:r>
            <a:r>
              <a:rPr lang="ja-JP" altLang="en-US" sz="2400">
                <a:solidFill>
                  <a:schemeClr val="tx1"/>
                </a:solidFill>
                <a:latin typeface="メイリオ" panose="020B0604030504040204" pitchFamily="50" charset="-128"/>
                <a:ea typeface="メイリオ" panose="020B0604030504040204" pitchFamily="50" charset="-128"/>
              </a:rPr>
              <a:t>画面</a:t>
            </a:r>
            <a:r>
              <a:rPr lang="en-US" altLang="ja-JP" sz="2400">
                <a:solidFill>
                  <a:schemeClr val="tx1"/>
                </a:solidFill>
                <a:latin typeface="メイリオ" panose="020B0604030504040204" pitchFamily="50" charset="-128"/>
                <a:ea typeface="メイリオ" panose="020B0604030504040204" pitchFamily="50" charset="-128"/>
              </a:rPr>
              <a:t>)</a:t>
            </a:r>
          </a:p>
        </p:txBody>
      </p:sp>
      <p:sp>
        <p:nvSpPr>
          <p:cNvPr id="11" name="タイトル 1">
            <a:extLst>
              <a:ext uri="{FF2B5EF4-FFF2-40B4-BE49-F238E27FC236}">
                <a16:creationId xmlns:a16="http://schemas.microsoft.com/office/drawing/2014/main" id="{04161607-FECF-A477-55B0-9E70D9A80C25}"/>
              </a:ext>
            </a:extLst>
          </p:cNvPr>
          <p:cNvSpPr txBox="1">
            <a:spLocks/>
          </p:cNvSpPr>
          <p:nvPr/>
        </p:nvSpPr>
        <p:spPr>
          <a:xfrm>
            <a:off x="6705599" y="3439756"/>
            <a:ext cx="5063614" cy="288253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3200" b="0" i="0" kern="1200">
                <a:solidFill>
                  <a:srgbClr val="004098"/>
                </a:solidFill>
                <a:latin typeface="Yu Gothic Medium" panose="020B0400000000000000" pitchFamily="34" charset="-128"/>
                <a:ea typeface="Yu Gothic Medium" panose="020B0400000000000000" pitchFamily="34" charset="-128"/>
                <a:cs typeface="+mj-cs"/>
              </a:defRPr>
            </a:lvl1pPr>
          </a:lstStyle>
          <a:p>
            <a:pPr>
              <a:lnSpc>
                <a:spcPct val="150000"/>
              </a:lnSpc>
            </a:pPr>
            <a:r>
              <a:rPr lang="ja-JP" altLang="en-US" sz="2400" b="1" dirty="0">
                <a:solidFill>
                  <a:schemeClr val="tx1"/>
                </a:solidFill>
                <a:latin typeface="メイリオ" panose="020B0604030504040204" pitchFamily="50" charset="-128"/>
                <a:ea typeface="メイリオ" panose="020B0604030504040204" pitchFamily="50" charset="-128"/>
              </a:rPr>
              <a:t>考えてみよう</a:t>
            </a:r>
          </a:p>
          <a:p>
            <a:pPr marL="342900" indent="-342900">
              <a:lnSpc>
                <a:spcPct val="150000"/>
              </a:lnSpc>
              <a:buFont typeface="Arial" panose="020B0604020202020204" pitchFamily="34" charset="0"/>
              <a:buChar char="•"/>
            </a:pPr>
            <a:r>
              <a:rPr lang="ja-JP" altLang="en-US" sz="1800" dirty="0">
                <a:solidFill>
                  <a:schemeClr val="tx1"/>
                </a:solidFill>
                <a:latin typeface="メイリオ" panose="020B0604030504040204" pitchFamily="50" charset="-128"/>
                <a:ea typeface="メイリオ" panose="020B0604030504040204" pitchFamily="50" charset="-128"/>
              </a:rPr>
              <a:t>「</a:t>
            </a:r>
            <a:r>
              <a:rPr lang="en-US" altLang="ja-JP" sz="1800" dirty="0">
                <a:solidFill>
                  <a:schemeClr val="tx1"/>
                </a:solidFill>
                <a:latin typeface="メイリオ" panose="020B0604030504040204" pitchFamily="50" charset="-128"/>
                <a:ea typeface="メイリオ" panose="020B0604030504040204" pitchFamily="50" charset="-128"/>
              </a:rPr>
              <a:t>*</a:t>
            </a:r>
            <a:r>
              <a:rPr lang="ja-JP" altLang="en-US" sz="1800" dirty="0">
                <a:solidFill>
                  <a:schemeClr val="tx1"/>
                </a:solidFill>
                <a:latin typeface="メイリオ" panose="020B0604030504040204" pitchFamily="50" charset="-128"/>
                <a:ea typeface="メイリオ" panose="020B0604030504040204" pitchFamily="50" charset="-128"/>
              </a:rPr>
              <a:t>自動テスト運用結果</a:t>
            </a:r>
            <a:r>
              <a:rPr lang="en-US" altLang="ja-JP" sz="1800" dirty="0">
                <a:solidFill>
                  <a:schemeClr val="tx1"/>
                </a:solidFill>
                <a:latin typeface="メイリオ" panose="020B0604030504040204" pitchFamily="50" charset="-128"/>
                <a:ea typeface="メイリオ" panose="020B0604030504040204" pitchFamily="50" charset="-128"/>
              </a:rPr>
              <a:t>*</a:t>
            </a:r>
            <a:r>
              <a:rPr lang="ja-JP" altLang="en-US" sz="1800" dirty="0">
                <a:solidFill>
                  <a:schemeClr val="tx1"/>
                </a:solidFill>
                <a:latin typeface="メイリオ" panose="020B0604030504040204" pitchFamily="50" charset="-128"/>
                <a:ea typeface="メイリオ" panose="020B0604030504040204" pitchFamily="50" charset="-128"/>
              </a:rPr>
              <a:t>」「</a:t>
            </a:r>
            <a:r>
              <a:rPr lang="en-US" altLang="ja-JP" sz="1800" dirty="0">
                <a:solidFill>
                  <a:schemeClr val="tx1"/>
                </a:solidFill>
                <a:latin typeface="メイリオ" panose="020B0604030504040204" pitchFamily="50" charset="-128"/>
                <a:ea typeface="メイリオ" panose="020B0604030504040204" pitchFamily="50" charset="-128"/>
              </a:rPr>
              <a:t>&lt;${</a:t>
            </a:r>
            <a:r>
              <a:rPr lang="en-US" altLang="ja-JP" sz="1800" dirty="0" err="1">
                <a:solidFill>
                  <a:schemeClr val="tx1"/>
                </a:solidFill>
                <a:latin typeface="メイリオ" panose="020B0604030504040204" pitchFamily="50" charset="-128"/>
                <a:ea typeface="メイリオ" panose="020B0604030504040204" pitchFamily="50" charset="-128"/>
              </a:rPr>
              <a:t>resultURL</a:t>
            </a:r>
            <a:r>
              <a:rPr lang="en-US" altLang="ja-JP" sz="1800" dirty="0">
                <a:solidFill>
                  <a:schemeClr val="tx1"/>
                </a:solidFill>
                <a:latin typeface="メイリオ" panose="020B0604030504040204" pitchFamily="50" charset="-128"/>
                <a:ea typeface="メイリオ" panose="020B0604030504040204" pitchFamily="50" charset="-128"/>
              </a:rPr>
              <a:t>}|${</a:t>
            </a:r>
            <a:r>
              <a:rPr lang="en-US" altLang="ja-JP" sz="1800" dirty="0" err="1">
                <a:solidFill>
                  <a:schemeClr val="tx1"/>
                </a:solidFill>
                <a:latin typeface="メイリオ" panose="020B0604030504040204" pitchFamily="50" charset="-128"/>
                <a:ea typeface="メイリオ" panose="020B0604030504040204" pitchFamily="50" charset="-128"/>
              </a:rPr>
              <a:t>resultURL</a:t>
            </a:r>
            <a:r>
              <a:rPr lang="en-US" altLang="ja-JP" sz="1800" dirty="0">
                <a:solidFill>
                  <a:schemeClr val="tx1"/>
                </a:solidFill>
                <a:latin typeface="メイリオ" panose="020B0604030504040204" pitchFamily="50" charset="-128"/>
                <a:ea typeface="メイリオ" panose="020B0604030504040204" pitchFamily="50" charset="-128"/>
              </a:rPr>
              <a:t>}&gt;</a:t>
            </a:r>
            <a:r>
              <a:rPr lang="ja-JP" altLang="en-US" sz="1800" dirty="0">
                <a:solidFill>
                  <a:schemeClr val="tx1"/>
                </a:solidFill>
                <a:latin typeface="メイリオ" panose="020B0604030504040204" pitchFamily="50" charset="-128"/>
                <a:ea typeface="メイリオ" panose="020B0604030504040204" pitchFamily="50" charset="-128"/>
              </a:rPr>
              <a:t>」</a:t>
            </a:r>
            <a:br>
              <a:rPr lang="en-US" altLang="ja-JP" sz="1800" dirty="0">
                <a:solidFill>
                  <a:schemeClr val="tx1"/>
                </a:solidFill>
                <a:latin typeface="メイリオ" panose="020B0604030504040204" pitchFamily="50" charset="-128"/>
                <a:ea typeface="メイリオ" panose="020B0604030504040204" pitchFamily="50" charset="-128"/>
              </a:rPr>
            </a:br>
            <a:r>
              <a:rPr lang="ja-JP" altLang="en-US" sz="1800" dirty="0">
                <a:solidFill>
                  <a:schemeClr val="tx1"/>
                </a:solidFill>
                <a:latin typeface="メイリオ" panose="020B0604030504040204" pitchFamily="50" charset="-128"/>
                <a:ea typeface="メイリオ" panose="020B0604030504040204" pitchFamily="50" charset="-128"/>
              </a:rPr>
              <a:t>のような特殊な記法は何か？</a:t>
            </a:r>
            <a:br>
              <a:rPr lang="en-US" altLang="ja-JP" sz="1800" dirty="0">
                <a:solidFill>
                  <a:schemeClr val="tx1"/>
                </a:solidFill>
                <a:latin typeface="メイリオ" panose="020B0604030504040204" pitchFamily="50" charset="-128"/>
                <a:ea typeface="メイリオ" panose="020B0604030504040204" pitchFamily="50" charset="-128"/>
              </a:rPr>
            </a:br>
            <a:r>
              <a:rPr lang="ja-JP" altLang="en-US" sz="1800" dirty="0">
                <a:solidFill>
                  <a:schemeClr val="tx1"/>
                </a:solidFill>
                <a:latin typeface="メイリオ" panose="020B0604030504040204" pitchFamily="50" charset="-128"/>
                <a:ea typeface="メイリオ" panose="020B0604030504040204" pitchFamily="50" charset="-128"/>
              </a:rPr>
              <a:t>参考資料は</a:t>
            </a:r>
            <a:r>
              <a:rPr lang="ja-JP" altLang="en-US" sz="1800" dirty="0">
                <a:solidFill>
                  <a:schemeClr val="tx1"/>
                </a:solidFill>
                <a:latin typeface="メイリオ" panose="020B0604030504040204" pitchFamily="50" charset="-128"/>
                <a:ea typeface="メイリオ" panose="020B0604030504040204" pitchFamily="50" charset="-128"/>
                <a:hlinkClick r:id="rId3"/>
              </a:rPr>
              <a:t>こちら</a:t>
            </a:r>
            <a:endParaRPr lang="en-US" altLang="ja-JP" sz="1800" dirty="0">
              <a:solidFill>
                <a:schemeClr val="tx1"/>
              </a:solidFill>
              <a:latin typeface="メイリオ" panose="020B0604030504040204" pitchFamily="50" charset="-128"/>
              <a:ea typeface="メイリオ" panose="020B0604030504040204" pitchFamily="50" charset="-128"/>
            </a:endParaRPr>
          </a:p>
          <a:p>
            <a:pPr marL="342900" indent="-342900">
              <a:lnSpc>
                <a:spcPct val="150000"/>
              </a:lnSpc>
              <a:buFont typeface="Arial" panose="020B0604020202020204" pitchFamily="34" charset="0"/>
              <a:buChar char="•"/>
            </a:pPr>
            <a:endParaRPr lang="en-US" altLang="ja-JP" sz="1800" dirty="0">
              <a:solidFill>
                <a:schemeClr val="tx1"/>
              </a:solidFill>
              <a:latin typeface="メイリオ" panose="020B0604030504040204" pitchFamily="50" charset="-128"/>
              <a:ea typeface="メイリオ" panose="020B0604030504040204" pitchFamily="50" charset="-128"/>
            </a:endParaRPr>
          </a:p>
        </p:txBody>
      </p:sp>
      <p:pic>
        <p:nvPicPr>
          <p:cNvPr id="6" name="図 5" descr="グラフィカル ユーザー インターフェイス, テキスト, アプリケーション&#10;&#10;AI 生成コンテンツは誤りを含む可能性があります。">
            <a:extLst>
              <a:ext uri="{FF2B5EF4-FFF2-40B4-BE49-F238E27FC236}">
                <a16:creationId xmlns:a16="http://schemas.microsoft.com/office/drawing/2014/main" id="{7CDF7D04-BE88-9135-65A5-DEDAB3882B7F}"/>
              </a:ext>
            </a:extLst>
          </p:cNvPr>
          <p:cNvPicPr>
            <a:picLocks noChangeAspect="1"/>
          </p:cNvPicPr>
          <p:nvPr/>
        </p:nvPicPr>
        <p:blipFill>
          <a:blip r:embed="rId4"/>
          <a:srcRect t="11875"/>
          <a:stretch>
            <a:fillRect/>
          </a:stretch>
        </p:blipFill>
        <p:spPr>
          <a:xfrm>
            <a:off x="6862916" y="1934476"/>
            <a:ext cx="4906297" cy="1494524"/>
          </a:xfrm>
          <a:prstGeom prst="rect">
            <a:avLst/>
          </a:prstGeom>
        </p:spPr>
      </p:pic>
    </p:spTree>
    <p:extLst>
      <p:ext uri="{BB962C8B-B14F-4D97-AF65-F5344CB8AC3E}">
        <p14:creationId xmlns:p14="http://schemas.microsoft.com/office/powerpoint/2010/main" val="2259815594"/>
      </p:ext>
    </p:extLst>
  </p:cSld>
  <p:clrMapOvr>
    <a:masterClrMapping/>
  </p:clrMapOvr>
  <p:extLst>
    <p:ext uri="{6950BFC3-D8DA-4A85-94F7-54DA5524770B}">
      <p188:commentRel xmlns:p188="http://schemas.microsoft.com/office/powerpoint/2018/8/main" r:id="rId2"/>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147AD28-7B3C-0C9E-D1E4-B9F97AAB723E}"/>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378EFF2A-C526-C1DA-464E-5EA39D592408}"/>
              </a:ext>
            </a:extLst>
          </p:cNvPr>
          <p:cNvSpPr>
            <a:spLocks noGrp="1"/>
          </p:cNvSpPr>
          <p:nvPr>
            <p:ph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58908FA-EE3E-9AAE-CC65-126E5AB8247A}"/>
              </a:ext>
            </a:extLst>
          </p:cNvPr>
          <p:cNvSpPr>
            <a:spLocks noGrp="1"/>
          </p:cNvSpPr>
          <p:nvPr>
            <p:ph type="sldNum" sz="quarter" idx="12"/>
          </p:nvPr>
        </p:nvSpPr>
        <p:spPr/>
        <p:txBody>
          <a:bodyPr/>
          <a:lstStyle/>
          <a:p>
            <a:fld id="{AEA9F59F-5AEA-DB42-A066-0EDE44B4D5E7}" type="slidenum">
              <a:rPr lang="ja-JP" altLang="en-US" smtClean="0"/>
              <a:pPr/>
              <a:t>28</a:t>
            </a:fld>
            <a:endParaRPr lang="ja-JP" altLang="en-US"/>
          </a:p>
        </p:txBody>
      </p:sp>
    </p:spTree>
    <p:extLst>
      <p:ext uri="{BB962C8B-B14F-4D97-AF65-F5344CB8AC3E}">
        <p14:creationId xmlns:p14="http://schemas.microsoft.com/office/powerpoint/2010/main" val="6851047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ABDCC-8320-BFB9-6C7A-D1F9881A732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9A05C50-4371-2894-76F0-E6E6F1032DDB}"/>
              </a:ext>
            </a:extLst>
          </p:cNvPr>
          <p:cNvSpPr>
            <a:spLocks noGrp="1"/>
          </p:cNvSpPr>
          <p:nvPr>
            <p:ph type="title"/>
          </p:nvPr>
        </p:nvSpPr>
        <p:spPr>
          <a:xfrm>
            <a:off x="759541" y="535713"/>
            <a:ext cx="10515600" cy="503555"/>
          </a:xfrm>
        </p:spPr>
        <p:txBody>
          <a:bodyPr/>
          <a:lstStyle/>
          <a:p>
            <a:r>
              <a:rPr lang="ja-JP" altLang="en-US" b="1">
                <a:latin typeface="メイリオ" panose="020B0604030504040204" pitchFamily="50" charset="-128"/>
                <a:ea typeface="メイリオ" panose="020B0604030504040204" pitchFamily="50" charset="-128"/>
              </a:rPr>
              <a:t>研修③：スクリプト作成：</a:t>
            </a:r>
            <a:r>
              <a:rPr lang="ja-JP" altLang="en-US" b="1">
                <a:solidFill>
                  <a:schemeClr val="tx2"/>
                </a:solidFill>
                <a:latin typeface="メイリオ" panose="020B0604030504040204" pitchFamily="50" charset="-128"/>
                <a:ea typeface="メイリオ" panose="020B0604030504040204" pitchFamily="50" charset="-128"/>
              </a:rPr>
              <a:t>テスト結果の外部通知</a:t>
            </a:r>
            <a:endParaRPr lang="ja-JP" altLang="en-US" b="1">
              <a:latin typeface="メイリオ" panose="020B0604030504040204" pitchFamily="50" charset="-128"/>
              <a:ea typeface="メイリオ" panose="020B0604030504040204" pitchFamily="50" charset="-128"/>
            </a:endParaRPr>
          </a:p>
        </p:txBody>
      </p:sp>
      <p:sp>
        <p:nvSpPr>
          <p:cNvPr id="4" name="スライド番号プレースホルダー 3">
            <a:extLst>
              <a:ext uri="{FF2B5EF4-FFF2-40B4-BE49-F238E27FC236}">
                <a16:creationId xmlns:a16="http://schemas.microsoft.com/office/drawing/2014/main" id="{215AAC8D-D7A8-2C01-CC66-1F90930CF45F}"/>
              </a:ext>
            </a:extLst>
          </p:cNvPr>
          <p:cNvSpPr>
            <a:spLocks noGrp="1"/>
          </p:cNvSpPr>
          <p:nvPr>
            <p:ph type="sldNum" sz="quarter" idx="12"/>
          </p:nvPr>
        </p:nvSpPr>
        <p:spPr/>
        <p:txBody>
          <a:bodyPr/>
          <a:lstStyle/>
          <a:p>
            <a:fld id="{AEA9F59F-5AEA-DB42-A066-0EDE44B4D5E7}" type="slidenum">
              <a:rPr lang="ja-JP" altLang="en-US" smtClean="0"/>
              <a:pPr/>
              <a:t>29</a:t>
            </a:fld>
            <a:endParaRPr lang="ja-JP" altLang="en-US"/>
          </a:p>
        </p:txBody>
      </p:sp>
      <p:sp>
        <p:nvSpPr>
          <p:cNvPr id="3" name="タイトル 1">
            <a:extLst>
              <a:ext uri="{FF2B5EF4-FFF2-40B4-BE49-F238E27FC236}">
                <a16:creationId xmlns:a16="http://schemas.microsoft.com/office/drawing/2014/main" id="{9A3A9BAE-BB3F-FD13-BEF8-F6335A125D68}"/>
              </a:ext>
            </a:extLst>
          </p:cNvPr>
          <p:cNvSpPr txBox="1">
            <a:spLocks/>
          </p:cNvSpPr>
          <p:nvPr/>
        </p:nvSpPr>
        <p:spPr>
          <a:xfrm>
            <a:off x="1098756" y="1513076"/>
            <a:ext cx="10515600" cy="383184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3200" b="0" i="0" kern="1200">
                <a:solidFill>
                  <a:srgbClr val="004098"/>
                </a:solidFill>
                <a:latin typeface="Yu Gothic Medium" panose="020B0400000000000000" pitchFamily="34" charset="-128"/>
                <a:ea typeface="Yu Gothic Medium" panose="020B0400000000000000" pitchFamily="34" charset="-128"/>
                <a:cs typeface="+mj-cs"/>
              </a:defRPr>
            </a:lvl1pPr>
          </a:lstStyle>
          <a:p>
            <a:pPr>
              <a:lnSpc>
                <a:spcPct val="150000"/>
              </a:lnSpc>
            </a:pPr>
            <a:r>
              <a:rPr lang="en-US" altLang="ja-JP" sz="2400" b="1" dirty="0">
                <a:solidFill>
                  <a:schemeClr val="tx1"/>
                </a:solidFill>
                <a:latin typeface="メイリオ" panose="020B0604030504040204" pitchFamily="50" charset="-128"/>
                <a:ea typeface="メイリオ" panose="020B0604030504040204" pitchFamily="50" charset="-128"/>
              </a:rPr>
              <a:t>pip</a:t>
            </a:r>
            <a:r>
              <a:rPr lang="ja-JP" altLang="en-US" sz="2400" b="1" dirty="0">
                <a:solidFill>
                  <a:schemeClr val="tx1"/>
                </a:solidFill>
                <a:latin typeface="メイリオ" panose="020B0604030504040204" pitchFamily="50" charset="-128"/>
                <a:ea typeface="メイリオ" panose="020B0604030504040204" pitchFamily="50" charset="-128"/>
              </a:rPr>
              <a:t>パッケージ</a:t>
            </a:r>
            <a:r>
              <a:rPr lang="en-US" altLang="ja-JP" sz="2400" b="1" dirty="0">
                <a:solidFill>
                  <a:schemeClr val="tx1"/>
                </a:solidFill>
                <a:latin typeface="メイリオ" panose="020B0604030504040204" pitchFamily="50" charset="-128"/>
                <a:ea typeface="メイリオ" panose="020B0604030504040204" pitchFamily="50" charset="-128"/>
              </a:rPr>
              <a:t>【</a:t>
            </a:r>
            <a:r>
              <a:rPr lang="en-US" altLang="ja-JP" sz="2400" b="1" dirty="0">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rPr>
              <a:t>r</a:t>
            </a:r>
            <a:r>
              <a:rPr lang="en-US" altLang="ja-JP" sz="2400" dirty="0">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rPr>
              <a:t>equests</a:t>
            </a:r>
            <a:r>
              <a:rPr lang="en-US" altLang="ja-JP" sz="2400" b="1" dirty="0">
                <a:solidFill>
                  <a:schemeClr val="tx1"/>
                </a:solidFill>
                <a:latin typeface="メイリオ" panose="020B0604030504040204" pitchFamily="50" charset="-128"/>
                <a:ea typeface="メイリオ" panose="020B0604030504040204" pitchFamily="50" charset="-128"/>
              </a:rPr>
              <a:t>】</a:t>
            </a:r>
            <a:r>
              <a:rPr lang="ja-JP" altLang="en-US" sz="2400" dirty="0">
                <a:solidFill>
                  <a:schemeClr val="tx1"/>
                </a:solidFill>
                <a:latin typeface="メイリオ" panose="020B0604030504040204" pitchFamily="50" charset="-128"/>
                <a:ea typeface="メイリオ" panose="020B0604030504040204" pitchFamily="50" charset="-128"/>
              </a:rPr>
              <a:t>について</a:t>
            </a:r>
            <a:endParaRPr lang="en-US" altLang="ja-JP" sz="2400" dirty="0">
              <a:solidFill>
                <a:schemeClr val="tx1"/>
              </a:solidFill>
              <a:latin typeface="メイリオ" panose="020B0604030504040204" pitchFamily="50" charset="-128"/>
              <a:ea typeface="メイリオ" panose="020B0604030504040204" pitchFamily="50" charset="-128"/>
            </a:endParaRPr>
          </a:p>
          <a:p>
            <a:pPr marL="914400" lvl="1" indent="-457200">
              <a:lnSpc>
                <a:spcPct val="150000"/>
              </a:lnSpc>
              <a:buFont typeface="Arial" panose="020B0604020202020204" pitchFamily="34" charset="0"/>
              <a:buChar char="•"/>
            </a:pPr>
            <a:r>
              <a:rPr lang="en-US" altLang="ja-JP" dirty="0">
                <a:latin typeface="メイリオ" panose="020B0604030504040204" pitchFamily="50" charset="-128"/>
                <a:ea typeface="メイリオ" panose="020B0604030504040204" pitchFamily="50" charset="-128"/>
              </a:rPr>
              <a:t>Python</a:t>
            </a:r>
            <a:r>
              <a:rPr lang="ja-JP" altLang="en-US" dirty="0">
                <a:latin typeface="メイリオ" panose="020B0604030504040204" pitchFamily="50" charset="-128"/>
                <a:ea typeface="メイリオ" panose="020B0604030504040204" pitchFamily="50" charset="-128"/>
              </a:rPr>
              <a:t>上で</a:t>
            </a:r>
            <a:r>
              <a:rPr lang="en-US" altLang="ja-JP" dirty="0">
                <a:latin typeface="メイリオ" panose="020B0604030504040204" pitchFamily="50" charset="-128"/>
                <a:ea typeface="メイリオ" panose="020B0604030504040204" pitchFamily="50" charset="-128"/>
              </a:rPr>
              <a:t>https</a:t>
            </a:r>
            <a:r>
              <a:rPr lang="ja-JP" altLang="en-US" dirty="0">
                <a:latin typeface="メイリオ" panose="020B0604030504040204" pitchFamily="50" charset="-128"/>
                <a:ea typeface="メイリオ" panose="020B0604030504040204" pitchFamily="50" charset="-128"/>
              </a:rPr>
              <a:t>リクエストの送信を可能にするパッケージ。</a:t>
            </a:r>
            <a:endParaRPr lang="en-US" altLang="ja-JP" dirty="0">
              <a:latin typeface="メイリオ" panose="020B0604030504040204" pitchFamily="50" charset="-128"/>
              <a:ea typeface="メイリオ" panose="020B0604030504040204" pitchFamily="50" charset="-128"/>
            </a:endParaRPr>
          </a:p>
          <a:p>
            <a:pPr>
              <a:lnSpc>
                <a:spcPct val="150000"/>
              </a:lnSpc>
            </a:pPr>
            <a:endParaRPr lang="en-US" altLang="ja-JP" sz="2400" b="1" dirty="0">
              <a:solidFill>
                <a:schemeClr val="tx1"/>
              </a:solidFill>
              <a:latin typeface="メイリオ" panose="020B0604030504040204" pitchFamily="50" charset="-128"/>
              <a:ea typeface="メイリオ" panose="020B0604030504040204" pitchFamily="50" charset="-128"/>
            </a:endParaRPr>
          </a:p>
          <a:p>
            <a:pPr>
              <a:lnSpc>
                <a:spcPct val="150000"/>
              </a:lnSpc>
            </a:pPr>
            <a:r>
              <a:rPr lang="ja-JP" altLang="en-US" sz="2400" b="1" dirty="0">
                <a:solidFill>
                  <a:schemeClr val="tx1"/>
                </a:solidFill>
                <a:latin typeface="メイリオ" panose="020B0604030504040204" pitchFamily="50" charset="-128"/>
                <a:ea typeface="メイリオ" panose="020B0604030504040204" pitchFamily="50" charset="-128"/>
              </a:rPr>
              <a:t>導入方法</a:t>
            </a:r>
            <a:endParaRPr lang="en-US" altLang="ja-JP" sz="2400" b="1" dirty="0">
              <a:solidFill>
                <a:schemeClr val="tx1"/>
              </a:solidFill>
              <a:latin typeface="メイリオ" panose="020B0604030504040204" pitchFamily="50" charset="-128"/>
              <a:ea typeface="メイリオ" panose="020B0604030504040204" pitchFamily="50" charset="-128"/>
            </a:endParaRPr>
          </a:p>
          <a:p>
            <a:pPr marL="800100" lvl="1" indent="-342900">
              <a:lnSpc>
                <a:spcPct val="150000"/>
              </a:lnSpc>
              <a:buFont typeface="+mj-lt"/>
              <a:buAutoNum type="arabicPeriod"/>
            </a:pPr>
            <a:r>
              <a:rPr lang="ja-JP" altLang="en-US" sz="1600" b="1" dirty="0">
                <a:latin typeface="メイリオ" panose="020B0604030504040204" pitchFamily="50" charset="-128"/>
                <a:ea typeface="メイリオ" panose="020B0604030504040204" pitchFamily="50" charset="-128"/>
              </a:rPr>
              <a:t>パッケージ導入：</a:t>
            </a:r>
            <a:br>
              <a:rPr lang="en-US" altLang="ja-JP" sz="1600" b="1" dirty="0">
                <a:latin typeface="メイリオ" panose="020B0604030504040204" pitchFamily="50" charset="-128"/>
                <a:ea typeface="メイリオ" panose="020B0604030504040204" pitchFamily="50" charset="-128"/>
              </a:rPr>
            </a:br>
            <a:r>
              <a:rPr lang="ja-JP" altLang="en-US" sz="1600" dirty="0">
                <a:latin typeface="メイリオ" panose="020B0604030504040204" pitchFamily="50" charset="-128"/>
                <a:ea typeface="メイリオ" panose="020B0604030504040204" pitchFamily="50" charset="-128"/>
              </a:rPr>
              <a:t>コマンドプロンプトで　</a:t>
            </a:r>
            <a:r>
              <a:rPr lang="en-US" altLang="ja-JP" sz="1600" dirty="0">
                <a:latin typeface="Cascadia Code Light" panose="020B0609020000020004" pitchFamily="49" charset="0"/>
                <a:ea typeface="Cascadia Code Light" panose="020B0609020000020004" pitchFamily="49" charset="0"/>
                <a:cs typeface="Cascadia Code Light" panose="020B0609020000020004" pitchFamily="49" charset="0"/>
              </a:rPr>
              <a:t>’pip install requests’</a:t>
            </a:r>
            <a:r>
              <a:rPr lang="ja-JP" altLang="en-US" sz="1600" dirty="0">
                <a:latin typeface="Cascadia Code Light" panose="020B0609020000020004" pitchFamily="49" charset="0"/>
                <a:ea typeface="Cascadia Code Light" panose="020B0609020000020004" pitchFamily="49" charset="0"/>
                <a:cs typeface="Cascadia Code Light" panose="020B0609020000020004" pitchFamily="49" charset="0"/>
              </a:rPr>
              <a:t>　</a:t>
            </a:r>
            <a:r>
              <a:rPr lang="ja-JP" altLang="en-US" sz="1600" dirty="0">
                <a:latin typeface="メイリオ" panose="020B0604030504040204" pitchFamily="50" charset="-128"/>
                <a:ea typeface="メイリオ" panose="020B0604030504040204" pitchFamily="50" charset="-128"/>
                <a:cs typeface="Cascadia Code Light" panose="020B0609020000020004" pitchFamily="49" charset="0"/>
              </a:rPr>
              <a:t>を実行する</a:t>
            </a:r>
            <a:endParaRPr lang="en-US" altLang="ja-JP" sz="1600" dirty="0">
              <a:latin typeface="メイリオ" panose="020B0604030504040204" pitchFamily="50" charset="-128"/>
              <a:ea typeface="メイリオ" panose="020B0604030504040204" pitchFamily="50" charset="-128"/>
              <a:cs typeface="Cascadia Code Light" panose="020B0609020000020004" pitchFamily="49" charset="0"/>
            </a:endParaRPr>
          </a:p>
          <a:p>
            <a:pPr marL="800100" lvl="1" indent="-342900">
              <a:lnSpc>
                <a:spcPct val="150000"/>
              </a:lnSpc>
              <a:buFont typeface="+mj-lt"/>
              <a:buAutoNum type="arabicPeriod"/>
            </a:pPr>
            <a:r>
              <a:rPr lang="ja-JP" altLang="en-US" sz="1600" b="1" dirty="0">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コード内で実行するとき：</a:t>
            </a:r>
            <a:br>
              <a:rPr lang="en-US" altLang="ja-JP" sz="1600" b="1" dirty="0">
                <a:latin typeface="メイリオ" panose="020B0604030504040204" pitchFamily="50" charset="-128"/>
                <a:ea typeface="メイリオ" panose="020B0604030504040204" pitchFamily="50" charset="-128"/>
                <a:cs typeface="Cascadia Code Light" panose="020B0609020000020004" pitchFamily="49" charset="0"/>
              </a:rPr>
            </a:br>
            <a:r>
              <a:rPr lang="ja-JP" altLang="en-US" sz="1600" dirty="0">
                <a:latin typeface="メイリオ" panose="020B0604030504040204" pitchFamily="50" charset="-128"/>
                <a:ea typeface="メイリオ" panose="020B0604030504040204" pitchFamily="50" charset="-128"/>
                <a:cs typeface="Cascadia Code Light" panose="020B0609020000020004" pitchFamily="49" charset="0"/>
              </a:rPr>
              <a:t>コード冒頭で　</a:t>
            </a:r>
            <a:r>
              <a:rPr lang="en-US" altLang="ja-JP" sz="1600" dirty="0">
                <a:latin typeface="Cascadia Code Light" panose="020B0609020000020004" pitchFamily="49" charset="0"/>
                <a:ea typeface="Cascadia Code Light" panose="020B0609020000020004" pitchFamily="49" charset="0"/>
                <a:cs typeface="Cascadia Code Light" panose="020B0609020000020004" pitchFamily="49" charset="0"/>
              </a:rPr>
              <a:t>’import requests’</a:t>
            </a:r>
            <a:r>
              <a:rPr lang="ja-JP" altLang="en-US" sz="1600" dirty="0">
                <a:latin typeface="Cascadia Code Light" panose="020B0609020000020004" pitchFamily="49" charset="0"/>
                <a:ea typeface="Cascadia Code Light" panose="020B0609020000020004" pitchFamily="49" charset="0"/>
                <a:cs typeface="Cascadia Code Light" panose="020B0609020000020004" pitchFamily="49" charset="0"/>
              </a:rPr>
              <a:t>　</a:t>
            </a:r>
            <a:r>
              <a:rPr lang="ja-JP" altLang="en-US" sz="1600" dirty="0">
                <a:latin typeface="メイリオ" panose="020B0604030504040204" pitchFamily="50" charset="-128"/>
                <a:ea typeface="メイリオ" panose="020B0604030504040204" pitchFamily="50" charset="-128"/>
                <a:cs typeface="Cascadia Code Light" panose="020B0609020000020004" pitchFamily="49" charset="0"/>
              </a:rPr>
              <a:t>と呼び出し</a:t>
            </a:r>
            <a:endParaRPr lang="en-US" altLang="ja-JP" sz="1600" b="1" dirty="0">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endParaRPr>
          </a:p>
        </p:txBody>
      </p:sp>
    </p:spTree>
    <p:extLst>
      <p:ext uri="{BB962C8B-B14F-4D97-AF65-F5344CB8AC3E}">
        <p14:creationId xmlns:p14="http://schemas.microsoft.com/office/powerpoint/2010/main" val="14906701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E79DE-F899-DE55-4256-06FA31B1DD8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007974D-8BB4-01DA-8682-A04BA01F5BC5}"/>
              </a:ext>
            </a:extLst>
          </p:cNvPr>
          <p:cNvSpPr>
            <a:spLocks noGrp="1"/>
          </p:cNvSpPr>
          <p:nvPr>
            <p:ph type="title"/>
          </p:nvPr>
        </p:nvSpPr>
        <p:spPr>
          <a:xfrm>
            <a:off x="759541" y="535713"/>
            <a:ext cx="10515600" cy="503555"/>
          </a:xfrm>
        </p:spPr>
        <p:txBody>
          <a:bodyPr/>
          <a:lstStyle/>
          <a:p>
            <a:r>
              <a:rPr lang="ja-JP" altLang="en-US" b="1">
                <a:latin typeface="メイリオ" panose="020B0604030504040204" pitchFamily="50" charset="-128"/>
                <a:ea typeface="メイリオ" panose="020B0604030504040204" pitchFamily="50" charset="-128"/>
              </a:rPr>
              <a:t>研修③：スクリプト作成：</a:t>
            </a:r>
            <a:r>
              <a:rPr lang="ja-JP" altLang="en-US" b="1">
                <a:solidFill>
                  <a:schemeClr val="tx2"/>
                </a:solidFill>
                <a:latin typeface="メイリオ" panose="020B0604030504040204" pitchFamily="50" charset="-128"/>
                <a:ea typeface="メイリオ" panose="020B0604030504040204" pitchFamily="50" charset="-128"/>
              </a:rPr>
              <a:t>テスト結果の外部通知</a:t>
            </a:r>
            <a:endParaRPr lang="ja-JP" altLang="en-US" b="1">
              <a:latin typeface="メイリオ" panose="020B0604030504040204" pitchFamily="50" charset="-128"/>
              <a:ea typeface="メイリオ" panose="020B0604030504040204" pitchFamily="50" charset="-128"/>
            </a:endParaRPr>
          </a:p>
        </p:txBody>
      </p:sp>
      <p:sp>
        <p:nvSpPr>
          <p:cNvPr id="4" name="スライド番号プレースホルダー 3">
            <a:extLst>
              <a:ext uri="{FF2B5EF4-FFF2-40B4-BE49-F238E27FC236}">
                <a16:creationId xmlns:a16="http://schemas.microsoft.com/office/drawing/2014/main" id="{6B80E1F7-B4A2-7469-25F3-B9D4FA8974B6}"/>
              </a:ext>
            </a:extLst>
          </p:cNvPr>
          <p:cNvSpPr>
            <a:spLocks noGrp="1"/>
          </p:cNvSpPr>
          <p:nvPr>
            <p:ph type="sldNum" sz="quarter" idx="12"/>
          </p:nvPr>
        </p:nvSpPr>
        <p:spPr/>
        <p:txBody>
          <a:bodyPr/>
          <a:lstStyle/>
          <a:p>
            <a:fld id="{AEA9F59F-5AEA-DB42-A066-0EDE44B4D5E7}" type="slidenum">
              <a:rPr lang="ja-JP" altLang="en-US" smtClean="0"/>
              <a:pPr/>
              <a:t>30</a:t>
            </a:fld>
            <a:endParaRPr lang="ja-JP" altLang="en-US"/>
          </a:p>
        </p:txBody>
      </p:sp>
      <p:sp>
        <p:nvSpPr>
          <p:cNvPr id="3" name="タイトル 1">
            <a:extLst>
              <a:ext uri="{FF2B5EF4-FFF2-40B4-BE49-F238E27FC236}">
                <a16:creationId xmlns:a16="http://schemas.microsoft.com/office/drawing/2014/main" id="{F1EDCDC9-A8F8-7808-6C9A-536D78A6ADCC}"/>
              </a:ext>
            </a:extLst>
          </p:cNvPr>
          <p:cNvSpPr txBox="1">
            <a:spLocks/>
          </p:cNvSpPr>
          <p:nvPr/>
        </p:nvSpPr>
        <p:spPr>
          <a:xfrm>
            <a:off x="1098756" y="1513076"/>
            <a:ext cx="10515600" cy="124169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3200" b="0" i="0" kern="1200">
                <a:solidFill>
                  <a:srgbClr val="004098"/>
                </a:solidFill>
                <a:latin typeface="Yu Gothic Medium" panose="020B0400000000000000" pitchFamily="34" charset="-128"/>
                <a:ea typeface="Yu Gothic Medium" panose="020B0400000000000000" pitchFamily="34" charset="-128"/>
                <a:cs typeface="+mj-cs"/>
              </a:defRPr>
            </a:lvl1pPr>
          </a:lstStyle>
          <a:p>
            <a:pPr>
              <a:lnSpc>
                <a:spcPct val="150000"/>
              </a:lnSpc>
            </a:pPr>
            <a:r>
              <a:rPr lang="en-US" altLang="ja-JP" sz="2400" b="1">
                <a:solidFill>
                  <a:schemeClr val="tx1"/>
                </a:solidFill>
                <a:latin typeface="メイリオ" panose="020B0604030504040204" pitchFamily="50" charset="-128"/>
                <a:ea typeface="メイリオ" panose="020B0604030504040204" pitchFamily="50" charset="-128"/>
              </a:rPr>
              <a:t>http</a:t>
            </a:r>
            <a:r>
              <a:rPr lang="ja-JP" altLang="en-US" sz="2400" b="1">
                <a:solidFill>
                  <a:schemeClr val="tx1"/>
                </a:solidFill>
                <a:latin typeface="メイリオ" panose="020B0604030504040204" pitchFamily="50" charset="-128"/>
                <a:ea typeface="メイリオ" panose="020B0604030504040204" pitchFamily="50" charset="-128"/>
              </a:rPr>
              <a:t>リクエストについて</a:t>
            </a:r>
            <a:r>
              <a:rPr lang="en-US" altLang="ja-JP" sz="2400" b="1">
                <a:solidFill>
                  <a:schemeClr val="tx1"/>
                </a:solidFill>
                <a:latin typeface="メイリオ" panose="020B0604030504040204" pitchFamily="50" charset="-128"/>
                <a:ea typeface="メイリオ" panose="020B0604030504040204" pitchFamily="50" charset="-128"/>
              </a:rPr>
              <a:t>(</a:t>
            </a:r>
            <a:r>
              <a:rPr lang="ja-JP" altLang="en-US" sz="2400" b="1">
                <a:solidFill>
                  <a:schemeClr val="tx1"/>
                </a:solidFill>
                <a:latin typeface="メイリオ" panose="020B0604030504040204" pitchFamily="50" charset="-128"/>
                <a:ea typeface="メイリオ" panose="020B0604030504040204" pitchFamily="50" charset="-128"/>
              </a:rPr>
              <a:t>概略</a:t>
            </a:r>
            <a:r>
              <a:rPr lang="en-US" altLang="ja-JP" sz="2400" b="1">
                <a:solidFill>
                  <a:schemeClr val="tx1"/>
                </a:solidFill>
                <a:latin typeface="メイリオ" panose="020B0604030504040204" pitchFamily="50" charset="-128"/>
                <a:ea typeface="メイリオ" panose="020B0604030504040204" pitchFamily="50" charset="-128"/>
              </a:rPr>
              <a:t>)</a:t>
            </a:r>
            <a:endParaRPr lang="en-US" altLang="ja-JP" sz="2400">
              <a:solidFill>
                <a:schemeClr val="tx1"/>
              </a:solidFill>
              <a:latin typeface="メイリオ" panose="020B0604030504040204" pitchFamily="50" charset="-128"/>
              <a:ea typeface="メイリオ" panose="020B0604030504040204" pitchFamily="50" charset="-128"/>
            </a:endParaRPr>
          </a:p>
        </p:txBody>
      </p:sp>
      <p:graphicFrame>
        <p:nvGraphicFramePr>
          <p:cNvPr id="5" name="表 4">
            <a:extLst>
              <a:ext uri="{FF2B5EF4-FFF2-40B4-BE49-F238E27FC236}">
                <a16:creationId xmlns:a16="http://schemas.microsoft.com/office/drawing/2014/main" id="{7E80C5D2-9325-F451-9382-23F3EE3D2CB4}"/>
              </a:ext>
            </a:extLst>
          </p:cNvPr>
          <p:cNvGraphicFramePr>
            <a:graphicFrameLocks noGrp="1"/>
          </p:cNvGraphicFramePr>
          <p:nvPr>
            <p:extLst>
              <p:ext uri="{D42A27DB-BD31-4B8C-83A1-F6EECF244321}">
                <p14:modId xmlns:p14="http://schemas.microsoft.com/office/powerpoint/2010/main" val="2561631315"/>
              </p:ext>
            </p:extLst>
          </p:nvPr>
        </p:nvGraphicFramePr>
        <p:xfrm>
          <a:off x="1337519" y="2587898"/>
          <a:ext cx="9011080" cy="2504960"/>
        </p:xfrm>
        <a:graphic>
          <a:graphicData uri="http://schemas.openxmlformats.org/drawingml/2006/table">
            <a:tbl>
              <a:tblPr firstRow="1" bandRow="1">
                <a:tableStyleId>{5C22544A-7EE6-4342-B048-85BDC9FD1C3A}</a:tableStyleId>
              </a:tblPr>
              <a:tblGrid>
                <a:gridCol w="1175068">
                  <a:extLst>
                    <a:ext uri="{9D8B030D-6E8A-4147-A177-3AD203B41FA5}">
                      <a16:colId xmlns:a16="http://schemas.microsoft.com/office/drawing/2014/main" val="3349835204"/>
                    </a:ext>
                  </a:extLst>
                </a:gridCol>
                <a:gridCol w="3302820">
                  <a:extLst>
                    <a:ext uri="{9D8B030D-6E8A-4147-A177-3AD203B41FA5}">
                      <a16:colId xmlns:a16="http://schemas.microsoft.com/office/drawing/2014/main" val="593462273"/>
                    </a:ext>
                  </a:extLst>
                </a:gridCol>
                <a:gridCol w="4533192">
                  <a:extLst>
                    <a:ext uri="{9D8B030D-6E8A-4147-A177-3AD203B41FA5}">
                      <a16:colId xmlns:a16="http://schemas.microsoft.com/office/drawing/2014/main" val="3054854399"/>
                    </a:ext>
                  </a:extLst>
                </a:gridCol>
              </a:tblGrid>
              <a:tr h="500992">
                <a:tc>
                  <a:txBody>
                    <a:bodyPr/>
                    <a:lstStyle/>
                    <a:p>
                      <a:r>
                        <a:rPr kumimoji="1" lang="ja-JP" altLang="en-US">
                          <a:latin typeface="メイリオ" panose="020B0604030504040204" pitchFamily="50" charset="-128"/>
                          <a:ea typeface="メイリオ" panose="020B0604030504040204" pitchFamily="50" charset="-128"/>
                        </a:rPr>
                        <a:t>要素</a:t>
                      </a:r>
                    </a:p>
                  </a:txBody>
                  <a:tcPr/>
                </a:tc>
                <a:tc>
                  <a:txBody>
                    <a:bodyPr/>
                    <a:lstStyle/>
                    <a:p>
                      <a:r>
                        <a:rPr kumimoji="1" lang="ja-JP" altLang="en-US">
                          <a:latin typeface="メイリオ" panose="020B0604030504040204" pitchFamily="50" charset="-128"/>
                          <a:ea typeface="メイリオ" panose="020B0604030504040204" pitchFamily="50" charset="-128"/>
                        </a:rPr>
                        <a:t>用途</a:t>
                      </a:r>
                    </a:p>
                  </a:txBody>
                  <a:tcPr/>
                </a:tc>
                <a:tc>
                  <a:txBody>
                    <a:bodyPr/>
                    <a:lstStyle/>
                    <a:p>
                      <a:r>
                        <a:rPr kumimoji="1" lang="ja-JP" altLang="en-US">
                          <a:latin typeface="メイリオ" panose="020B0604030504040204" pitchFamily="50" charset="-128"/>
                          <a:ea typeface="メイリオ" panose="020B0604030504040204" pitchFamily="50" charset="-128"/>
                        </a:rPr>
                        <a:t>例</a:t>
                      </a:r>
                    </a:p>
                  </a:txBody>
                  <a:tcPr/>
                </a:tc>
                <a:extLst>
                  <a:ext uri="{0D108BD9-81ED-4DB2-BD59-A6C34878D82A}">
                    <a16:rowId xmlns:a16="http://schemas.microsoft.com/office/drawing/2014/main" val="3796724760"/>
                  </a:ext>
                </a:extLst>
              </a:tr>
              <a:tr h="500992">
                <a:tc>
                  <a:txBody>
                    <a:bodyPr/>
                    <a:lstStyle/>
                    <a:p>
                      <a:r>
                        <a:rPr kumimoji="1" lang="ja-JP" altLang="en-US">
                          <a:latin typeface="メイリオ" panose="020B0604030504040204" pitchFamily="50" charset="-128"/>
                          <a:ea typeface="メイリオ" panose="020B0604030504040204" pitchFamily="50" charset="-128"/>
                        </a:rPr>
                        <a:t>メソッド</a:t>
                      </a:r>
                    </a:p>
                  </a:txBody>
                  <a:tcPr/>
                </a:tc>
                <a:tc>
                  <a:txBody>
                    <a:bodyPr/>
                    <a:lstStyle/>
                    <a:p>
                      <a:r>
                        <a:rPr kumimoji="1" lang="ja-JP" altLang="en-US">
                          <a:latin typeface="メイリオ" panose="020B0604030504040204" pitchFamily="50" charset="-128"/>
                          <a:ea typeface="メイリオ" panose="020B0604030504040204" pitchFamily="50" charset="-128"/>
                        </a:rPr>
                        <a:t>どの操作をしたいか</a:t>
                      </a:r>
                    </a:p>
                  </a:txBody>
                  <a:tcPr/>
                </a:tc>
                <a:tc>
                  <a:txBody>
                    <a:bodyPr/>
                    <a:lstStyle/>
                    <a:p>
                      <a:r>
                        <a:rPr kumimoji="1" lang="en-US" altLang="ja-JP">
                          <a:latin typeface="メイリオ" panose="020B0604030504040204" pitchFamily="50" charset="-128"/>
                          <a:ea typeface="メイリオ" panose="020B0604030504040204" pitchFamily="50" charset="-128"/>
                        </a:rPr>
                        <a:t>GET</a:t>
                      </a:r>
                      <a:endParaRPr kumimoji="1" lang="ja-JP" altLang="en-US">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4121342010"/>
                  </a:ext>
                </a:extLst>
              </a:tr>
              <a:tr h="500992">
                <a:tc>
                  <a:txBody>
                    <a:bodyPr/>
                    <a:lstStyle/>
                    <a:p>
                      <a:r>
                        <a:rPr kumimoji="1" lang="en-US" altLang="ja-JP">
                          <a:latin typeface="メイリオ" panose="020B0604030504040204" pitchFamily="50" charset="-128"/>
                          <a:ea typeface="メイリオ" panose="020B0604030504040204" pitchFamily="50" charset="-128"/>
                        </a:rPr>
                        <a:t>URL</a:t>
                      </a:r>
                      <a:endParaRPr kumimoji="1" lang="ja-JP" altLang="en-US">
                        <a:latin typeface="メイリオ" panose="020B0604030504040204" pitchFamily="50" charset="-128"/>
                        <a:ea typeface="メイリオ" panose="020B0604030504040204" pitchFamily="50" charset="-128"/>
                      </a:endParaRPr>
                    </a:p>
                  </a:txBody>
                  <a:tcPr/>
                </a:tc>
                <a:tc>
                  <a:txBody>
                    <a:bodyPr/>
                    <a:lstStyle/>
                    <a:p>
                      <a:r>
                        <a:rPr kumimoji="1" lang="ja-JP" altLang="en-US">
                          <a:latin typeface="メイリオ" panose="020B0604030504040204" pitchFamily="50" charset="-128"/>
                          <a:ea typeface="メイリオ" panose="020B0604030504040204" pitchFamily="50" charset="-128"/>
                        </a:rPr>
                        <a:t>リクエストの送信先</a:t>
                      </a:r>
                    </a:p>
                  </a:txBody>
                  <a:tcPr/>
                </a:tc>
                <a:tc>
                  <a:txBody>
                    <a:bodyPr/>
                    <a:lstStyle/>
                    <a:p>
                      <a:r>
                        <a:rPr kumimoji="1" lang="en-US" altLang="ja-JP">
                          <a:latin typeface="メイリオ" panose="020B0604030504040204" pitchFamily="50" charset="-128"/>
                          <a:ea typeface="メイリオ" panose="020B0604030504040204" pitchFamily="50" charset="-128"/>
                        </a:rPr>
                        <a:t>https://api.example.com</a:t>
                      </a:r>
                      <a:endParaRPr kumimoji="1" lang="ja-JP" altLang="en-US">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85977598"/>
                  </a:ext>
                </a:extLst>
              </a:tr>
              <a:tr h="500992">
                <a:tc>
                  <a:txBody>
                    <a:bodyPr/>
                    <a:lstStyle/>
                    <a:p>
                      <a:r>
                        <a:rPr kumimoji="1" lang="ja-JP" altLang="en-US">
                          <a:latin typeface="メイリオ" panose="020B0604030504040204" pitchFamily="50" charset="-128"/>
                          <a:ea typeface="メイリオ" panose="020B0604030504040204" pitchFamily="50" charset="-128"/>
                        </a:rPr>
                        <a:t>ヘッダ</a:t>
                      </a:r>
                    </a:p>
                  </a:txBody>
                  <a:tcPr/>
                </a:tc>
                <a:tc>
                  <a:txBody>
                    <a:bodyPr/>
                    <a:lstStyle/>
                    <a:p>
                      <a:r>
                        <a:rPr kumimoji="1" lang="ja-JP" altLang="en-US">
                          <a:latin typeface="メイリオ" panose="020B0604030504040204" pitchFamily="50" charset="-128"/>
                          <a:ea typeface="メイリオ" panose="020B0604030504040204" pitchFamily="50" charset="-128"/>
                        </a:rPr>
                        <a:t>認証情報など</a:t>
                      </a:r>
                    </a:p>
                  </a:txBody>
                  <a:tcPr/>
                </a:tc>
                <a:tc>
                  <a:txBody>
                    <a:bodyPr/>
                    <a:lstStyle/>
                    <a:p>
                      <a:r>
                        <a:rPr kumimoji="1" lang="en-US" altLang="ja-JP" sz="1800" b="0" kern="1200">
                          <a:solidFill>
                            <a:schemeClr val="dk1"/>
                          </a:solidFill>
                          <a:effectLst/>
                          <a:latin typeface="メイリオ" panose="020B0604030504040204" pitchFamily="50" charset="-128"/>
                          <a:ea typeface="メイリオ" panose="020B0604030504040204" pitchFamily="50" charset="-128"/>
                          <a:cs typeface="+mn-cs"/>
                        </a:rPr>
                        <a:t>“Authorization”: (API</a:t>
                      </a:r>
                      <a:r>
                        <a:rPr kumimoji="1" lang="ja-JP" altLang="en-US" sz="1800" b="0" kern="1200">
                          <a:solidFill>
                            <a:schemeClr val="dk1"/>
                          </a:solidFill>
                          <a:effectLst/>
                          <a:latin typeface="メイリオ" panose="020B0604030504040204" pitchFamily="50" charset="-128"/>
                          <a:ea typeface="メイリオ" panose="020B0604030504040204" pitchFamily="50" charset="-128"/>
                          <a:cs typeface="+mn-cs"/>
                        </a:rPr>
                        <a:t>キーの値</a:t>
                      </a:r>
                      <a:r>
                        <a:rPr kumimoji="1" lang="en-US" altLang="ja-JP" sz="1800" b="0" kern="1200">
                          <a:solidFill>
                            <a:schemeClr val="dk1"/>
                          </a:solidFill>
                          <a:effectLst/>
                          <a:latin typeface="メイリオ" panose="020B0604030504040204" pitchFamily="50" charset="-128"/>
                          <a:ea typeface="メイリオ" panose="020B0604030504040204" pitchFamily="50" charset="-128"/>
                          <a:cs typeface="+mn-cs"/>
                        </a:rPr>
                        <a:t>)</a:t>
                      </a:r>
                    </a:p>
                  </a:txBody>
                  <a:tcPr/>
                </a:tc>
                <a:extLst>
                  <a:ext uri="{0D108BD9-81ED-4DB2-BD59-A6C34878D82A}">
                    <a16:rowId xmlns:a16="http://schemas.microsoft.com/office/drawing/2014/main" val="1199989278"/>
                  </a:ext>
                </a:extLst>
              </a:tr>
              <a:tr h="500992">
                <a:tc>
                  <a:txBody>
                    <a:bodyPr/>
                    <a:lstStyle/>
                    <a:p>
                      <a:r>
                        <a:rPr kumimoji="1" lang="ja-JP" altLang="en-US">
                          <a:latin typeface="メイリオ" panose="020B0604030504040204" pitchFamily="50" charset="-128"/>
                          <a:ea typeface="メイリオ" panose="020B0604030504040204" pitchFamily="50" charset="-128"/>
                        </a:rPr>
                        <a:t>ボディ</a:t>
                      </a:r>
                    </a:p>
                  </a:txBody>
                  <a:tcPr/>
                </a:tc>
                <a:tc>
                  <a:txBody>
                    <a:bodyPr/>
                    <a:lstStyle/>
                    <a:p>
                      <a:r>
                        <a:rPr kumimoji="1" lang="ja-JP" altLang="en-US">
                          <a:latin typeface="メイリオ" panose="020B0604030504040204" pitchFamily="50" charset="-128"/>
                          <a:ea typeface="メイリオ" panose="020B0604030504040204" pitchFamily="50" charset="-128"/>
                        </a:rPr>
                        <a:t>リクエストに必要な情報</a:t>
                      </a:r>
                    </a:p>
                  </a:txBody>
                  <a:tcPr/>
                </a:tc>
                <a:tc>
                  <a:txBody>
                    <a:bodyPr/>
                    <a:lstStyle/>
                    <a:p>
                      <a:r>
                        <a:rPr kumimoji="1" lang="en-US" altLang="ja-JP">
                          <a:latin typeface="メイリオ" panose="020B0604030504040204" pitchFamily="50" charset="-128"/>
                          <a:ea typeface="メイリオ" panose="020B0604030504040204" pitchFamily="50" charset="-128"/>
                        </a:rPr>
                        <a:t>JSON</a:t>
                      </a:r>
                      <a:r>
                        <a:rPr kumimoji="1" lang="ja-JP" altLang="en-US">
                          <a:latin typeface="メイリオ" panose="020B0604030504040204" pitchFamily="50" charset="-128"/>
                          <a:ea typeface="メイリオ" panose="020B0604030504040204" pitchFamily="50" charset="-128"/>
                        </a:rPr>
                        <a:t>データなど</a:t>
                      </a:r>
                    </a:p>
                  </a:txBody>
                  <a:tcPr/>
                </a:tc>
                <a:extLst>
                  <a:ext uri="{0D108BD9-81ED-4DB2-BD59-A6C34878D82A}">
                    <a16:rowId xmlns:a16="http://schemas.microsoft.com/office/drawing/2014/main" val="2842237276"/>
                  </a:ext>
                </a:extLst>
              </a:tr>
            </a:tbl>
          </a:graphicData>
        </a:graphic>
      </p:graphicFrame>
    </p:spTree>
    <p:extLst>
      <p:ext uri="{BB962C8B-B14F-4D97-AF65-F5344CB8AC3E}">
        <p14:creationId xmlns:p14="http://schemas.microsoft.com/office/powerpoint/2010/main" val="23630924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EAC15-9F38-6CB7-A6EC-F5E7EF1B23D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9182FD7-19A5-FA4F-9223-898285D87704}"/>
              </a:ext>
            </a:extLst>
          </p:cNvPr>
          <p:cNvSpPr>
            <a:spLocks noGrp="1"/>
          </p:cNvSpPr>
          <p:nvPr>
            <p:ph type="title"/>
          </p:nvPr>
        </p:nvSpPr>
        <p:spPr>
          <a:xfrm>
            <a:off x="759541" y="535713"/>
            <a:ext cx="10515600" cy="503555"/>
          </a:xfrm>
        </p:spPr>
        <p:txBody>
          <a:bodyPr/>
          <a:lstStyle/>
          <a:p>
            <a:r>
              <a:rPr lang="ja-JP" altLang="en-US" b="1">
                <a:latin typeface="メイリオ" panose="020B0604030504040204" pitchFamily="50" charset="-128"/>
                <a:ea typeface="メイリオ" panose="020B0604030504040204" pitchFamily="50" charset="-128"/>
              </a:rPr>
              <a:t>研修③：スクリプト作成：</a:t>
            </a:r>
            <a:r>
              <a:rPr lang="ja-JP" altLang="en-US" b="1">
                <a:solidFill>
                  <a:schemeClr val="tx2"/>
                </a:solidFill>
                <a:latin typeface="メイリオ" panose="020B0604030504040204" pitchFamily="50" charset="-128"/>
                <a:ea typeface="メイリオ" panose="020B0604030504040204" pitchFamily="50" charset="-128"/>
              </a:rPr>
              <a:t>テスト結果の外部通知</a:t>
            </a:r>
            <a:endParaRPr lang="ja-JP" altLang="en-US" b="1">
              <a:latin typeface="メイリオ" panose="020B0604030504040204" pitchFamily="50" charset="-128"/>
              <a:ea typeface="メイリオ" panose="020B0604030504040204" pitchFamily="50" charset="-128"/>
            </a:endParaRPr>
          </a:p>
        </p:txBody>
      </p:sp>
      <p:sp>
        <p:nvSpPr>
          <p:cNvPr id="4" name="スライド番号プレースホルダー 3">
            <a:extLst>
              <a:ext uri="{FF2B5EF4-FFF2-40B4-BE49-F238E27FC236}">
                <a16:creationId xmlns:a16="http://schemas.microsoft.com/office/drawing/2014/main" id="{D59A3910-C27F-CD40-C54F-BCB21FBEBD17}"/>
              </a:ext>
            </a:extLst>
          </p:cNvPr>
          <p:cNvSpPr>
            <a:spLocks noGrp="1"/>
          </p:cNvSpPr>
          <p:nvPr>
            <p:ph type="sldNum" sz="quarter" idx="12"/>
          </p:nvPr>
        </p:nvSpPr>
        <p:spPr/>
        <p:txBody>
          <a:bodyPr/>
          <a:lstStyle/>
          <a:p>
            <a:fld id="{AEA9F59F-5AEA-DB42-A066-0EDE44B4D5E7}" type="slidenum">
              <a:rPr lang="ja-JP" altLang="en-US" smtClean="0"/>
              <a:pPr/>
              <a:t>31</a:t>
            </a:fld>
            <a:endParaRPr lang="ja-JP" altLang="en-US"/>
          </a:p>
        </p:txBody>
      </p:sp>
      <p:sp>
        <p:nvSpPr>
          <p:cNvPr id="3" name="タイトル 1">
            <a:extLst>
              <a:ext uri="{FF2B5EF4-FFF2-40B4-BE49-F238E27FC236}">
                <a16:creationId xmlns:a16="http://schemas.microsoft.com/office/drawing/2014/main" id="{0030BE09-63A9-BAA0-C916-573595B25168}"/>
              </a:ext>
            </a:extLst>
          </p:cNvPr>
          <p:cNvSpPr txBox="1">
            <a:spLocks/>
          </p:cNvSpPr>
          <p:nvPr/>
        </p:nvSpPr>
        <p:spPr>
          <a:xfrm>
            <a:off x="710045" y="1131418"/>
            <a:ext cx="2396613" cy="102364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3200" b="0" i="0" kern="1200">
                <a:solidFill>
                  <a:srgbClr val="004098"/>
                </a:solidFill>
                <a:latin typeface="Yu Gothic Medium" panose="020B0400000000000000" pitchFamily="34" charset="-128"/>
                <a:ea typeface="Yu Gothic Medium" panose="020B0400000000000000" pitchFamily="34" charset="-128"/>
                <a:cs typeface="+mj-cs"/>
              </a:defRPr>
            </a:lvl1pPr>
          </a:lstStyle>
          <a:p>
            <a:pPr>
              <a:lnSpc>
                <a:spcPct val="150000"/>
              </a:lnSpc>
            </a:pPr>
            <a:r>
              <a:rPr lang="ja-JP" altLang="en-US" sz="2400" b="1">
                <a:solidFill>
                  <a:schemeClr val="tx1"/>
                </a:solidFill>
                <a:latin typeface="メイリオ" panose="020B0604030504040204" pitchFamily="50" charset="-128"/>
                <a:ea typeface="メイリオ" panose="020B0604030504040204" pitchFamily="50" charset="-128"/>
              </a:rPr>
              <a:t>記述の例</a:t>
            </a:r>
            <a:endParaRPr lang="en-US" altLang="ja-JP" sz="2400" b="1">
              <a:solidFill>
                <a:schemeClr val="tx1"/>
              </a:solidFill>
              <a:latin typeface="メイリオ" panose="020B0604030504040204" pitchFamily="50" charset="-128"/>
              <a:ea typeface="メイリオ" panose="020B0604030504040204" pitchFamily="50" charset="-128"/>
            </a:endParaRPr>
          </a:p>
          <a:p>
            <a:pPr>
              <a:lnSpc>
                <a:spcPct val="150000"/>
              </a:lnSpc>
            </a:pPr>
            <a:endParaRPr lang="en-US" altLang="ja-JP" sz="1600" b="1">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endParaRPr>
          </a:p>
        </p:txBody>
      </p:sp>
      <p:sp>
        <p:nvSpPr>
          <p:cNvPr id="7" name="正方形/長方形 6">
            <a:extLst>
              <a:ext uri="{FF2B5EF4-FFF2-40B4-BE49-F238E27FC236}">
                <a16:creationId xmlns:a16="http://schemas.microsoft.com/office/drawing/2014/main" id="{75CB06D0-0B0E-A6CF-0DB9-32FDCEC4CEDC}"/>
              </a:ext>
            </a:extLst>
          </p:cNvPr>
          <p:cNvSpPr/>
          <p:nvPr/>
        </p:nvSpPr>
        <p:spPr>
          <a:xfrm>
            <a:off x="759541" y="1705715"/>
            <a:ext cx="10722414" cy="2523385"/>
          </a:xfrm>
          <a:prstGeom prst="rect">
            <a:avLst/>
          </a:prstGeom>
          <a:ln/>
        </p:spPr>
        <p:style>
          <a:lnRef idx="2">
            <a:schemeClr val="accent2"/>
          </a:lnRef>
          <a:fillRef idx="1">
            <a:schemeClr val="lt1"/>
          </a:fillRef>
          <a:effectRef idx="0">
            <a:schemeClr val="accent2"/>
          </a:effectRef>
          <a:fontRef idx="minor">
            <a:schemeClr val="dk1"/>
          </a:fontRef>
        </p:style>
        <p:txBody>
          <a:bodyPr rtlCol="0" anchor="ctr"/>
          <a:lstStyle/>
          <a:p>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import requests</a:t>
            </a:r>
          </a:p>
          <a:p>
            <a:endPar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message = {</a:t>
            </a:r>
          </a:p>
          <a:p>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    # </a:t>
            </a:r>
            <a:r>
              <a:rPr lang="ja-JP" altLang="en-US" dirty="0">
                <a:latin typeface="メイリオ" panose="020B0604030504040204" pitchFamily="50" charset="-128"/>
                <a:ea typeface="メイリオ" panose="020B0604030504040204" pitchFamily="50" charset="-128"/>
                <a:cs typeface="Cascadia Code Light" panose="020B0609020000020004" pitchFamily="49" charset="0"/>
              </a:rPr>
              <a:t>ここにメッセージの内容を記述</a:t>
            </a:r>
            <a:endParaRPr lang="en-US" altLang="ja-JP" dirty="0">
              <a:latin typeface="メイリオ" panose="020B0604030504040204" pitchFamily="50" charset="-128"/>
              <a:ea typeface="メイリオ" panose="020B0604030504040204" pitchFamily="50" charset="-128"/>
              <a:cs typeface="Cascadia Code Light" panose="020B0609020000020004" pitchFamily="49" charset="0"/>
            </a:endParaRPr>
          </a:p>
          <a:p>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a:t>
            </a:r>
          </a:p>
          <a:p>
            <a:endPar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altLang="ja-JP" dirty="0" err="1">
                <a:latin typeface="Cascadia Code Light" panose="020B0609020000020004" pitchFamily="49" charset="0"/>
                <a:ea typeface="Cascadia Code Light" panose="020B0609020000020004" pitchFamily="49" charset="0"/>
                <a:cs typeface="Cascadia Code Light" panose="020B0609020000020004" pitchFamily="49" charset="0"/>
              </a:rPr>
              <a:t>webhook_url</a:t>
            </a:r>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 = “https://...”</a:t>
            </a:r>
          </a:p>
          <a:p>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response = </a:t>
            </a:r>
            <a:r>
              <a:rPr lang="en-US" altLang="ja-JP" dirty="0" err="1">
                <a:latin typeface="Cascadia Code Light" panose="020B0609020000020004" pitchFamily="49" charset="0"/>
                <a:ea typeface="Cascadia Code Light" panose="020B0609020000020004" pitchFamily="49" charset="0"/>
                <a:cs typeface="Cascadia Code Light" panose="020B0609020000020004" pitchFamily="49" charset="0"/>
              </a:rPr>
              <a:t>requests.post</a:t>
            </a:r>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altLang="ja-JP" dirty="0" err="1">
                <a:latin typeface="Cascadia Code Light" panose="020B0609020000020004" pitchFamily="49" charset="0"/>
                <a:ea typeface="Cascadia Code Light" panose="020B0609020000020004" pitchFamily="49" charset="0"/>
                <a:cs typeface="Cascadia Code Light" panose="020B0609020000020004" pitchFamily="49" charset="0"/>
              </a:rPr>
              <a:t>webhook_url,json</a:t>
            </a:r>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 = message)</a:t>
            </a:r>
          </a:p>
          <a:p>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print(‘response code : {0}’,format(</a:t>
            </a:r>
            <a:r>
              <a:rPr lang="en-US" altLang="ja-JP" dirty="0" err="1">
                <a:latin typeface="Cascadia Code Light" panose="020B0609020000020004" pitchFamily="49" charset="0"/>
                <a:ea typeface="Cascadia Code Light" panose="020B0609020000020004" pitchFamily="49" charset="0"/>
                <a:cs typeface="Cascadia Code Light" panose="020B0609020000020004" pitchFamily="49" charset="0"/>
              </a:rPr>
              <a:t>response.status_code</a:t>
            </a:r>
            <a:r>
              <a:rPr lang="en-US" altLang="ja-JP" dirty="0">
                <a:latin typeface="Cascadia Code Light" panose="020B0609020000020004" pitchFamily="49" charset="0"/>
                <a:ea typeface="Cascadia Code Light" panose="020B0609020000020004" pitchFamily="49" charset="0"/>
                <a:cs typeface="Cascadia Code Light" panose="020B0609020000020004" pitchFamily="49" charset="0"/>
              </a:rPr>
              <a:t>))</a:t>
            </a:r>
          </a:p>
        </p:txBody>
      </p:sp>
      <p:sp>
        <p:nvSpPr>
          <p:cNvPr id="11" name="タイトル 1">
            <a:extLst>
              <a:ext uri="{FF2B5EF4-FFF2-40B4-BE49-F238E27FC236}">
                <a16:creationId xmlns:a16="http://schemas.microsoft.com/office/drawing/2014/main" id="{6E32F2BF-C6CA-0D97-4DD2-E9D6EDA533C4}"/>
              </a:ext>
            </a:extLst>
          </p:cNvPr>
          <p:cNvSpPr txBox="1">
            <a:spLocks/>
          </p:cNvSpPr>
          <p:nvPr/>
        </p:nvSpPr>
        <p:spPr>
          <a:xfrm>
            <a:off x="759541" y="4354047"/>
            <a:ext cx="11065314" cy="196824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3200" b="0" i="0" kern="1200">
                <a:solidFill>
                  <a:srgbClr val="004098"/>
                </a:solidFill>
                <a:latin typeface="Yu Gothic Medium" panose="020B0400000000000000" pitchFamily="34" charset="-128"/>
                <a:ea typeface="Yu Gothic Medium" panose="020B0400000000000000" pitchFamily="34" charset="-128"/>
                <a:cs typeface="+mj-cs"/>
              </a:defRPr>
            </a:lvl1pPr>
          </a:lstStyle>
          <a:p>
            <a:pPr>
              <a:lnSpc>
                <a:spcPct val="150000"/>
              </a:lnSpc>
            </a:pPr>
            <a:r>
              <a:rPr lang="ja-JP" altLang="en-US" sz="2400" b="1">
                <a:solidFill>
                  <a:schemeClr val="tx1"/>
                </a:solidFill>
                <a:latin typeface="メイリオ" panose="020B0604030504040204" pitchFamily="50" charset="-128"/>
                <a:ea typeface="メイリオ" panose="020B0604030504040204" pitchFamily="50" charset="-128"/>
              </a:rPr>
              <a:t>解説</a:t>
            </a:r>
            <a:endParaRPr lang="en-US" altLang="ja-JP" sz="2400" b="1">
              <a:solidFill>
                <a:schemeClr val="tx1"/>
              </a:solidFill>
              <a:latin typeface="メイリオ" panose="020B0604030504040204" pitchFamily="50" charset="-128"/>
              <a:ea typeface="メイリオ" panose="020B0604030504040204" pitchFamily="50" charset="-128"/>
            </a:endParaRPr>
          </a:p>
          <a:p>
            <a:pPr marL="342900" indent="-342900">
              <a:lnSpc>
                <a:spcPct val="150000"/>
              </a:lnSpc>
              <a:buFont typeface="Arial" panose="020B0604020202020204" pitchFamily="34" charset="0"/>
              <a:buChar char="•"/>
            </a:pPr>
            <a:r>
              <a:rPr lang="en-US" altLang="ja-JP" sz="1800">
                <a:solidFill>
                  <a:schemeClr val="tx1"/>
                </a:solidFill>
                <a:latin typeface="メイリオ" panose="020B0604030504040204" pitchFamily="50" charset="-128"/>
                <a:ea typeface="メイリオ" panose="020B0604030504040204" pitchFamily="50" charset="-128"/>
              </a:rPr>
              <a:t>request</a:t>
            </a:r>
            <a:r>
              <a:rPr lang="ja-JP" altLang="en-US" sz="1800">
                <a:solidFill>
                  <a:schemeClr val="tx1"/>
                </a:solidFill>
                <a:latin typeface="メイリオ" panose="020B0604030504040204" pitchFamily="50" charset="-128"/>
                <a:ea typeface="メイリオ" panose="020B0604030504040204" pitchFamily="50" charset="-128"/>
              </a:rPr>
              <a:t>パッケージでリクエストボディを指定する際には、</a:t>
            </a:r>
            <a:r>
              <a:rPr lang="en-US" altLang="ja-JP" sz="1800">
                <a:solidFill>
                  <a:schemeClr val="tx1"/>
                </a:solidFill>
                <a:latin typeface="メイリオ" panose="020B0604030504040204" pitchFamily="50" charset="-128"/>
                <a:ea typeface="メイリオ" panose="020B0604030504040204" pitchFamily="50" charset="-128"/>
              </a:rPr>
              <a:t>’</a:t>
            </a:r>
            <a:r>
              <a:rPr lang="en-US" altLang="ja-JP" sz="1800" err="1">
                <a:solidFill>
                  <a:schemeClr val="tx1"/>
                </a:solidFill>
                <a:latin typeface="メイリオ" panose="020B0604030504040204" pitchFamily="50" charset="-128"/>
                <a:ea typeface="メイリオ" panose="020B0604030504040204" pitchFamily="50" charset="-128"/>
              </a:rPr>
              <a:t>json</a:t>
            </a:r>
            <a:r>
              <a:rPr lang="en-US" altLang="ja-JP" sz="1800">
                <a:solidFill>
                  <a:schemeClr val="tx1"/>
                </a:solidFill>
                <a:latin typeface="メイリオ" panose="020B0604030504040204" pitchFamily="50" charset="-128"/>
                <a:ea typeface="メイリオ" panose="020B0604030504040204" pitchFamily="50" charset="-128"/>
              </a:rPr>
              <a:t>’</a:t>
            </a:r>
            <a:r>
              <a:rPr lang="ja-JP" altLang="en-US" sz="1800">
                <a:solidFill>
                  <a:schemeClr val="tx1"/>
                </a:solidFill>
                <a:latin typeface="メイリオ" panose="020B0604030504040204" pitchFamily="50" charset="-128"/>
                <a:ea typeface="メイリオ" panose="020B0604030504040204" pitchFamily="50" charset="-128"/>
              </a:rPr>
              <a:t>パラメータを使用します</a:t>
            </a:r>
            <a:r>
              <a:rPr lang="en-US" altLang="ja-JP" sz="1800">
                <a:solidFill>
                  <a:schemeClr val="tx1"/>
                </a:solidFill>
                <a:latin typeface="メイリオ" panose="020B0604030504040204" pitchFamily="50" charset="-128"/>
                <a:ea typeface="メイリオ" panose="020B0604030504040204" pitchFamily="50" charset="-128"/>
              </a:rPr>
              <a:t>(8</a:t>
            </a:r>
            <a:r>
              <a:rPr lang="ja-JP" altLang="en-US" sz="1800">
                <a:solidFill>
                  <a:schemeClr val="tx1"/>
                </a:solidFill>
                <a:latin typeface="メイリオ" panose="020B0604030504040204" pitchFamily="50" charset="-128"/>
                <a:ea typeface="メイリオ" panose="020B0604030504040204" pitchFamily="50" charset="-128"/>
              </a:rPr>
              <a:t>行目</a:t>
            </a:r>
            <a:r>
              <a:rPr lang="en-US" altLang="ja-JP" sz="1800">
                <a:solidFill>
                  <a:schemeClr val="tx1"/>
                </a:solidFill>
                <a:latin typeface="メイリオ" panose="020B0604030504040204" pitchFamily="50" charset="-128"/>
                <a:ea typeface="メイリオ" panose="020B0604030504040204" pitchFamily="50" charset="-128"/>
              </a:rPr>
              <a:t>)</a:t>
            </a:r>
          </a:p>
          <a:p>
            <a:pPr marL="342900" indent="-342900">
              <a:lnSpc>
                <a:spcPct val="150000"/>
              </a:lnSpc>
              <a:buFont typeface="Arial" panose="020B0604020202020204" pitchFamily="34" charset="0"/>
              <a:buChar char="•"/>
            </a:pPr>
            <a:r>
              <a:rPr lang="en-US" altLang="ja-JP" sz="1800">
                <a:solidFill>
                  <a:schemeClr val="tx1"/>
                </a:solidFill>
                <a:latin typeface="メイリオ" panose="020B0604030504040204" pitchFamily="50" charset="-128"/>
                <a:ea typeface="メイリオ" panose="020B0604030504040204" pitchFamily="50" charset="-128"/>
              </a:rPr>
              <a:t>post</a:t>
            </a:r>
            <a:r>
              <a:rPr lang="ja-JP" altLang="en-US" sz="1800">
                <a:solidFill>
                  <a:schemeClr val="tx1"/>
                </a:solidFill>
                <a:latin typeface="メイリオ" panose="020B0604030504040204" pitchFamily="50" charset="-128"/>
                <a:ea typeface="メイリオ" panose="020B0604030504040204" pitchFamily="50" charset="-128"/>
              </a:rPr>
              <a:t>メソッド単体では</a:t>
            </a:r>
            <a:r>
              <a:rPr lang="ja-JP" altLang="en-US" sz="1800" b="1">
                <a:solidFill>
                  <a:schemeClr val="tx1"/>
                </a:solidFill>
                <a:latin typeface="メイリオ" panose="020B0604030504040204" pitchFamily="50" charset="-128"/>
                <a:ea typeface="メイリオ" panose="020B0604030504040204" pitchFamily="50" charset="-128"/>
              </a:rPr>
              <a:t>リクエスト結果がわかりにくい</a:t>
            </a:r>
            <a:r>
              <a:rPr lang="ja-JP" altLang="en-US" sz="1800">
                <a:solidFill>
                  <a:schemeClr val="tx1"/>
                </a:solidFill>
                <a:latin typeface="メイリオ" panose="020B0604030504040204" pitchFamily="50" charset="-128"/>
                <a:ea typeface="メイリオ" panose="020B0604030504040204" pitchFamily="50" charset="-128"/>
              </a:rPr>
              <a:t>ため、</a:t>
            </a:r>
            <a:br>
              <a:rPr lang="en-US" altLang="ja-JP" sz="1800">
                <a:solidFill>
                  <a:schemeClr val="tx1"/>
                </a:solidFill>
                <a:latin typeface="メイリオ" panose="020B0604030504040204" pitchFamily="50" charset="-128"/>
                <a:ea typeface="メイリオ" panose="020B0604030504040204" pitchFamily="50" charset="-128"/>
              </a:rPr>
            </a:br>
            <a:r>
              <a:rPr lang="ja-JP" altLang="en-US" sz="1800" b="1">
                <a:solidFill>
                  <a:schemeClr val="tx1"/>
                </a:solidFill>
                <a:latin typeface="メイリオ" panose="020B0604030504040204" pitchFamily="50" charset="-128"/>
                <a:ea typeface="メイリオ" panose="020B0604030504040204" pitchFamily="50" charset="-128"/>
              </a:rPr>
              <a:t>レスポンスコードの</a:t>
            </a:r>
            <a:r>
              <a:rPr lang="en-US" altLang="ja-JP" sz="1800" b="1">
                <a:solidFill>
                  <a:schemeClr val="tx1"/>
                </a:solidFill>
                <a:latin typeface="メイリオ" panose="020B0604030504040204" pitchFamily="50" charset="-128"/>
                <a:ea typeface="メイリオ" panose="020B0604030504040204" pitchFamily="50" charset="-128"/>
              </a:rPr>
              <a:t>print</a:t>
            </a:r>
            <a:r>
              <a:rPr lang="ja-JP" altLang="en-US" sz="1800">
                <a:solidFill>
                  <a:schemeClr val="tx1"/>
                </a:solidFill>
                <a:latin typeface="メイリオ" panose="020B0604030504040204" pitchFamily="50" charset="-128"/>
                <a:ea typeface="メイリオ" panose="020B0604030504040204" pitchFamily="50" charset="-128"/>
              </a:rPr>
              <a:t>などでデバッグしやすくしておくといいでしょう</a:t>
            </a:r>
            <a:r>
              <a:rPr lang="en-US" altLang="ja-JP" sz="1800">
                <a:solidFill>
                  <a:schemeClr val="tx1"/>
                </a:solidFill>
                <a:latin typeface="メイリオ" panose="020B0604030504040204" pitchFamily="50" charset="-128"/>
                <a:ea typeface="メイリオ" panose="020B0604030504040204" pitchFamily="50" charset="-128"/>
              </a:rPr>
              <a:t>(9</a:t>
            </a:r>
            <a:r>
              <a:rPr lang="ja-JP" altLang="en-US" sz="1800">
                <a:solidFill>
                  <a:schemeClr val="tx1"/>
                </a:solidFill>
                <a:latin typeface="メイリオ" panose="020B0604030504040204" pitchFamily="50" charset="-128"/>
                <a:ea typeface="メイリオ" panose="020B0604030504040204" pitchFamily="50" charset="-128"/>
              </a:rPr>
              <a:t>行目</a:t>
            </a:r>
            <a:r>
              <a:rPr lang="en-US" altLang="ja-JP" sz="1800">
                <a:solidFill>
                  <a:schemeClr val="tx1"/>
                </a:solidFill>
                <a:latin typeface="メイリオ" panose="020B0604030504040204" pitchFamily="50" charset="-128"/>
                <a:ea typeface="メイリオ" panose="020B0604030504040204" pitchFamily="50" charset="-128"/>
              </a:rPr>
              <a:t>)</a:t>
            </a:r>
          </a:p>
        </p:txBody>
      </p:sp>
    </p:spTree>
    <p:extLst>
      <p:ext uri="{BB962C8B-B14F-4D97-AF65-F5344CB8AC3E}">
        <p14:creationId xmlns:p14="http://schemas.microsoft.com/office/powerpoint/2010/main" val="36689973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54A27-D741-4C15-4A6A-11EE7A4DEB0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E6AE89E-DEFE-5FB7-2257-B9D539B7C78E}"/>
              </a:ext>
            </a:extLst>
          </p:cNvPr>
          <p:cNvSpPr>
            <a:spLocks noGrp="1"/>
          </p:cNvSpPr>
          <p:nvPr>
            <p:ph type="title"/>
          </p:nvPr>
        </p:nvSpPr>
        <p:spPr>
          <a:xfrm>
            <a:off x="759541" y="535713"/>
            <a:ext cx="10515600" cy="503555"/>
          </a:xfrm>
        </p:spPr>
        <p:txBody>
          <a:bodyPr/>
          <a:lstStyle/>
          <a:p>
            <a:r>
              <a:rPr lang="ja-JP" altLang="en-US" b="1">
                <a:latin typeface="メイリオ" panose="020B0604030504040204" pitchFamily="50" charset="-128"/>
                <a:ea typeface="メイリオ" panose="020B0604030504040204" pitchFamily="50" charset="-128"/>
              </a:rPr>
              <a:t>研修③：スクリプト作成：</a:t>
            </a:r>
            <a:r>
              <a:rPr lang="ja-JP" altLang="en-US" b="1">
                <a:solidFill>
                  <a:schemeClr val="tx2"/>
                </a:solidFill>
                <a:latin typeface="メイリオ" panose="020B0604030504040204" pitchFamily="50" charset="-128"/>
                <a:ea typeface="メイリオ" panose="020B0604030504040204" pitchFamily="50" charset="-128"/>
              </a:rPr>
              <a:t>テスト結果の外部通知</a:t>
            </a:r>
            <a:endParaRPr lang="ja-JP" altLang="en-US" b="1">
              <a:latin typeface="メイリオ" panose="020B0604030504040204" pitchFamily="50" charset="-128"/>
              <a:ea typeface="メイリオ" panose="020B0604030504040204" pitchFamily="50" charset="-128"/>
            </a:endParaRPr>
          </a:p>
        </p:txBody>
      </p:sp>
      <p:sp>
        <p:nvSpPr>
          <p:cNvPr id="4" name="スライド番号プレースホルダー 3">
            <a:extLst>
              <a:ext uri="{FF2B5EF4-FFF2-40B4-BE49-F238E27FC236}">
                <a16:creationId xmlns:a16="http://schemas.microsoft.com/office/drawing/2014/main" id="{B3C6BB14-A411-1398-4AD5-3895D1F38D8B}"/>
              </a:ext>
            </a:extLst>
          </p:cNvPr>
          <p:cNvSpPr>
            <a:spLocks noGrp="1"/>
          </p:cNvSpPr>
          <p:nvPr>
            <p:ph type="sldNum" sz="quarter" idx="12"/>
          </p:nvPr>
        </p:nvSpPr>
        <p:spPr/>
        <p:txBody>
          <a:bodyPr/>
          <a:lstStyle/>
          <a:p>
            <a:fld id="{AEA9F59F-5AEA-DB42-A066-0EDE44B4D5E7}" type="slidenum">
              <a:rPr lang="ja-JP" altLang="en-US" smtClean="0"/>
              <a:pPr/>
              <a:t>32</a:t>
            </a:fld>
            <a:endParaRPr lang="ja-JP" altLang="en-US"/>
          </a:p>
        </p:txBody>
      </p:sp>
      <p:sp>
        <p:nvSpPr>
          <p:cNvPr id="3" name="タイトル 1">
            <a:extLst>
              <a:ext uri="{FF2B5EF4-FFF2-40B4-BE49-F238E27FC236}">
                <a16:creationId xmlns:a16="http://schemas.microsoft.com/office/drawing/2014/main" id="{8EE0B981-0B22-3917-A421-3333D38D8491}"/>
              </a:ext>
            </a:extLst>
          </p:cNvPr>
          <p:cNvSpPr txBox="1">
            <a:spLocks/>
          </p:cNvSpPr>
          <p:nvPr/>
        </p:nvSpPr>
        <p:spPr>
          <a:xfrm>
            <a:off x="838200" y="1213177"/>
            <a:ext cx="10515600" cy="213269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3200" b="0" i="0" kern="1200">
                <a:solidFill>
                  <a:srgbClr val="004098"/>
                </a:solidFill>
                <a:latin typeface="Yu Gothic Medium" panose="020B0400000000000000" pitchFamily="34" charset="-128"/>
                <a:ea typeface="Yu Gothic Medium" panose="020B0400000000000000" pitchFamily="34" charset="-128"/>
                <a:cs typeface="+mj-cs"/>
              </a:defRPr>
            </a:lvl1pPr>
          </a:lstStyle>
          <a:p>
            <a:pPr>
              <a:lnSpc>
                <a:spcPct val="150000"/>
              </a:lnSpc>
            </a:pPr>
            <a:r>
              <a:rPr lang="en-US" altLang="ja-JP" sz="2400" b="1">
                <a:solidFill>
                  <a:schemeClr val="tx1"/>
                </a:solidFill>
                <a:latin typeface="メイリオ" panose="020B0604030504040204" pitchFamily="50" charset="-128"/>
                <a:ea typeface="メイリオ" panose="020B0604030504040204" pitchFamily="50" charset="-128"/>
              </a:rPr>
              <a:t>HTTP</a:t>
            </a:r>
            <a:r>
              <a:rPr lang="ja-JP" altLang="en-US" sz="2400" b="1">
                <a:solidFill>
                  <a:schemeClr val="tx1"/>
                </a:solidFill>
                <a:latin typeface="メイリオ" panose="020B0604030504040204" pitchFamily="50" charset="-128"/>
                <a:ea typeface="メイリオ" panose="020B0604030504040204" pitchFamily="50" charset="-128"/>
              </a:rPr>
              <a:t>ステータスコードについて</a:t>
            </a:r>
            <a:endParaRPr lang="en-US" altLang="ja-JP" sz="2400" b="1">
              <a:solidFill>
                <a:schemeClr val="tx1"/>
              </a:solidFill>
              <a:latin typeface="メイリオ" panose="020B0604030504040204" pitchFamily="50" charset="-128"/>
              <a:ea typeface="メイリオ" panose="020B0604030504040204" pitchFamily="50" charset="-128"/>
            </a:endParaRPr>
          </a:p>
          <a:p>
            <a:pPr marL="342900" indent="-342900">
              <a:lnSpc>
                <a:spcPct val="150000"/>
              </a:lnSpc>
              <a:buFont typeface="Arial" panose="020B0604020202020204" pitchFamily="34" charset="0"/>
              <a:buChar char="•"/>
            </a:pPr>
            <a:r>
              <a:rPr lang="ja-JP" altLang="en-US" sz="1800">
                <a:solidFill>
                  <a:schemeClr val="tx1"/>
                </a:solidFill>
                <a:latin typeface="メイリオ" panose="020B0604030504040204" pitchFamily="50" charset="-128"/>
                <a:ea typeface="メイリオ" panose="020B0604030504040204" pitchFamily="50" charset="-128"/>
              </a:rPr>
              <a:t>ステータスコードを用いて、失敗要因のおおよその判別をつけることができます</a:t>
            </a:r>
            <a:endParaRPr lang="en-US" altLang="ja-JP" sz="1800">
              <a:solidFill>
                <a:schemeClr val="tx1"/>
              </a:solidFill>
              <a:latin typeface="メイリオ" panose="020B0604030504040204" pitchFamily="50" charset="-128"/>
              <a:ea typeface="メイリオ" panose="020B0604030504040204" pitchFamily="50" charset="-128"/>
            </a:endParaRPr>
          </a:p>
          <a:p>
            <a:pPr marL="342900" indent="-342900">
              <a:lnSpc>
                <a:spcPct val="150000"/>
              </a:lnSpc>
              <a:buFont typeface="Arial" panose="020B0604020202020204" pitchFamily="34" charset="0"/>
              <a:buChar char="•"/>
            </a:pPr>
            <a:r>
              <a:rPr lang="ja-JP" altLang="en-US" sz="1800">
                <a:solidFill>
                  <a:schemeClr val="tx1"/>
                </a:solidFill>
                <a:latin typeface="メイリオ" panose="020B0604030504040204" pitchFamily="50" charset="-128"/>
                <a:ea typeface="メイリオ" panose="020B0604030504040204" pitchFamily="50" charset="-128"/>
              </a:rPr>
              <a:t>リクエストボディの形やステータスコードの詳細については、</a:t>
            </a:r>
            <a:br>
              <a:rPr lang="en-US" altLang="ja-JP" sz="1800">
                <a:solidFill>
                  <a:schemeClr val="tx1"/>
                </a:solidFill>
                <a:latin typeface="メイリオ" panose="020B0604030504040204" pitchFamily="50" charset="-128"/>
                <a:ea typeface="メイリオ" panose="020B0604030504040204" pitchFamily="50" charset="-128"/>
              </a:rPr>
            </a:br>
            <a:r>
              <a:rPr lang="ja-JP" altLang="en-US" sz="1800" b="1">
                <a:solidFill>
                  <a:schemeClr val="tx1"/>
                </a:solidFill>
                <a:latin typeface="メイリオ" panose="020B0604030504040204" pitchFamily="50" charset="-128"/>
                <a:ea typeface="メイリオ" panose="020B0604030504040204" pitchFamily="50" charset="-128"/>
              </a:rPr>
              <a:t>各</a:t>
            </a:r>
            <a:r>
              <a:rPr lang="en-US" altLang="ja-JP" sz="1800" b="1">
                <a:solidFill>
                  <a:schemeClr val="tx1"/>
                </a:solidFill>
                <a:latin typeface="メイリオ" panose="020B0604030504040204" pitchFamily="50" charset="-128"/>
                <a:ea typeface="メイリオ" panose="020B0604030504040204" pitchFamily="50" charset="-128"/>
              </a:rPr>
              <a:t>API</a:t>
            </a:r>
            <a:r>
              <a:rPr lang="ja-JP" altLang="en-US" sz="1800" b="1">
                <a:solidFill>
                  <a:schemeClr val="tx1"/>
                </a:solidFill>
                <a:latin typeface="メイリオ" panose="020B0604030504040204" pitchFamily="50" charset="-128"/>
                <a:ea typeface="メイリオ" panose="020B0604030504040204" pitchFamily="50" charset="-128"/>
              </a:rPr>
              <a:t>のリファレンス</a:t>
            </a:r>
            <a:r>
              <a:rPr lang="en-US" altLang="ja-JP" sz="1800" b="1">
                <a:solidFill>
                  <a:schemeClr val="tx1"/>
                </a:solidFill>
                <a:latin typeface="メイリオ" panose="020B0604030504040204" pitchFamily="50" charset="-128"/>
                <a:ea typeface="メイリオ" panose="020B0604030504040204" pitchFamily="50" charset="-128"/>
              </a:rPr>
              <a:t>(</a:t>
            </a:r>
            <a:r>
              <a:rPr lang="ja-JP" altLang="en-US" sz="1800" b="1">
                <a:solidFill>
                  <a:schemeClr val="tx1"/>
                </a:solidFill>
                <a:latin typeface="メイリオ" panose="020B0604030504040204" pitchFamily="50" charset="-128"/>
                <a:ea typeface="メイリオ" panose="020B0604030504040204" pitchFamily="50" charset="-128"/>
              </a:rPr>
              <a:t>仕様書</a:t>
            </a:r>
            <a:r>
              <a:rPr lang="en-US" altLang="ja-JP" sz="1800" b="1">
                <a:solidFill>
                  <a:schemeClr val="tx1"/>
                </a:solidFill>
                <a:latin typeface="メイリオ" panose="020B0604030504040204" pitchFamily="50" charset="-128"/>
                <a:ea typeface="メイリオ" panose="020B0604030504040204" pitchFamily="50" charset="-128"/>
              </a:rPr>
              <a:t>)</a:t>
            </a:r>
            <a:r>
              <a:rPr lang="ja-JP" altLang="en-US" sz="1800">
                <a:solidFill>
                  <a:schemeClr val="tx1"/>
                </a:solidFill>
                <a:latin typeface="メイリオ" panose="020B0604030504040204" pitchFamily="50" charset="-128"/>
                <a:ea typeface="メイリオ" panose="020B0604030504040204" pitchFamily="50" charset="-128"/>
              </a:rPr>
              <a:t>を見るのが最も確実です</a:t>
            </a:r>
            <a:endParaRPr lang="en-US" altLang="ja-JP" sz="1600" b="1">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800100" lvl="1" indent="-342900">
              <a:lnSpc>
                <a:spcPct val="150000"/>
              </a:lnSpc>
              <a:buFont typeface="Arial" panose="020B0604020202020204" pitchFamily="34" charset="0"/>
              <a:buChar char="•"/>
            </a:pPr>
            <a:r>
              <a:rPr lang="en-US" altLang="ja-JP" sz="1400">
                <a:latin typeface="Cascadia Code Light" panose="020B0609020000020004" pitchFamily="49" charset="0"/>
                <a:ea typeface="メイリオ" panose="020B0604030504040204" pitchFamily="50" charset="-128"/>
                <a:cs typeface="Cascadia Code Light" panose="020B0609020000020004" pitchFamily="49" charset="0"/>
              </a:rPr>
              <a:t>【</a:t>
            </a:r>
            <a:r>
              <a:rPr lang="ja-JP" altLang="en-US" sz="1400">
                <a:latin typeface="Cascadia Code Light" panose="020B0609020000020004" pitchFamily="49" charset="0"/>
                <a:ea typeface="メイリオ" panose="020B0604030504040204" pitchFamily="50" charset="-128"/>
                <a:cs typeface="Cascadia Code Light" panose="020B0609020000020004" pitchFamily="49" charset="0"/>
              </a:rPr>
              <a:t>参考</a:t>
            </a:r>
            <a:r>
              <a:rPr lang="en-US" altLang="ja-JP" sz="1400">
                <a:latin typeface="Cascadia Code Light" panose="020B0609020000020004" pitchFamily="49" charset="0"/>
                <a:ea typeface="メイリオ" panose="020B0604030504040204" pitchFamily="50" charset="-128"/>
                <a:cs typeface="Cascadia Code Light" panose="020B0609020000020004" pitchFamily="49" charset="0"/>
              </a:rPr>
              <a:t>】</a:t>
            </a:r>
            <a:r>
              <a:rPr lang="en-US" altLang="ja-JP" sz="1400">
                <a:latin typeface="Cascadia Code Light" panose="020B0609020000020004" pitchFamily="49" charset="0"/>
                <a:ea typeface="メイリオ" panose="020B0604030504040204" pitchFamily="50" charset="-128"/>
                <a:cs typeface="Cascadia Code Light" panose="020B0609020000020004" pitchFamily="49" charset="0"/>
                <a:hlinkClick r:id="rId2"/>
              </a:rPr>
              <a:t>Slack webhook</a:t>
            </a:r>
            <a:r>
              <a:rPr lang="ja-JP" altLang="en-US" sz="1400">
                <a:latin typeface="Cascadia Code Light" panose="020B0609020000020004" pitchFamily="49" charset="0"/>
                <a:ea typeface="メイリオ" panose="020B0604030504040204" pitchFamily="50" charset="-128"/>
                <a:cs typeface="Cascadia Code Light" panose="020B0609020000020004" pitchFamily="49" charset="0"/>
                <a:hlinkClick r:id="rId2"/>
              </a:rPr>
              <a:t>のリファレンス</a:t>
            </a:r>
            <a:r>
              <a:rPr lang="en-US" altLang="ja-JP" sz="1400">
                <a:latin typeface="Cascadia Code Light" panose="020B0609020000020004" pitchFamily="49" charset="0"/>
                <a:ea typeface="メイリオ" panose="020B0604030504040204" pitchFamily="50" charset="-128"/>
                <a:cs typeface="Cascadia Code Light" panose="020B0609020000020004" pitchFamily="49" charset="0"/>
              </a:rPr>
              <a:t>(</a:t>
            </a:r>
            <a:r>
              <a:rPr lang="ja-JP" altLang="en-US" sz="1400">
                <a:latin typeface="Cascadia Code Light" panose="020B0609020000020004" pitchFamily="49" charset="0"/>
                <a:ea typeface="メイリオ" panose="020B0604030504040204" pitchFamily="50" charset="-128"/>
                <a:cs typeface="Cascadia Code Light" panose="020B0609020000020004" pitchFamily="49" charset="0"/>
              </a:rPr>
              <a:t>英語</a:t>
            </a:r>
            <a:r>
              <a:rPr lang="en-US" altLang="ja-JP" sz="1400">
                <a:latin typeface="Cascadia Code Light" panose="020B0609020000020004" pitchFamily="49" charset="0"/>
                <a:ea typeface="メイリオ" panose="020B0604030504040204" pitchFamily="50" charset="-128"/>
                <a:cs typeface="Cascadia Code Light" panose="020B0609020000020004" pitchFamily="49" charset="0"/>
              </a:rPr>
              <a:t>)</a:t>
            </a:r>
          </a:p>
        </p:txBody>
      </p:sp>
      <p:graphicFrame>
        <p:nvGraphicFramePr>
          <p:cNvPr id="5" name="表 4">
            <a:extLst>
              <a:ext uri="{FF2B5EF4-FFF2-40B4-BE49-F238E27FC236}">
                <a16:creationId xmlns:a16="http://schemas.microsoft.com/office/drawing/2014/main" id="{C9C68EB2-9E92-5FF8-0707-DB48759B1255}"/>
              </a:ext>
            </a:extLst>
          </p:cNvPr>
          <p:cNvGraphicFramePr>
            <a:graphicFrameLocks noGrp="1"/>
          </p:cNvGraphicFramePr>
          <p:nvPr>
            <p:extLst>
              <p:ext uri="{D42A27DB-BD31-4B8C-83A1-F6EECF244321}">
                <p14:modId xmlns:p14="http://schemas.microsoft.com/office/powerpoint/2010/main" val="1648671895"/>
              </p:ext>
            </p:extLst>
          </p:nvPr>
        </p:nvGraphicFramePr>
        <p:xfrm>
          <a:off x="1033318" y="3626839"/>
          <a:ext cx="10125363" cy="2392680"/>
        </p:xfrm>
        <a:graphic>
          <a:graphicData uri="http://schemas.openxmlformats.org/drawingml/2006/table">
            <a:tbl>
              <a:tblPr firstRow="1" bandRow="1">
                <a:tableStyleId>{5C22544A-7EE6-4342-B048-85BDC9FD1C3A}</a:tableStyleId>
              </a:tblPr>
              <a:tblGrid>
                <a:gridCol w="3375121">
                  <a:extLst>
                    <a:ext uri="{9D8B030D-6E8A-4147-A177-3AD203B41FA5}">
                      <a16:colId xmlns:a16="http://schemas.microsoft.com/office/drawing/2014/main" val="64067050"/>
                    </a:ext>
                  </a:extLst>
                </a:gridCol>
                <a:gridCol w="3375121">
                  <a:extLst>
                    <a:ext uri="{9D8B030D-6E8A-4147-A177-3AD203B41FA5}">
                      <a16:colId xmlns:a16="http://schemas.microsoft.com/office/drawing/2014/main" val="4258426939"/>
                    </a:ext>
                  </a:extLst>
                </a:gridCol>
                <a:gridCol w="3375121">
                  <a:extLst>
                    <a:ext uri="{9D8B030D-6E8A-4147-A177-3AD203B41FA5}">
                      <a16:colId xmlns:a16="http://schemas.microsoft.com/office/drawing/2014/main" val="1321680977"/>
                    </a:ext>
                  </a:extLst>
                </a:gridCol>
              </a:tblGrid>
              <a:tr h="370840">
                <a:tc>
                  <a:txBody>
                    <a:bodyPr/>
                    <a:lstStyle/>
                    <a:p>
                      <a:r>
                        <a:rPr kumimoji="1" lang="ja-JP" altLang="en-US">
                          <a:latin typeface="メイリオ" panose="020B0604030504040204" pitchFamily="50" charset="-128"/>
                          <a:ea typeface="メイリオ" panose="020B0604030504040204" pitchFamily="50" charset="-128"/>
                        </a:rPr>
                        <a:t>ステータスコード</a:t>
                      </a:r>
                    </a:p>
                  </a:txBody>
                  <a:tcPr/>
                </a:tc>
                <a:tc>
                  <a:txBody>
                    <a:bodyPr/>
                    <a:lstStyle/>
                    <a:p>
                      <a:r>
                        <a:rPr kumimoji="1" lang="ja-JP" altLang="en-US">
                          <a:latin typeface="メイリオ" panose="020B0604030504040204" pitchFamily="50" charset="-128"/>
                          <a:ea typeface="メイリオ" panose="020B0604030504040204" pitchFamily="50" charset="-128"/>
                        </a:rPr>
                        <a:t>概要</a:t>
                      </a:r>
                    </a:p>
                  </a:txBody>
                  <a:tcPr/>
                </a:tc>
                <a:tc>
                  <a:txBody>
                    <a:bodyPr/>
                    <a:lstStyle/>
                    <a:p>
                      <a:r>
                        <a:rPr kumimoji="1" lang="ja-JP" altLang="en-US">
                          <a:latin typeface="メイリオ" panose="020B0604030504040204" pitchFamily="50" charset="-128"/>
                          <a:ea typeface="メイリオ" panose="020B0604030504040204" pitchFamily="50" charset="-128"/>
                        </a:rPr>
                        <a:t>原因</a:t>
                      </a:r>
                      <a:r>
                        <a:rPr kumimoji="1" lang="en-US" altLang="ja-JP">
                          <a:latin typeface="メイリオ" panose="020B0604030504040204" pitchFamily="50" charset="-128"/>
                          <a:ea typeface="メイリオ" panose="020B0604030504040204" pitchFamily="50" charset="-128"/>
                        </a:rPr>
                        <a:t>(</a:t>
                      </a:r>
                      <a:r>
                        <a:rPr kumimoji="1" lang="ja-JP" altLang="en-US">
                          <a:latin typeface="メイリオ" panose="020B0604030504040204" pitchFamily="50" charset="-128"/>
                          <a:ea typeface="メイリオ" panose="020B0604030504040204" pitchFamily="50" charset="-128"/>
                        </a:rPr>
                        <a:t>一例</a:t>
                      </a:r>
                      <a:r>
                        <a:rPr kumimoji="1" lang="en-US" altLang="ja-JP">
                          <a:latin typeface="メイリオ" panose="020B0604030504040204" pitchFamily="50" charset="-128"/>
                          <a:ea typeface="メイリオ" panose="020B0604030504040204" pitchFamily="50" charset="-128"/>
                        </a:rPr>
                        <a:t>)</a:t>
                      </a:r>
                      <a:endParaRPr kumimoji="1" lang="ja-JP" altLang="en-US">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3960084936"/>
                  </a:ext>
                </a:extLst>
              </a:tr>
              <a:tr h="370840">
                <a:tc>
                  <a:txBody>
                    <a:bodyPr/>
                    <a:lstStyle/>
                    <a:p>
                      <a:r>
                        <a:rPr kumimoji="1" lang="en-US" altLang="ja-JP">
                          <a:latin typeface="メイリオ" panose="020B0604030504040204" pitchFamily="50" charset="-128"/>
                          <a:ea typeface="メイリオ" panose="020B0604030504040204" pitchFamily="50" charset="-128"/>
                        </a:rPr>
                        <a:t>200</a:t>
                      </a:r>
                      <a:r>
                        <a:rPr kumimoji="1" lang="ja-JP" altLang="en-US">
                          <a:latin typeface="メイリオ" panose="020B0604030504040204" pitchFamily="50" charset="-128"/>
                          <a:ea typeface="メイリオ" panose="020B0604030504040204" pitchFamily="50" charset="-128"/>
                        </a:rPr>
                        <a:t> </a:t>
                      </a:r>
                      <a:r>
                        <a:rPr kumimoji="1" lang="en-US" altLang="ja-JP">
                          <a:latin typeface="メイリオ" panose="020B0604030504040204" pitchFamily="50" charset="-128"/>
                          <a:ea typeface="メイリオ" panose="020B0604030504040204" pitchFamily="50" charset="-128"/>
                        </a:rPr>
                        <a:t>(ok)</a:t>
                      </a:r>
                      <a:endParaRPr kumimoji="1" lang="ja-JP" altLang="en-US">
                        <a:latin typeface="メイリオ" panose="020B0604030504040204" pitchFamily="50" charset="-128"/>
                        <a:ea typeface="メイリオ" panose="020B0604030504040204" pitchFamily="50" charset="-128"/>
                      </a:endParaRPr>
                    </a:p>
                  </a:txBody>
                  <a:tcPr/>
                </a:tc>
                <a:tc>
                  <a:txBody>
                    <a:bodyPr/>
                    <a:lstStyle/>
                    <a:p>
                      <a:r>
                        <a:rPr kumimoji="1" lang="ja-JP" altLang="en-US">
                          <a:latin typeface="メイリオ" panose="020B0604030504040204" pitchFamily="50" charset="-128"/>
                          <a:ea typeface="メイリオ" panose="020B0604030504040204" pitchFamily="50" charset="-128"/>
                        </a:rPr>
                        <a:t>リクエストに成功</a:t>
                      </a:r>
                    </a:p>
                  </a:txBody>
                  <a:tcPr/>
                </a:tc>
                <a:tc>
                  <a:txBody>
                    <a:bodyPr/>
                    <a:lstStyle/>
                    <a:p>
                      <a:r>
                        <a:rPr kumimoji="1" lang="en-US" altLang="ja-JP">
                          <a:latin typeface="メイリオ" panose="020B0604030504040204" pitchFamily="50" charset="-128"/>
                          <a:ea typeface="メイリオ" panose="020B0604030504040204" pitchFamily="50" charset="-128"/>
                        </a:rPr>
                        <a:t>-</a:t>
                      </a:r>
                      <a:endParaRPr kumimoji="1" lang="ja-JP" altLang="en-US">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809583024"/>
                  </a:ext>
                </a:extLst>
              </a:tr>
              <a:tr h="370840">
                <a:tc>
                  <a:txBody>
                    <a:bodyPr/>
                    <a:lstStyle/>
                    <a:p>
                      <a:r>
                        <a:rPr kumimoji="1" lang="en-US" altLang="ja-JP">
                          <a:latin typeface="メイリオ" panose="020B0604030504040204" pitchFamily="50" charset="-128"/>
                          <a:ea typeface="メイリオ" panose="020B0604030504040204" pitchFamily="50" charset="-128"/>
                        </a:rPr>
                        <a:t>400 (bad request)</a:t>
                      </a:r>
                      <a:endParaRPr kumimoji="1" lang="ja-JP" altLang="en-US">
                        <a:latin typeface="メイリオ" panose="020B0604030504040204" pitchFamily="50" charset="-128"/>
                        <a:ea typeface="メイリオ" panose="020B0604030504040204" pitchFamily="50" charset="-128"/>
                      </a:endParaRPr>
                    </a:p>
                  </a:txBody>
                  <a:tcPr/>
                </a:tc>
                <a:tc>
                  <a:txBody>
                    <a:bodyPr/>
                    <a:lstStyle/>
                    <a:p>
                      <a:r>
                        <a:rPr kumimoji="1" lang="ja-JP" altLang="en-US">
                          <a:latin typeface="メイリオ" panose="020B0604030504040204" pitchFamily="50" charset="-128"/>
                          <a:ea typeface="メイリオ" panose="020B0604030504040204" pitchFamily="50" charset="-128"/>
                        </a:rPr>
                        <a:t>無効なリクエスト</a:t>
                      </a:r>
                    </a:p>
                  </a:txBody>
                  <a:tcPr/>
                </a:tc>
                <a:tc>
                  <a:txBody>
                    <a:bodyPr/>
                    <a:lstStyle/>
                    <a:p>
                      <a:r>
                        <a:rPr kumimoji="1" lang="ja-JP" altLang="en-US">
                          <a:latin typeface="メイリオ" panose="020B0604030504040204" pitchFamily="50" charset="-128"/>
                          <a:ea typeface="メイリオ" panose="020B0604030504040204" pitchFamily="50" charset="-128"/>
                        </a:rPr>
                        <a:t>リクエストボディの形が</a:t>
                      </a:r>
                      <a:endParaRPr kumimoji="1" lang="en-US" altLang="ja-JP">
                        <a:latin typeface="メイリオ" panose="020B0604030504040204" pitchFamily="50" charset="-128"/>
                        <a:ea typeface="メイリオ" panose="020B0604030504040204" pitchFamily="50" charset="-128"/>
                      </a:endParaRPr>
                    </a:p>
                    <a:p>
                      <a:r>
                        <a:rPr kumimoji="1" lang="ja-JP" altLang="en-US">
                          <a:latin typeface="メイリオ" panose="020B0604030504040204" pitchFamily="50" charset="-128"/>
                          <a:ea typeface="メイリオ" panose="020B0604030504040204" pitchFamily="50" charset="-128"/>
                        </a:rPr>
                        <a:t>正しくない</a:t>
                      </a:r>
                    </a:p>
                  </a:txBody>
                  <a:tcPr/>
                </a:tc>
                <a:extLst>
                  <a:ext uri="{0D108BD9-81ED-4DB2-BD59-A6C34878D82A}">
                    <a16:rowId xmlns:a16="http://schemas.microsoft.com/office/drawing/2014/main" val="523498640"/>
                  </a:ext>
                </a:extLst>
              </a:tr>
              <a:tr h="370840">
                <a:tc>
                  <a:txBody>
                    <a:bodyPr/>
                    <a:lstStyle/>
                    <a:p>
                      <a:r>
                        <a:rPr kumimoji="1" lang="en-US" altLang="ja-JP">
                          <a:latin typeface="メイリオ" panose="020B0604030504040204" pitchFamily="50" charset="-128"/>
                          <a:ea typeface="メイリオ" panose="020B0604030504040204" pitchFamily="50" charset="-128"/>
                        </a:rPr>
                        <a:t>403 (forbidden)</a:t>
                      </a:r>
                      <a:endParaRPr kumimoji="1" lang="ja-JP" altLang="en-US">
                        <a:latin typeface="メイリオ" panose="020B0604030504040204" pitchFamily="50" charset="-128"/>
                        <a:ea typeface="メイリオ" panose="020B0604030504040204" pitchFamily="50" charset="-128"/>
                      </a:endParaRPr>
                    </a:p>
                  </a:txBody>
                  <a:tcPr/>
                </a:tc>
                <a:tc>
                  <a:txBody>
                    <a:bodyPr/>
                    <a:lstStyle/>
                    <a:p>
                      <a:r>
                        <a:rPr kumimoji="1" lang="ja-JP" altLang="en-US">
                          <a:latin typeface="メイリオ" panose="020B0604030504040204" pitchFamily="50" charset="-128"/>
                          <a:ea typeface="メイリオ" panose="020B0604030504040204" pitchFamily="50" charset="-128"/>
                        </a:rPr>
                        <a:t>許可されていないアクセス</a:t>
                      </a:r>
                    </a:p>
                  </a:txBody>
                  <a:tcPr/>
                </a:tc>
                <a:tc>
                  <a:txBody>
                    <a:bodyPr/>
                    <a:lstStyle/>
                    <a:p>
                      <a:r>
                        <a:rPr kumimoji="1" lang="en-US" altLang="ja-JP">
                          <a:latin typeface="メイリオ" panose="020B0604030504040204" pitchFamily="50" charset="-128"/>
                          <a:ea typeface="メイリオ" panose="020B0604030504040204" pitchFamily="50" charset="-128"/>
                        </a:rPr>
                        <a:t>Webhook URL</a:t>
                      </a:r>
                      <a:r>
                        <a:rPr kumimoji="1" lang="ja-JP" altLang="en-US">
                          <a:latin typeface="メイリオ" panose="020B0604030504040204" pitchFamily="50" charset="-128"/>
                          <a:ea typeface="メイリオ" panose="020B0604030504040204" pitchFamily="50" charset="-128"/>
                        </a:rPr>
                        <a:t>や</a:t>
                      </a:r>
                      <a:r>
                        <a:rPr kumimoji="1" lang="en-US" altLang="ja-JP">
                          <a:latin typeface="メイリオ" panose="020B0604030504040204" pitchFamily="50" charset="-128"/>
                          <a:ea typeface="メイリオ" panose="020B0604030504040204" pitchFamily="50" charset="-128"/>
                        </a:rPr>
                        <a:t>API</a:t>
                      </a:r>
                      <a:r>
                        <a:rPr kumimoji="1" lang="ja-JP" altLang="en-US">
                          <a:latin typeface="メイリオ" panose="020B0604030504040204" pitchFamily="50" charset="-128"/>
                          <a:ea typeface="メイリオ" panose="020B0604030504040204" pitchFamily="50" charset="-128"/>
                        </a:rPr>
                        <a:t>キーに</a:t>
                      </a:r>
                      <a:endParaRPr kumimoji="1" lang="en-US" altLang="ja-JP">
                        <a:latin typeface="メイリオ" panose="020B0604030504040204" pitchFamily="50" charset="-128"/>
                        <a:ea typeface="メイリオ" panose="020B0604030504040204" pitchFamily="50" charset="-128"/>
                      </a:endParaRPr>
                    </a:p>
                    <a:p>
                      <a:r>
                        <a:rPr kumimoji="1" lang="ja-JP" altLang="en-US">
                          <a:latin typeface="メイリオ" panose="020B0604030504040204" pitchFamily="50" charset="-128"/>
                          <a:ea typeface="メイリオ" panose="020B0604030504040204" pitchFamily="50" charset="-128"/>
                        </a:rPr>
                        <a:t>適切な権限がない</a:t>
                      </a:r>
                    </a:p>
                  </a:txBody>
                  <a:tcPr/>
                </a:tc>
                <a:extLst>
                  <a:ext uri="{0D108BD9-81ED-4DB2-BD59-A6C34878D82A}">
                    <a16:rowId xmlns:a16="http://schemas.microsoft.com/office/drawing/2014/main" val="1220355541"/>
                  </a:ext>
                </a:extLst>
              </a:tr>
              <a:tr h="370840">
                <a:tc>
                  <a:txBody>
                    <a:bodyPr/>
                    <a:lstStyle/>
                    <a:p>
                      <a:r>
                        <a:rPr kumimoji="1" lang="en-US" altLang="ja-JP">
                          <a:latin typeface="メイリオ" panose="020B0604030504040204" pitchFamily="50" charset="-128"/>
                          <a:ea typeface="メイリオ" panose="020B0604030504040204" pitchFamily="50" charset="-128"/>
                        </a:rPr>
                        <a:t>404 (not found)</a:t>
                      </a:r>
                      <a:endParaRPr kumimoji="1" lang="ja-JP" altLang="en-US">
                        <a:latin typeface="メイリオ" panose="020B0604030504040204" pitchFamily="50" charset="-128"/>
                        <a:ea typeface="メイリオ" panose="020B0604030504040204" pitchFamily="50" charset="-128"/>
                      </a:endParaRPr>
                    </a:p>
                  </a:txBody>
                  <a:tcPr/>
                </a:tc>
                <a:tc>
                  <a:txBody>
                    <a:bodyPr/>
                    <a:lstStyle/>
                    <a:p>
                      <a:r>
                        <a:rPr kumimoji="1" lang="ja-JP" altLang="en-US">
                          <a:latin typeface="メイリオ" panose="020B0604030504040204" pitchFamily="50" charset="-128"/>
                          <a:ea typeface="メイリオ" panose="020B0604030504040204" pitchFamily="50" charset="-128"/>
                        </a:rPr>
                        <a:t>リソースが見つからない</a:t>
                      </a:r>
                    </a:p>
                  </a:txBody>
                  <a:tcPr/>
                </a:tc>
                <a:tc>
                  <a:txBody>
                    <a:bodyPr/>
                    <a:lstStyle/>
                    <a:p>
                      <a:r>
                        <a:rPr kumimoji="1" lang="ja-JP" altLang="en-US">
                          <a:latin typeface="メイリオ" panose="020B0604030504040204" pitchFamily="50" charset="-128"/>
                          <a:ea typeface="メイリオ" panose="020B0604030504040204" pitchFamily="50" charset="-128"/>
                        </a:rPr>
                        <a:t>リクエスト</a:t>
                      </a:r>
                      <a:r>
                        <a:rPr kumimoji="1" lang="en-US" altLang="ja-JP">
                          <a:latin typeface="メイリオ" panose="020B0604030504040204" pitchFamily="50" charset="-128"/>
                          <a:ea typeface="メイリオ" panose="020B0604030504040204" pitchFamily="50" charset="-128"/>
                        </a:rPr>
                        <a:t>URL</a:t>
                      </a:r>
                      <a:r>
                        <a:rPr kumimoji="1" lang="ja-JP" altLang="en-US">
                          <a:latin typeface="メイリオ" panose="020B0604030504040204" pitchFamily="50" charset="-128"/>
                          <a:ea typeface="メイリオ" panose="020B0604030504040204" pitchFamily="50" charset="-128"/>
                        </a:rPr>
                        <a:t>が正しくない</a:t>
                      </a:r>
                    </a:p>
                  </a:txBody>
                  <a:tcPr/>
                </a:tc>
                <a:extLst>
                  <a:ext uri="{0D108BD9-81ED-4DB2-BD59-A6C34878D82A}">
                    <a16:rowId xmlns:a16="http://schemas.microsoft.com/office/drawing/2014/main" val="1038195301"/>
                  </a:ext>
                </a:extLst>
              </a:tr>
            </a:tbl>
          </a:graphicData>
        </a:graphic>
      </p:graphicFrame>
    </p:spTree>
    <p:extLst>
      <p:ext uri="{BB962C8B-B14F-4D97-AF65-F5344CB8AC3E}">
        <p14:creationId xmlns:p14="http://schemas.microsoft.com/office/powerpoint/2010/main" val="38543573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83650-3239-443E-5952-AB45201E937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B1C8B6E-3871-BA87-AE66-B2C1BB81D219}"/>
              </a:ext>
            </a:extLst>
          </p:cNvPr>
          <p:cNvSpPr>
            <a:spLocks noGrp="1"/>
          </p:cNvSpPr>
          <p:nvPr>
            <p:ph type="title"/>
          </p:nvPr>
        </p:nvSpPr>
        <p:spPr>
          <a:xfrm>
            <a:off x="759541" y="535713"/>
            <a:ext cx="10515600" cy="503555"/>
          </a:xfrm>
        </p:spPr>
        <p:txBody>
          <a:bodyPr/>
          <a:lstStyle/>
          <a:p>
            <a:r>
              <a:rPr lang="ja-JP" altLang="en-US" b="1">
                <a:latin typeface="メイリオ" panose="020B0604030504040204" pitchFamily="50" charset="-128"/>
                <a:ea typeface="メイリオ" panose="020B0604030504040204" pitchFamily="50" charset="-128"/>
              </a:rPr>
              <a:t>研修③：スクリプト作成：</a:t>
            </a:r>
            <a:r>
              <a:rPr lang="ja-JP" altLang="en-US" b="1">
                <a:solidFill>
                  <a:schemeClr val="tx2"/>
                </a:solidFill>
                <a:latin typeface="メイリオ" panose="020B0604030504040204" pitchFamily="50" charset="-128"/>
                <a:ea typeface="メイリオ" panose="020B0604030504040204" pitchFamily="50" charset="-128"/>
              </a:rPr>
              <a:t>テスト結果の外部通知</a:t>
            </a:r>
            <a:endParaRPr lang="ja-JP" altLang="en-US" b="1">
              <a:latin typeface="メイリオ" panose="020B0604030504040204" pitchFamily="50" charset="-128"/>
              <a:ea typeface="メイリオ" panose="020B0604030504040204" pitchFamily="50" charset="-128"/>
            </a:endParaRPr>
          </a:p>
        </p:txBody>
      </p:sp>
      <p:sp>
        <p:nvSpPr>
          <p:cNvPr id="4" name="スライド番号プレースホルダー 3">
            <a:extLst>
              <a:ext uri="{FF2B5EF4-FFF2-40B4-BE49-F238E27FC236}">
                <a16:creationId xmlns:a16="http://schemas.microsoft.com/office/drawing/2014/main" id="{43A3E618-FAFB-5E1E-E421-20FE3AE696F6}"/>
              </a:ext>
            </a:extLst>
          </p:cNvPr>
          <p:cNvSpPr>
            <a:spLocks noGrp="1"/>
          </p:cNvSpPr>
          <p:nvPr>
            <p:ph type="sldNum" sz="quarter" idx="12"/>
          </p:nvPr>
        </p:nvSpPr>
        <p:spPr/>
        <p:txBody>
          <a:bodyPr/>
          <a:lstStyle/>
          <a:p>
            <a:fld id="{AEA9F59F-5AEA-DB42-A066-0EDE44B4D5E7}" type="slidenum">
              <a:rPr lang="ja-JP" altLang="en-US" smtClean="0"/>
              <a:pPr/>
              <a:t>33</a:t>
            </a:fld>
            <a:endParaRPr lang="ja-JP" altLang="en-US"/>
          </a:p>
        </p:txBody>
      </p:sp>
      <p:sp>
        <p:nvSpPr>
          <p:cNvPr id="5" name="タイトル 1">
            <a:extLst>
              <a:ext uri="{FF2B5EF4-FFF2-40B4-BE49-F238E27FC236}">
                <a16:creationId xmlns:a16="http://schemas.microsoft.com/office/drawing/2014/main" id="{C4DA92D1-C10A-C733-F9EF-1D2FA1972B33}"/>
              </a:ext>
            </a:extLst>
          </p:cNvPr>
          <p:cNvSpPr txBox="1">
            <a:spLocks/>
          </p:cNvSpPr>
          <p:nvPr/>
        </p:nvSpPr>
        <p:spPr>
          <a:xfrm>
            <a:off x="1864242" y="1233417"/>
            <a:ext cx="9328354" cy="268482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3200" b="0" i="0" kern="1200">
                <a:solidFill>
                  <a:srgbClr val="004098"/>
                </a:solidFill>
                <a:latin typeface="Yu Gothic Medium" panose="020B0400000000000000" pitchFamily="34" charset="-128"/>
                <a:ea typeface="Yu Gothic Medium" panose="020B0400000000000000" pitchFamily="34" charset="-128"/>
                <a:cs typeface="+mj-cs"/>
              </a:defRPr>
            </a:lvl1pPr>
          </a:lstStyle>
          <a:p>
            <a:pPr>
              <a:lnSpc>
                <a:spcPct val="150000"/>
              </a:lnSpc>
            </a:pPr>
            <a:r>
              <a:rPr lang="ja-JP" altLang="en-US" sz="2000" b="1" dirty="0">
                <a:solidFill>
                  <a:schemeClr val="tx1"/>
                </a:solidFill>
                <a:latin typeface="メイリオ" panose="020B0604030504040204" pitchFamily="50" charset="-128"/>
                <a:ea typeface="メイリオ" panose="020B0604030504040204" pitchFamily="50" charset="-128"/>
              </a:rPr>
              <a:t>例題③</a:t>
            </a:r>
            <a:r>
              <a:rPr lang="ja-JP" altLang="en-US" sz="2000" dirty="0">
                <a:solidFill>
                  <a:schemeClr val="tx1"/>
                </a:solidFill>
                <a:latin typeface="メイリオ" panose="020B0604030504040204" pitchFamily="50" charset="-128"/>
                <a:ea typeface="メイリオ" panose="020B0604030504040204" pitchFamily="50" charset="-128"/>
              </a:rPr>
              <a:t>：教材ファイル</a:t>
            </a:r>
            <a:r>
              <a:rPr lang="en-US" altLang="ja-JP" sz="2000" dirty="0">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altLang="ja-JP" sz="2000" dirty="0" err="1">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rPr>
              <a:t>report.json</a:t>
            </a:r>
            <a:r>
              <a:rPr lang="en-US" altLang="ja-JP" sz="2000" dirty="0">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ja-JP" altLang="en-US" sz="2000" dirty="0">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を入力として受けつけ、</a:t>
            </a:r>
            <a:br>
              <a:rPr lang="en-US" altLang="ja-JP" sz="2000" dirty="0">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br>
            <a:r>
              <a:rPr lang="ja-JP" altLang="en-US" sz="2000" dirty="0">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　　　　下記のような</a:t>
            </a:r>
            <a:r>
              <a:rPr lang="en-US" altLang="ja-JP" sz="2000" dirty="0">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slack</a:t>
            </a:r>
            <a:r>
              <a:rPr lang="ja-JP" altLang="en-US" sz="2000" dirty="0">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通知を送信する</a:t>
            </a:r>
            <a:r>
              <a:rPr lang="en-US" altLang="ja-JP" sz="2000" dirty="0">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python</a:t>
            </a:r>
            <a:r>
              <a:rPr lang="ja-JP" altLang="en-US" sz="2000" dirty="0">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スクリプトを実装せよ。</a:t>
            </a:r>
            <a:endParaRPr lang="en-US" altLang="ja-JP" sz="2000" dirty="0">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endParaRPr>
          </a:p>
          <a:p>
            <a:pPr>
              <a:lnSpc>
                <a:spcPct val="150000"/>
              </a:lnSpc>
            </a:pPr>
            <a:r>
              <a:rPr lang="ja-JP" altLang="en-US" sz="2000" b="1" dirty="0">
                <a:solidFill>
                  <a:schemeClr val="tx1"/>
                </a:solidFill>
                <a:latin typeface="メイリオ" panose="020B0604030504040204" pitchFamily="50" charset="-128"/>
                <a:ea typeface="メイリオ" panose="020B0604030504040204" pitchFamily="50" charset="-128"/>
              </a:rPr>
              <a:t>ヒント</a:t>
            </a:r>
            <a:r>
              <a:rPr lang="ja-JP" altLang="en-US" sz="2000" dirty="0">
                <a:solidFill>
                  <a:schemeClr val="tx1"/>
                </a:solidFill>
                <a:latin typeface="メイリオ" panose="020B0604030504040204" pitchFamily="50" charset="-128"/>
                <a:ea typeface="メイリオ" panose="020B0604030504040204" pitchFamily="50" charset="-128"/>
              </a:rPr>
              <a:t>：</a:t>
            </a:r>
          </a:p>
          <a:p>
            <a:pPr marL="914400" lvl="1" indent="-457200">
              <a:lnSpc>
                <a:spcPct val="150000"/>
              </a:lnSpc>
              <a:buFont typeface="Arial" panose="020B0604020202020204" pitchFamily="34" charset="0"/>
              <a:buChar char="•"/>
            </a:pPr>
            <a:r>
              <a:rPr lang="ja-JP" altLang="en-US" sz="1600" b="1" dirty="0">
                <a:latin typeface="メイリオ" panose="020B0604030504040204" pitchFamily="50" charset="-128"/>
                <a:ea typeface="メイリオ" panose="020B0604030504040204" pitchFamily="50" charset="-128"/>
              </a:rPr>
              <a:t>見出し</a:t>
            </a:r>
            <a:r>
              <a:rPr lang="en-US" altLang="ja-JP" sz="1600" dirty="0">
                <a:latin typeface="メイリオ" panose="020B0604030504040204" pitchFamily="50" charset="-128"/>
                <a:ea typeface="メイリオ" panose="020B0604030504040204" pitchFamily="50" charset="-128"/>
              </a:rPr>
              <a:t>(</a:t>
            </a:r>
            <a:r>
              <a:rPr lang="ja-JP" altLang="en-US" sz="1600" dirty="0">
                <a:latin typeface="メイリオ" panose="020B0604030504040204" pitchFamily="50" charset="-128"/>
                <a:ea typeface="メイリオ" panose="020B0604030504040204" pitchFamily="50" charset="-128"/>
              </a:rPr>
              <a:t>テスト実行日</a:t>
            </a:r>
            <a:r>
              <a:rPr lang="en-US" altLang="ja-JP" sz="1600" dirty="0">
                <a:latin typeface="メイリオ" panose="020B0604030504040204" pitchFamily="50" charset="-128"/>
                <a:ea typeface="メイリオ" panose="020B0604030504040204" pitchFamily="50" charset="-128"/>
              </a:rPr>
              <a:t>)</a:t>
            </a:r>
            <a:r>
              <a:rPr lang="ja-JP" altLang="en-US" sz="1600" dirty="0">
                <a:latin typeface="メイリオ" panose="020B0604030504040204" pitchFamily="50" charset="-128"/>
                <a:ea typeface="メイリオ" panose="020B0604030504040204" pitchFamily="50" charset="-128"/>
              </a:rPr>
              <a:t>や</a:t>
            </a:r>
            <a:r>
              <a:rPr lang="ja-JP" altLang="en-US" sz="1600" b="1" dirty="0">
                <a:latin typeface="メイリオ" panose="020B0604030504040204" pitchFamily="50" charset="-128"/>
                <a:ea typeface="メイリオ" panose="020B0604030504040204" pitchFamily="50" charset="-128"/>
              </a:rPr>
              <a:t>各件数</a:t>
            </a:r>
            <a:r>
              <a:rPr lang="ja-JP" altLang="en-US" sz="1600" dirty="0">
                <a:latin typeface="メイリオ" panose="020B0604030504040204" pitchFamily="50" charset="-128"/>
                <a:ea typeface="メイリオ" panose="020B0604030504040204" pitchFamily="50" charset="-128"/>
              </a:rPr>
              <a:t>は、</a:t>
            </a:r>
            <a:r>
              <a:rPr lang="en-US" altLang="ja-JP" sz="1600" dirty="0" err="1">
                <a:latin typeface="メイリオ" panose="020B0604030504040204" pitchFamily="50" charset="-128"/>
                <a:ea typeface="メイリオ" panose="020B0604030504040204" pitchFamily="50" charset="-128"/>
              </a:rPr>
              <a:t>json</a:t>
            </a:r>
            <a:r>
              <a:rPr lang="ja-JP" altLang="en-US" sz="1600" dirty="0">
                <a:latin typeface="メイリオ" panose="020B0604030504040204" pitchFamily="50" charset="-128"/>
                <a:ea typeface="メイリオ" panose="020B0604030504040204" pitchFamily="50" charset="-128"/>
              </a:rPr>
              <a:t>ファイルから取得するようにする</a:t>
            </a:r>
            <a:endParaRPr lang="en-US" altLang="ja-JP" sz="1600" dirty="0">
              <a:latin typeface="メイリオ" panose="020B0604030504040204" pitchFamily="50" charset="-128"/>
              <a:ea typeface="メイリオ" panose="020B0604030504040204" pitchFamily="50" charset="-128"/>
            </a:endParaRPr>
          </a:p>
          <a:p>
            <a:pPr marL="914400" lvl="1" indent="-457200">
              <a:lnSpc>
                <a:spcPct val="150000"/>
              </a:lnSpc>
              <a:buFont typeface="Arial" panose="020B0604020202020204" pitchFamily="34" charset="0"/>
              <a:buChar char="•"/>
            </a:pPr>
            <a:r>
              <a:rPr lang="ja-JP" altLang="en-US" sz="1600" dirty="0">
                <a:solidFill>
                  <a:schemeClr val="tx1"/>
                </a:solidFill>
                <a:latin typeface="メイリオ" panose="020B0604030504040204" pitchFamily="50" charset="-128"/>
                <a:ea typeface="メイリオ" panose="020B0604030504040204" pitchFamily="50" charset="-128"/>
              </a:rPr>
              <a:t>担当者には</a:t>
            </a:r>
            <a:r>
              <a:rPr lang="ja-JP" altLang="en-US" sz="1600" b="1" dirty="0">
                <a:solidFill>
                  <a:schemeClr val="tx1"/>
                </a:solidFill>
                <a:latin typeface="メイリオ" panose="020B0604030504040204" pitchFamily="50" charset="-128"/>
                <a:ea typeface="メイリオ" panose="020B0604030504040204" pitchFamily="50" charset="-128"/>
              </a:rPr>
              <a:t>自分の名前</a:t>
            </a:r>
            <a:r>
              <a:rPr lang="ja-JP" altLang="en-US" sz="1600" dirty="0">
                <a:solidFill>
                  <a:schemeClr val="tx1"/>
                </a:solidFill>
                <a:latin typeface="メイリオ" panose="020B0604030504040204" pitchFamily="50" charset="-128"/>
                <a:ea typeface="メイリオ" panose="020B0604030504040204" pitchFamily="50" charset="-128"/>
              </a:rPr>
              <a:t>を指定する</a:t>
            </a:r>
            <a:endParaRPr lang="en-US" altLang="ja-JP" sz="1600" dirty="0">
              <a:solidFill>
                <a:schemeClr val="tx1"/>
              </a:solidFill>
              <a:latin typeface="メイリオ" panose="020B0604030504040204" pitchFamily="50" charset="-128"/>
              <a:ea typeface="メイリオ" panose="020B0604030504040204" pitchFamily="50" charset="-128"/>
            </a:endParaRPr>
          </a:p>
          <a:p>
            <a:pPr marL="914400" lvl="1" indent="-457200">
              <a:lnSpc>
                <a:spcPct val="150000"/>
              </a:lnSpc>
              <a:buFont typeface="Arial" panose="020B0604020202020204" pitchFamily="34" charset="0"/>
              <a:buChar char="•"/>
            </a:pPr>
            <a:r>
              <a:rPr lang="en-US" altLang="ja-JP" sz="1600" dirty="0">
                <a:latin typeface="メイリオ" panose="020B0604030504040204" pitchFamily="50" charset="-128"/>
                <a:ea typeface="メイリオ" panose="020B0604030504040204" pitchFamily="50" charset="-128"/>
              </a:rPr>
              <a:t>Slack Webhook URL</a:t>
            </a:r>
            <a:r>
              <a:rPr lang="ja-JP" altLang="en-US" sz="1600" dirty="0">
                <a:latin typeface="メイリオ" panose="020B0604030504040204" pitchFamily="50" charset="-128"/>
                <a:ea typeface="メイリオ" panose="020B0604030504040204" pitchFamily="50" charset="-128"/>
              </a:rPr>
              <a:t>には研修担当者から指定された値を入力する</a:t>
            </a:r>
            <a:endParaRPr lang="en-US" altLang="ja-JP" sz="1600" dirty="0">
              <a:solidFill>
                <a:schemeClr val="tx1"/>
              </a:solidFill>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A2B6E59C-58F5-D8CB-504A-37FE0A769983}"/>
              </a:ext>
            </a:extLst>
          </p:cNvPr>
          <p:cNvSpPr txBox="1"/>
          <p:nvPr/>
        </p:nvSpPr>
        <p:spPr>
          <a:xfrm>
            <a:off x="1864242" y="3989400"/>
            <a:ext cx="3340511" cy="400110"/>
          </a:xfrm>
          <a:prstGeom prst="rect">
            <a:avLst/>
          </a:prstGeom>
          <a:noFill/>
        </p:spPr>
        <p:txBody>
          <a:bodyPr wrap="square" rtlCol="0">
            <a:spAutoFit/>
          </a:bodyPr>
          <a:lstStyle/>
          <a:p>
            <a:r>
              <a:rPr lang="ja-JP" altLang="en-US" sz="2000" b="1">
                <a:latin typeface="メイリオ" panose="020B0604030504040204" pitchFamily="50" charset="-128"/>
                <a:ea typeface="メイリオ" panose="020B0604030504040204" pitchFamily="50" charset="-128"/>
              </a:rPr>
              <a:t>出力イメージ</a:t>
            </a:r>
            <a:r>
              <a:rPr lang="en-US" altLang="ja-JP" sz="2000">
                <a:latin typeface="メイリオ" panose="020B0604030504040204" pitchFamily="50" charset="-128"/>
                <a:ea typeface="メイリオ" panose="020B0604030504040204" pitchFamily="50" charset="-128"/>
              </a:rPr>
              <a:t>(slack</a:t>
            </a:r>
            <a:r>
              <a:rPr lang="ja-JP" altLang="en-US" sz="2000">
                <a:latin typeface="メイリオ" panose="020B0604030504040204" pitchFamily="50" charset="-128"/>
                <a:ea typeface="メイリオ" panose="020B0604030504040204" pitchFamily="50" charset="-128"/>
              </a:rPr>
              <a:t>画面</a:t>
            </a:r>
            <a:r>
              <a:rPr lang="en-US" altLang="ja-JP" sz="2000">
                <a:latin typeface="メイリオ" panose="020B0604030504040204" pitchFamily="50" charset="-128"/>
                <a:ea typeface="メイリオ" panose="020B0604030504040204" pitchFamily="50" charset="-128"/>
              </a:rPr>
              <a:t>)</a:t>
            </a:r>
            <a:endParaRPr kumimoji="1" lang="ja-JP" altLang="en-US" sz="2000" b="1">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40A416EA-03E6-1F1C-03AE-8AF18C423D9A}"/>
              </a:ext>
            </a:extLst>
          </p:cNvPr>
          <p:cNvSpPr/>
          <p:nvPr/>
        </p:nvSpPr>
        <p:spPr>
          <a:xfrm>
            <a:off x="1961337" y="4581977"/>
            <a:ext cx="6486832" cy="1740310"/>
          </a:xfrm>
          <a:prstGeom prst="rect">
            <a:avLst/>
          </a:prstGeom>
          <a:solidFill>
            <a:schemeClr val="bg1"/>
          </a:solidFill>
          <a:ln w="38100">
            <a:solidFill>
              <a:srgbClr val="0040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b="1" dirty="0">
                <a:solidFill>
                  <a:schemeClr val="tx1"/>
                </a:solidFill>
              </a:rPr>
              <a:t>テスト実行結果</a:t>
            </a:r>
            <a:r>
              <a:rPr kumimoji="1" lang="en-US" altLang="ja-JP" b="1" dirty="0">
                <a:solidFill>
                  <a:schemeClr val="tx1"/>
                </a:solidFill>
              </a:rPr>
              <a:t>_20251128</a:t>
            </a:r>
          </a:p>
          <a:p>
            <a:r>
              <a:rPr kumimoji="1" lang="ja-JP" altLang="en-US" dirty="0">
                <a:solidFill>
                  <a:schemeClr val="tx1"/>
                </a:solidFill>
              </a:rPr>
              <a:t>担当者：</a:t>
            </a:r>
            <a:r>
              <a:rPr kumimoji="1" lang="en-US" altLang="ja-JP" dirty="0">
                <a:solidFill>
                  <a:schemeClr val="tx1"/>
                </a:solidFill>
              </a:rPr>
              <a:t>[</a:t>
            </a:r>
            <a:r>
              <a:rPr kumimoji="1" lang="ja-JP" altLang="en-US" dirty="0">
                <a:solidFill>
                  <a:schemeClr val="tx1"/>
                </a:solidFill>
              </a:rPr>
              <a:t>自分の名前</a:t>
            </a:r>
            <a:r>
              <a:rPr kumimoji="1" lang="en-US" altLang="ja-JP" dirty="0">
                <a:solidFill>
                  <a:schemeClr val="tx1"/>
                </a:solidFill>
              </a:rPr>
              <a:t>]</a:t>
            </a:r>
          </a:p>
          <a:p>
            <a:r>
              <a:rPr lang="ja-JP" altLang="en-US" b="1" dirty="0">
                <a:solidFill>
                  <a:schemeClr val="bg1">
                    <a:lumMod val="75000"/>
                  </a:schemeClr>
                </a:solidFill>
              </a:rPr>
              <a:t>────────────────────</a:t>
            </a:r>
          </a:p>
          <a:p>
            <a:r>
              <a:rPr lang="ja-JP" altLang="en-US" dirty="0">
                <a:solidFill>
                  <a:schemeClr val="tx1"/>
                </a:solidFill>
              </a:rPr>
              <a:t>実行件数：〇件</a:t>
            </a:r>
            <a:r>
              <a:rPr lang="en-US" altLang="ja-JP" dirty="0">
                <a:solidFill>
                  <a:schemeClr val="tx1"/>
                </a:solidFill>
              </a:rPr>
              <a:t> / </a:t>
            </a:r>
            <a:r>
              <a:rPr lang="ja-JP" altLang="en-US" dirty="0">
                <a:solidFill>
                  <a:schemeClr val="tx1"/>
                </a:solidFill>
              </a:rPr>
              <a:t>成功：〇件 </a:t>
            </a:r>
            <a:r>
              <a:rPr lang="en-US" altLang="ja-JP" dirty="0">
                <a:solidFill>
                  <a:schemeClr val="tx1"/>
                </a:solidFill>
              </a:rPr>
              <a:t>/ </a:t>
            </a:r>
            <a:r>
              <a:rPr lang="ja-JP" altLang="en-US" dirty="0">
                <a:solidFill>
                  <a:schemeClr val="tx1"/>
                </a:solidFill>
              </a:rPr>
              <a:t>失敗：〇件</a:t>
            </a:r>
          </a:p>
        </p:txBody>
      </p:sp>
    </p:spTree>
    <p:extLst>
      <p:ext uri="{BB962C8B-B14F-4D97-AF65-F5344CB8AC3E}">
        <p14:creationId xmlns:p14="http://schemas.microsoft.com/office/powerpoint/2010/main" val="22135574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C75E6-0907-A187-92E0-F1B89CD374F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35CF288-E121-3B05-114B-2D0491D906A9}"/>
              </a:ext>
            </a:extLst>
          </p:cNvPr>
          <p:cNvSpPr>
            <a:spLocks noGrp="1"/>
          </p:cNvSpPr>
          <p:nvPr>
            <p:ph type="title"/>
          </p:nvPr>
        </p:nvSpPr>
        <p:spPr>
          <a:xfrm>
            <a:off x="759541" y="535713"/>
            <a:ext cx="10515600" cy="503555"/>
          </a:xfrm>
        </p:spPr>
        <p:txBody>
          <a:bodyPr/>
          <a:lstStyle/>
          <a:p>
            <a:r>
              <a:rPr lang="ja-JP" altLang="en-US" b="1">
                <a:latin typeface="メイリオ" panose="020B0604030504040204" pitchFamily="50" charset="-128"/>
                <a:ea typeface="メイリオ" panose="020B0604030504040204" pitchFamily="50" charset="-128"/>
              </a:rPr>
              <a:t>研修③：スクリプト作成：</a:t>
            </a:r>
            <a:r>
              <a:rPr lang="ja-JP" altLang="en-US" b="1">
                <a:solidFill>
                  <a:schemeClr val="tx2"/>
                </a:solidFill>
                <a:latin typeface="メイリオ" panose="020B0604030504040204" pitchFamily="50" charset="-128"/>
                <a:ea typeface="メイリオ" panose="020B0604030504040204" pitchFamily="50" charset="-128"/>
              </a:rPr>
              <a:t>テスト結果の外部通知</a:t>
            </a:r>
            <a:endParaRPr lang="ja-JP" altLang="en-US" b="1">
              <a:latin typeface="メイリオ" panose="020B0604030504040204" pitchFamily="50" charset="-128"/>
              <a:ea typeface="メイリオ" panose="020B0604030504040204" pitchFamily="50" charset="-128"/>
            </a:endParaRPr>
          </a:p>
        </p:txBody>
      </p:sp>
      <p:sp>
        <p:nvSpPr>
          <p:cNvPr id="4" name="スライド番号プレースホルダー 3">
            <a:extLst>
              <a:ext uri="{FF2B5EF4-FFF2-40B4-BE49-F238E27FC236}">
                <a16:creationId xmlns:a16="http://schemas.microsoft.com/office/drawing/2014/main" id="{333B1DCD-B984-C6D4-F2DF-755A7438A01E}"/>
              </a:ext>
            </a:extLst>
          </p:cNvPr>
          <p:cNvSpPr>
            <a:spLocks noGrp="1"/>
          </p:cNvSpPr>
          <p:nvPr>
            <p:ph type="sldNum" sz="quarter" idx="12"/>
          </p:nvPr>
        </p:nvSpPr>
        <p:spPr/>
        <p:txBody>
          <a:bodyPr/>
          <a:lstStyle/>
          <a:p>
            <a:fld id="{AEA9F59F-5AEA-DB42-A066-0EDE44B4D5E7}" type="slidenum">
              <a:rPr lang="ja-JP" altLang="en-US" smtClean="0"/>
              <a:pPr/>
              <a:t>34</a:t>
            </a:fld>
            <a:endParaRPr lang="ja-JP" altLang="en-US"/>
          </a:p>
        </p:txBody>
      </p:sp>
      <p:sp>
        <p:nvSpPr>
          <p:cNvPr id="3" name="正方形/長方形 2">
            <a:extLst>
              <a:ext uri="{FF2B5EF4-FFF2-40B4-BE49-F238E27FC236}">
                <a16:creationId xmlns:a16="http://schemas.microsoft.com/office/drawing/2014/main" id="{D56F273F-6BDA-5F5A-B10A-BF4F7FAC3A67}"/>
              </a:ext>
            </a:extLst>
          </p:cNvPr>
          <p:cNvSpPr/>
          <p:nvPr/>
        </p:nvSpPr>
        <p:spPr>
          <a:xfrm>
            <a:off x="889819" y="1843656"/>
            <a:ext cx="10412362" cy="1184679"/>
          </a:xfrm>
          <a:prstGeom prst="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kumimoji="1" lang="ja-JP" altLang="en-US">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配布ファイル</a:t>
            </a:r>
            <a:r>
              <a:rPr kumimoji="1" lang="en-US" altLang="ja-JP">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a:t>
            </a:r>
            <a:r>
              <a:rPr kumimoji="1" lang="en-US" altLang="ja-JP">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rPr>
              <a:t>example03_answer.py</a:t>
            </a:r>
            <a:r>
              <a:rPr kumimoji="1" lang="en-US" altLang="ja-JP">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a:t>
            </a:r>
            <a:r>
              <a:rPr kumimoji="1" lang="ja-JP" altLang="en-US">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を参照のこと</a:t>
            </a:r>
          </a:p>
        </p:txBody>
      </p:sp>
      <p:sp>
        <p:nvSpPr>
          <p:cNvPr id="8" name="テキスト ボックス 7">
            <a:extLst>
              <a:ext uri="{FF2B5EF4-FFF2-40B4-BE49-F238E27FC236}">
                <a16:creationId xmlns:a16="http://schemas.microsoft.com/office/drawing/2014/main" id="{58AC0717-E1C1-7667-D744-140E64E24214}"/>
              </a:ext>
            </a:extLst>
          </p:cNvPr>
          <p:cNvSpPr txBox="1"/>
          <p:nvPr/>
        </p:nvSpPr>
        <p:spPr>
          <a:xfrm>
            <a:off x="889819" y="1308333"/>
            <a:ext cx="1153391" cy="461665"/>
          </a:xfrm>
          <a:prstGeom prst="rect">
            <a:avLst/>
          </a:prstGeom>
          <a:noFill/>
        </p:spPr>
        <p:txBody>
          <a:bodyPr wrap="square" rtlCol="0">
            <a:spAutoFit/>
          </a:bodyPr>
          <a:lstStyle/>
          <a:p>
            <a:r>
              <a:rPr kumimoji="1" lang="ja-JP" altLang="en-US" sz="2400" b="1">
                <a:latin typeface="メイリオ" panose="020B0604030504040204" pitchFamily="50" charset="-128"/>
                <a:ea typeface="メイリオ" panose="020B0604030504040204" pitchFamily="50" charset="-128"/>
              </a:rPr>
              <a:t>回答例</a:t>
            </a:r>
          </a:p>
        </p:txBody>
      </p:sp>
      <p:sp>
        <p:nvSpPr>
          <p:cNvPr id="5" name="タイトル 1">
            <a:extLst>
              <a:ext uri="{FF2B5EF4-FFF2-40B4-BE49-F238E27FC236}">
                <a16:creationId xmlns:a16="http://schemas.microsoft.com/office/drawing/2014/main" id="{52FF7BA0-65D7-358F-4F65-6BA92315BE15}"/>
              </a:ext>
            </a:extLst>
          </p:cNvPr>
          <p:cNvSpPr txBox="1">
            <a:spLocks/>
          </p:cNvSpPr>
          <p:nvPr/>
        </p:nvSpPr>
        <p:spPr>
          <a:xfrm>
            <a:off x="889819" y="2992189"/>
            <a:ext cx="10515600" cy="308414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3200" b="0" i="0" kern="1200">
                <a:solidFill>
                  <a:srgbClr val="004098"/>
                </a:solidFill>
                <a:latin typeface="Yu Gothic Medium" panose="020B0400000000000000" pitchFamily="34" charset="-128"/>
                <a:ea typeface="Yu Gothic Medium" panose="020B0400000000000000" pitchFamily="34" charset="-128"/>
                <a:cs typeface="+mj-cs"/>
              </a:defRPr>
            </a:lvl1pPr>
          </a:lstStyle>
          <a:p>
            <a:pPr>
              <a:lnSpc>
                <a:spcPct val="150000"/>
              </a:lnSpc>
            </a:pPr>
            <a:r>
              <a:rPr lang="ja-JP" altLang="en-US" sz="2400" b="1">
                <a:solidFill>
                  <a:schemeClr val="tx1"/>
                </a:solidFill>
                <a:latin typeface="メイリオ" panose="020B0604030504040204" pitchFamily="50" charset="-128"/>
                <a:ea typeface="メイリオ" panose="020B0604030504040204" pitchFamily="50" charset="-128"/>
              </a:rPr>
              <a:t>確認ポイント</a:t>
            </a:r>
            <a:endParaRPr lang="en-US" altLang="ja-JP" sz="2400">
              <a:solidFill>
                <a:schemeClr val="tx1"/>
              </a:solidFill>
              <a:latin typeface="メイリオ" panose="020B0604030504040204" pitchFamily="50" charset="-128"/>
              <a:ea typeface="メイリオ" panose="020B0604030504040204" pitchFamily="50" charset="-128"/>
            </a:endParaRPr>
          </a:p>
          <a:p>
            <a:pPr marL="914400" lvl="1" indent="-457200">
              <a:lnSpc>
                <a:spcPct val="150000"/>
              </a:lnSpc>
              <a:buFont typeface="Arial" panose="020B0604020202020204" pitchFamily="34" charset="0"/>
              <a:buChar char="•"/>
            </a:pPr>
            <a:r>
              <a:rPr lang="en-US" altLang="ja-JP" sz="1600">
                <a:solidFill>
                  <a:schemeClr val="tx1"/>
                </a:solidFill>
                <a:latin typeface="メイリオ" panose="020B0604030504040204" pitchFamily="50" charset="-128"/>
                <a:ea typeface="メイリオ" panose="020B0604030504040204" pitchFamily="50" charset="-128"/>
              </a:rPr>
              <a:t>requests</a:t>
            </a:r>
            <a:r>
              <a:rPr lang="ja-JP" altLang="en-US" sz="1600">
                <a:solidFill>
                  <a:schemeClr val="tx1"/>
                </a:solidFill>
                <a:latin typeface="メイリオ" panose="020B0604030504040204" pitchFamily="50" charset="-128"/>
                <a:ea typeface="メイリオ" panose="020B0604030504040204" pitchFamily="50" charset="-128"/>
              </a:rPr>
              <a:t>パッケージを使用し、適切に</a:t>
            </a:r>
            <a:r>
              <a:rPr lang="en-US" altLang="ja-JP" sz="1600">
                <a:solidFill>
                  <a:schemeClr val="tx1"/>
                </a:solidFill>
                <a:latin typeface="メイリオ" panose="020B0604030504040204" pitchFamily="50" charset="-128"/>
                <a:ea typeface="メイリオ" panose="020B0604030504040204" pitchFamily="50" charset="-128"/>
              </a:rPr>
              <a:t>http</a:t>
            </a:r>
            <a:r>
              <a:rPr lang="ja-JP" altLang="en-US" sz="1600">
                <a:solidFill>
                  <a:schemeClr val="tx1"/>
                </a:solidFill>
                <a:latin typeface="メイリオ" panose="020B0604030504040204" pitchFamily="50" charset="-128"/>
                <a:ea typeface="メイリオ" panose="020B0604030504040204" pitchFamily="50" charset="-128"/>
              </a:rPr>
              <a:t>リクエストを送信できているか</a:t>
            </a:r>
            <a:endParaRPr lang="en-US" altLang="ja-JP" sz="1600">
              <a:solidFill>
                <a:schemeClr val="tx1"/>
              </a:solidFill>
              <a:latin typeface="メイリオ" panose="020B0604030504040204" pitchFamily="50" charset="-128"/>
              <a:ea typeface="メイリオ" panose="020B0604030504040204" pitchFamily="50" charset="-128"/>
            </a:endParaRPr>
          </a:p>
          <a:p>
            <a:pPr marL="1371600" lvl="2" indent="-457200">
              <a:lnSpc>
                <a:spcPct val="150000"/>
              </a:lnSpc>
              <a:buFont typeface="Arial" panose="020B0604020202020204" pitchFamily="34" charset="0"/>
              <a:buChar char="•"/>
            </a:pPr>
            <a:r>
              <a:rPr lang="en-US" altLang="ja-JP" sz="1600">
                <a:solidFill>
                  <a:schemeClr val="tx1"/>
                </a:solidFill>
                <a:latin typeface="メイリオ" panose="020B0604030504040204" pitchFamily="50" charset="-128"/>
                <a:ea typeface="メイリオ" panose="020B0604030504040204" pitchFamily="50" charset="-128"/>
              </a:rPr>
              <a:t>Webhook URL</a:t>
            </a:r>
            <a:r>
              <a:rPr lang="ja-JP" altLang="en-US" sz="1600">
                <a:solidFill>
                  <a:schemeClr val="tx1"/>
                </a:solidFill>
                <a:latin typeface="メイリオ" panose="020B0604030504040204" pitchFamily="50" charset="-128"/>
                <a:ea typeface="メイリオ" panose="020B0604030504040204" pitchFamily="50" charset="-128"/>
              </a:rPr>
              <a:t>を用いたリクエストの仕様やメッセージのフォーマットを理解できているか</a:t>
            </a:r>
            <a:endParaRPr lang="en-US" altLang="ja-JP" sz="1600">
              <a:solidFill>
                <a:schemeClr val="tx1"/>
              </a:solidFill>
              <a:latin typeface="メイリオ" panose="020B0604030504040204" pitchFamily="50" charset="-128"/>
              <a:ea typeface="メイリオ" panose="020B0604030504040204" pitchFamily="50" charset="-128"/>
            </a:endParaRPr>
          </a:p>
          <a:p>
            <a:pPr marL="1371600" lvl="2" indent="-457200">
              <a:lnSpc>
                <a:spcPct val="150000"/>
              </a:lnSpc>
              <a:buFont typeface="Arial" panose="020B0604020202020204" pitchFamily="34" charset="0"/>
              <a:buChar char="•"/>
            </a:pPr>
            <a:r>
              <a:rPr lang="ja-JP" altLang="en-US" sz="1600">
                <a:solidFill>
                  <a:schemeClr val="tx1"/>
                </a:solidFill>
                <a:latin typeface="メイリオ" panose="020B0604030504040204" pitchFamily="50" charset="-128"/>
                <a:ea typeface="メイリオ" panose="020B0604030504040204" pitchFamily="50" charset="-128"/>
              </a:rPr>
              <a:t>レスポンスに対するデバッグ処理が適切に実装できているか</a:t>
            </a:r>
            <a:endParaRPr lang="en-US" altLang="ja-JP" sz="1600">
              <a:solidFill>
                <a:schemeClr val="tx1"/>
              </a:solidFill>
              <a:latin typeface="メイリオ" panose="020B0604030504040204" pitchFamily="50" charset="-128"/>
              <a:ea typeface="メイリオ" panose="020B0604030504040204" pitchFamily="50" charset="-128"/>
            </a:endParaRPr>
          </a:p>
          <a:p>
            <a:pPr marL="914400" lvl="1" indent="-457200">
              <a:lnSpc>
                <a:spcPct val="150000"/>
              </a:lnSpc>
              <a:buFont typeface="Arial" panose="020B0604020202020204" pitchFamily="34" charset="0"/>
              <a:buChar char="•"/>
            </a:pPr>
            <a:r>
              <a:rPr lang="ja-JP" altLang="en-US" sz="1600">
                <a:latin typeface="メイリオ" panose="020B0604030504040204" pitchFamily="50" charset="-128"/>
                <a:ea typeface="メイリオ" panose="020B0604030504040204" pitchFamily="50" charset="-128"/>
              </a:rPr>
              <a:t>メッセージの文面に使用したい値を</a:t>
            </a:r>
            <a:r>
              <a:rPr lang="en-US" altLang="ja-JP" sz="1600" err="1">
                <a:latin typeface="メイリオ" panose="020B0604030504040204" pitchFamily="50" charset="-128"/>
                <a:ea typeface="メイリオ" panose="020B0604030504040204" pitchFamily="50" charset="-128"/>
              </a:rPr>
              <a:t>json</a:t>
            </a:r>
            <a:r>
              <a:rPr lang="ja-JP" altLang="en-US" sz="1600">
                <a:latin typeface="メイリオ" panose="020B0604030504040204" pitchFamily="50" charset="-128"/>
                <a:ea typeface="メイリオ" panose="020B0604030504040204" pitchFamily="50" charset="-128"/>
              </a:rPr>
              <a:t>ファイルから適切に取得できているか</a:t>
            </a:r>
            <a:endParaRPr lang="en-US" altLang="ja-JP" sz="1600">
              <a:solidFill>
                <a:schemeClr val="tx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92909646"/>
      </p:ext>
    </p:extLst>
  </p:cSld>
  <p:clrMapOvr>
    <a:masterClrMapping/>
  </p:clrMapOvr>
  <p:extLst>
    <p:ext uri="{6950BFC3-D8DA-4A85-94F7-54DA5524770B}">
      <p188:commentRel xmlns:p188="http://schemas.microsoft.com/office/powerpoint/2018/8/main" r:id="rId2"/>
    </p:ext>
  </p:extLs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1B771-80CA-8F0E-03A6-18306995A23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4EEB8AE-4AD2-B923-3F47-B3244E5F2F49}"/>
              </a:ext>
            </a:extLst>
          </p:cNvPr>
          <p:cNvSpPr>
            <a:spLocks noGrp="1"/>
          </p:cNvSpPr>
          <p:nvPr>
            <p:ph type="title"/>
          </p:nvPr>
        </p:nvSpPr>
        <p:spPr>
          <a:xfrm>
            <a:off x="759540" y="535713"/>
            <a:ext cx="10992577" cy="503555"/>
          </a:xfrm>
        </p:spPr>
        <p:txBody>
          <a:bodyPr/>
          <a:lstStyle/>
          <a:p>
            <a:r>
              <a:rPr lang="ja-JP" altLang="en-US" b="1">
                <a:solidFill>
                  <a:schemeClr val="tx2"/>
                </a:solidFill>
                <a:latin typeface="メイリオ" panose="020B0604030504040204" pitchFamily="50" charset="-128"/>
                <a:ea typeface="メイリオ" panose="020B0604030504040204" pitchFamily="50" charset="-128"/>
              </a:rPr>
              <a:t>研修④：スクリプト作成：</a:t>
            </a:r>
            <a:r>
              <a:rPr lang="en-US" altLang="ja-JP" b="1">
                <a:solidFill>
                  <a:schemeClr val="tx2"/>
                </a:solidFill>
                <a:latin typeface="メイリオ" panose="020B0604030504040204" pitchFamily="50" charset="-128"/>
                <a:ea typeface="メイリオ" panose="020B0604030504040204" pitchFamily="50" charset="-128"/>
              </a:rPr>
              <a:t>AI</a:t>
            </a:r>
            <a:r>
              <a:rPr lang="ja-JP" altLang="en-US" b="1">
                <a:solidFill>
                  <a:schemeClr val="tx2"/>
                </a:solidFill>
                <a:latin typeface="メイリオ" panose="020B0604030504040204" pitchFamily="50" charset="-128"/>
                <a:ea typeface="メイリオ" panose="020B0604030504040204" pitchFamily="50" charset="-128"/>
              </a:rPr>
              <a:t>を活用したテスト結果の分析</a:t>
            </a:r>
          </a:p>
        </p:txBody>
      </p:sp>
      <p:sp>
        <p:nvSpPr>
          <p:cNvPr id="4" name="スライド番号プレースホルダー 3">
            <a:extLst>
              <a:ext uri="{FF2B5EF4-FFF2-40B4-BE49-F238E27FC236}">
                <a16:creationId xmlns:a16="http://schemas.microsoft.com/office/drawing/2014/main" id="{7047B61C-7E80-6F5E-22DE-B781478000D7}"/>
              </a:ext>
            </a:extLst>
          </p:cNvPr>
          <p:cNvSpPr>
            <a:spLocks noGrp="1"/>
          </p:cNvSpPr>
          <p:nvPr>
            <p:ph type="sldNum" sz="quarter" idx="12"/>
          </p:nvPr>
        </p:nvSpPr>
        <p:spPr/>
        <p:txBody>
          <a:bodyPr/>
          <a:lstStyle/>
          <a:p>
            <a:fld id="{AEA9F59F-5AEA-DB42-A066-0EDE44B4D5E7}" type="slidenum">
              <a:rPr lang="ja-JP" altLang="en-US" smtClean="0"/>
              <a:pPr/>
              <a:t>35</a:t>
            </a:fld>
            <a:endParaRPr lang="ja-JP" altLang="en-US"/>
          </a:p>
        </p:txBody>
      </p:sp>
      <p:sp>
        <p:nvSpPr>
          <p:cNvPr id="3" name="タイトル 1">
            <a:extLst>
              <a:ext uri="{FF2B5EF4-FFF2-40B4-BE49-F238E27FC236}">
                <a16:creationId xmlns:a16="http://schemas.microsoft.com/office/drawing/2014/main" id="{5EA1CC41-0A4D-8BC7-8124-A85D84FC05A4}"/>
              </a:ext>
            </a:extLst>
          </p:cNvPr>
          <p:cNvSpPr txBox="1">
            <a:spLocks/>
          </p:cNvSpPr>
          <p:nvPr/>
        </p:nvSpPr>
        <p:spPr>
          <a:xfrm>
            <a:off x="1413389" y="1297858"/>
            <a:ext cx="10515600" cy="477152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3200" b="0" i="0" kern="1200">
                <a:solidFill>
                  <a:srgbClr val="004098"/>
                </a:solidFill>
                <a:latin typeface="Yu Gothic Medium" panose="020B0400000000000000" pitchFamily="34" charset="-128"/>
                <a:ea typeface="Yu Gothic Medium" panose="020B0400000000000000" pitchFamily="34" charset="-128"/>
                <a:cs typeface="+mj-cs"/>
              </a:defRPr>
            </a:lvl1pPr>
          </a:lstStyle>
          <a:p>
            <a:pPr marL="685800" lvl="1" indent="-228600">
              <a:buFont typeface="+mj-lt"/>
              <a:buAutoNum type="arabicPeriod"/>
            </a:pPr>
            <a:r>
              <a:rPr lang="en-US" altLang="ja-JP" sz="100">
                <a:latin typeface="メイリオ" panose="020B0604030504040204" pitchFamily="50" charset="-128"/>
                <a:ea typeface="メイリオ" panose="020B0604030504040204" pitchFamily="50" charset="-128"/>
              </a:rPr>
              <a:t>AI</a:t>
            </a:r>
            <a:r>
              <a:rPr lang="ja-JP" altLang="en-US" sz="100">
                <a:latin typeface="メイリオ" panose="020B0604030504040204" pitchFamily="50" charset="-128"/>
                <a:ea typeface="メイリオ" panose="020B0604030504040204" pitchFamily="50" charset="-128"/>
              </a:rPr>
              <a:t>を活用したテスト結果の分析</a:t>
            </a:r>
          </a:p>
        </p:txBody>
      </p:sp>
      <p:sp>
        <p:nvSpPr>
          <p:cNvPr id="6" name="テキスト ボックス 5">
            <a:extLst>
              <a:ext uri="{FF2B5EF4-FFF2-40B4-BE49-F238E27FC236}">
                <a16:creationId xmlns:a16="http://schemas.microsoft.com/office/drawing/2014/main" id="{6F5C3BAC-3F0B-E46E-523B-EB643AA36A92}"/>
              </a:ext>
            </a:extLst>
          </p:cNvPr>
          <p:cNvSpPr txBox="1"/>
          <p:nvPr/>
        </p:nvSpPr>
        <p:spPr>
          <a:xfrm>
            <a:off x="1281881" y="1571996"/>
            <a:ext cx="10202196" cy="3758721"/>
          </a:xfrm>
          <a:prstGeom prst="rect">
            <a:avLst/>
          </a:prstGeom>
          <a:noFill/>
        </p:spPr>
        <p:txBody>
          <a:bodyPr wrap="square" rtlCol="0">
            <a:spAutoFit/>
          </a:bodyPr>
          <a:lstStyle/>
          <a:p>
            <a:pPr>
              <a:lnSpc>
                <a:spcPct val="150000"/>
              </a:lnSpc>
            </a:pPr>
            <a:r>
              <a:rPr kumimoji="1" lang="ja-JP" altLang="en-US" b="1">
                <a:solidFill>
                  <a:schemeClr val="bg1">
                    <a:lumMod val="75000"/>
                  </a:schemeClr>
                </a:solidFill>
                <a:latin typeface="メイリオ" panose="020B0604030504040204" pitchFamily="50" charset="-128"/>
                <a:ea typeface="メイリオ" panose="020B0604030504040204" pitchFamily="50" charset="-128"/>
              </a:rPr>
              <a:t>①ワークフロー作成：自動実行の実装</a:t>
            </a:r>
            <a:endParaRPr lang="en-US" altLang="ja-JP" b="1">
              <a:solidFill>
                <a:schemeClr val="bg1">
                  <a:lumMod val="75000"/>
                </a:schemeClr>
              </a:solidFill>
              <a:latin typeface="メイリオ" panose="020B0604030504040204" pitchFamily="50" charset="-128"/>
              <a:ea typeface="メイリオ" panose="020B0604030504040204" pitchFamily="50" charset="-128"/>
            </a:endParaRPr>
          </a:p>
          <a:p>
            <a:pPr>
              <a:lnSpc>
                <a:spcPct val="150000"/>
              </a:lnSpc>
            </a:pPr>
            <a:r>
              <a:rPr kumimoji="1" lang="ja-JP" altLang="en-US" sz="1400">
                <a:solidFill>
                  <a:schemeClr val="bg1">
                    <a:lumMod val="75000"/>
                  </a:schemeClr>
                </a:solidFill>
                <a:latin typeface="メイリオ" panose="020B0604030504040204" pitchFamily="50" charset="-128"/>
                <a:ea typeface="メイリオ" panose="020B0604030504040204" pitchFamily="50" charset="-128"/>
              </a:rPr>
              <a:t>　　ワークフローの内容を定義する</a:t>
            </a:r>
            <a:r>
              <a:rPr kumimoji="1" lang="en-US" altLang="ja-JP" sz="1400" err="1">
                <a:solidFill>
                  <a:schemeClr val="bg1">
                    <a:lumMod val="75000"/>
                  </a:schemeClr>
                </a:solidFill>
                <a:latin typeface="メイリオ" panose="020B0604030504040204" pitchFamily="50" charset="-128"/>
                <a:ea typeface="メイリオ" panose="020B0604030504040204" pitchFamily="50" charset="-128"/>
              </a:rPr>
              <a:t>yaml</a:t>
            </a:r>
            <a:r>
              <a:rPr kumimoji="1" lang="ja-JP" altLang="en-US" sz="1400">
                <a:solidFill>
                  <a:schemeClr val="bg1">
                    <a:lumMod val="75000"/>
                  </a:schemeClr>
                </a:solidFill>
                <a:latin typeface="メイリオ" panose="020B0604030504040204" pitchFamily="50" charset="-128"/>
                <a:ea typeface="メイリオ" panose="020B0604030504040204" pitchFamily="50" charset="-128"/>
              </a:rPr>
              <a:t>ファイルの記法を理解し、要件に応じて作成できるようになる</a:t>
            </a:r>
            <a:endParaRPr kumimoji="1" lang="en-US" altLang="ja-JP" sz="1400">
              <a:solidFill>
                <a:schemeClr val="bg1">
                  <a:lumMod val="75000"/>
                </a:schemeClr>
              </a:solidFill>
              <a:latin typeface="メイリオ" panose="020B0604030504040204" pitchFamily="50" charset="-128"/>
              <a:ea typeface="メイリオ" panose="020B0604030504040204" pitchFamily="50" charset="-128"/>
            </a:endParaRPr>
          </a:p>
          <a:p>
            <a:pPr>
              <a:lnSpc>
                <a:spcPct val="150000"/>
              </a:lnSpc>
            </a:pPr>
            <a:r>
              <a:rPr lang="ja-JP" altLang="en-US" b="1">
                <a:solidFill>
                  <a:schemeClr val="bg1">
                    <a:lumMod val="75000"/>
                  </a:schemeClr>
                </a:solidFill>
                <a:latin typeface="メイリオ" panose="020B0604030504040204" pitchFamily="50" charset="-128"/>
                <a:ea typeface="メイリオ" panose="020B0604030504040204" pitchFamily="50" charset="-128"/>
              </a:rPr>
              <a:t>②スクリプト作成：テスト結果データの整形</a:t>
            </a:r>
            <a:endParaRPr lang="en-US" altLang="ja-JP" b="1">
              <a:solidFill>
                <a:schemeClr val="bg1">
                  <a:lumMod val="75000"/>
                </a:schemeClr>
              </a:solidFill>
              <a:latin typeface="メイリオ" panose="020B0604030504040204" pitchFamily="50" charset="-128"/>
              <a:ea typeface="メイリオ" panose="020B0604030504040204" pitchFamily="50" charset="-128"/>
            </a:endParaRPr>
          </a:p>
          <a:p>
            <a:pPr>
              <a:lnSpc>
                <a:spcPct val="150000"/>
              </a:lnSpc>
            </a:pPr>
            <a:r>
              <a:rPr lang="ja-JP" altLang="en-US" sz="1400">
                <a:solidFill>
                  <a:schemeClr val="bg1">
                    <a:lumMod val="75000"/>
                  </a:schemeClr>
                </a:solidFill>
                <a:latin typeface="メイリオ" panose="020B0604030504040204" pitchFamily="50" charset="-128"/>
                <a:ea typeface="メイリオ" panose="020B0604030504040204" pitchFamily="50" charset="-128"/>
              </a:rPr>
              <a:t>　　テスト結果データをユーザーにも見やすい</a:t>
            </a:r>
            <a:r>
              <a:rPr lang="en-US" altLang="ja-JP" sz="1400">
                <a:solidFill>
                  <a:schemeClr val="bg1">
                    <a:lumMod val="75000"/>
                  </a:schemeClr>
                </a:solidFill>
                <a:latin typeface="メイリオ" panose="020B0604030504040204" pitchFamily="50" charset="-128"/>
                <a:ea typeface="メイリオ" panose="020B0604030504040204" pitchFamily="50" charset="-128"/>
              </a:rPr>
              <a:t>xlsx</a:t>
            </a:r>
            <a:r>
              <a:rPr lang="ja-JP" altLang="en-US" sz="1400">
                <a:solidFill>
                  <a:schemeClr val="bg1">
                    <a:lumMod val="75000"/>
                  </a:schemeClr>
                </a:solidFill>
                <a:latin typeface="メイリオ" panose="020B0604030504040204" pitchFamily="50" charset="-128"/>
                <a:ea typeface="メイリオ" panose="020B0604030504040204" pitchFamily="50" charset="-128"/>
              </a:rPr>
              <a:t>ファイルに整形する</a:t>
            </a:r>
            <a:r>
              <a:rPr lang="en-US" altLang="ja-JP" sz="1400">
                <a:solidFill>
                  <a:schemeClr val="bg1">
                    <a:lumMod val="75000"/>
                  </a:schemeClr>
                </a:solidFill>
                <a:latin typeface="メイリオ" panose="020B0604030504040204" pitchFamily="50" charset="-128"/>
                <a:ea typeface="メイリオ" panose="020B0604030504040204" pitchFamily="50" charset="-128"/>
              </a:rPr>
              <a:t>python</a:t>
            </a:r>
            <a:r>
              <a:rPr lang="ja-JP" altLang="en-US" sz="1400">
                <a:solidFill>
                  <a:schemeClr val="bg1">
                    <a:lumMod val="75000"/>
                  </a:schemeClr>
                </a:solidFill>
                <a:latin typeface="メイリオ" panose="020B0604030504040204" pitchFamily="50" charset="-128"/>
                <a:ea typeface="メイリオ" panose="020B0604030504040204" pitchFamily="50" charset="-128"/>
              </a:rPr>
              <a:t>スクリプトを実装できるようになる</a:t>
            </a:r>
            <a:endParaRPr lang="en-US" altLang="ja-JP" sz="1400">
              <a:solidFill>
                <a:schemeClr val="bg1">
                  <a:lumMod val="75000"/>
                </a:schemeClr>
              </a:solidFill>
              <a:latin typeface="メイリオ" panose="020B0604030504040204" pitchFamily="50" charset="-128"/>
              <a:ea typeface="メイリオ" panose="020B0604030504040204" pitchFamily="50" charset="-128"/>
            </a:endParaRPr>
          </a:p>
          <a:p>
            <a:pPr>
              <a:lnSpc>
                <a:spcPct val="150000"/>
              </a:lnSpc>
            </a:pPr>
            <a:r>
              <a:rPr lang="ja-JP" altLang="en-US" b="1">
                <a:solidFill>
                  <a:schemeClr val="bg1">
                    <a:lumMod val="75000"/>
                  </a:schemeClr>
                </a:solidFill>
                <a:latin typeface="メイリオ" panose="020B0604030504040204" pitchFamily="50" charset="-128"/>
                <a:ea typeface="メイリオ" panose="020B0604030504040204" pitchFamily="50" charset="-128"/>
              </a:rPr>
              <a:t>③スクリプト作成：テスト結果の外部通知</a:t>
            </a:r>
            <a:endParaRPr lang="en-US" altLang="ja-JP" b="1">
              <a:solidFill>
                <a:schemeClr val="bg1">
                  <a:lumMod val="75000"/>
                </a:schemeClr>
              </a:solidFill>
              <a:latin typeface="メイリオ" panose="020B0604030504040204" pitchFamily="50" charset="-128"/>
              <a:ea typeface="メイリオ" panose="020B0604030504040204" pitchFamily="50" charset="-128"/>
            </a:endParaRPr>
          </a:p>
          <a:p>
            <a:pPr>
              <a:lnSpc>
                <a:spcPct val="150000"/>
              </a:lnSpc>
            </a:pPr>
            <a:r>
              <a:rPr lang="ja-JP" altLang="en-US" sz="1400">
                <a:solidFill>
                  <a:schemeClr val="bg1">
                    <a:lumMod val="75000"/>
                  </a:schemeClr>
                </a:solidFill>
                <a:latin typeface="メイリオ" panose="020B0604030504040204" pitchFamily="50" charset="-128"/>
                <a:ea typeface="メイリオ" panose="020B0604030504040204" pitchFamily="50" charset="-128"/>
              </a:rPr>
              <a:t>　　</a:t>
            </a:r>
            <a:r>
              <a:rPr lang="en-US" altLang="ja-JP" sz="1400">
                <a:solidFill>
                  <a:schemeClr val="bg1">
                    <a:lumMod val="75000"/>
                  </a:schemeClr>
                </a:solidFill>
                <a:latin typeface="メイリオ" panose="020B0604030504040204" pitchFamily="50" charset="-128"/>
                <a:ea typeface="メイリオ" panose="020B0604030504040204" pitchFamily="50" charset="-128"/>
              </a:rPr>
              <a:t>API</a:t>
            </a:r>
            <a:r>
              <a:rPr lang="ja-JP" altLang="en-US" sz="1400">
                <a:solidFill>
                  <a:schemeClr val="bg1">
                    <a:lumMod val="75000"/>
                  </a:schemeClr>
                </a:solidFill>
                <a:latin typeface="メイリオ" panose="020B0604030504040204" pitchFamily="50" charset="-128"/>
                <a:ea typeface="メイリオ" panose="020B0604030504040204" pitchFamily="50" charset="-128"/>
              </a:rPr>
              <a:t>通信を実現し、外部ツール</a:t>
            </a:r>
            <a:r>
              <a:rPr lang="en-US" altLang="ja-JP" sz="1400">
                <a:solidFill>
                  <a:schemeClr val="bg1">
                    <a:lumMod val="75000"/>
                  </a:schemeClr>
                </a:solidFill>
                <a:latin typeface="メイリオ" panose="020B0604030504040204" pitchFamily="50" charset="-128"/>
                <a:ea typeface="メイリオ" panose="020B0604030504040204" pitchFamily="50" charset="-128"/>
              </a:rPr>
              <a:t>(slack)</a:t>
            </a:r>
            <a:r>
              <a:rPr lang="ja-JP" altLang="en-US" sz="1400">
                <a:solidFill>
                  <a:schemeClr val="bg1">
                    <a:lumMod val="75000"/>
                  </a:schemeClr>
                </a:solidFill>
                <a:latin typeface="メイリオ" panose="020B0604030504040204" pitchFamily="50" charset="-128"/>
                <a:ea typeface="メイリオ" panose="020B0604030504040204" pitchFamily="50" charset="-128"/>
              </a:rPr>
              <a:t>を使用してテスト結果を通知する</a:t>
            </a:r>
            <a:r>
              <a:rPr lang="en-US" altLang="ja-JP" sz="1400">
                <a:solidFill>
                  <a:schemeClr val="bg1">
                    <a:lumMod val="75000"/>
                  </a:schemeClr>
                </a:solidFill>
                <a:latin typeface="メイリオ" panose="020B0604030504040204" pitchFamily="50" charset="-128"/>
                <a:ea typeface="メイリオ" panose="020B0604030504040204" pitchFamily="50" charset="-128"/>
              </a:rPr>
              <a:t>python</a:t>
            </a:r>
            <a:r>
              <a:rPr lang="ja-JP" altLang="en-US" sz="1400">
                <a:solidFill>
                  <a:schemeClr val="bg1">
                    <a:lumMod val="75000"/>
                  </a:schemeClr>
                </a:solidFill>
                <a:latin typeface="メイリオ" panose="020B0604030504040204" pitchFamily="50" charset="-128"/>
                <a:ea typeface="メイリオ" panose="020B0604030504040204" pitchFamily="50" charset="-128"/>
              </a:rPr>
              <a:t>スクリプトを実装できるようになる</a:t>
            </a:r>
            <a:endParaRPr lang="en-US" altLang="ja-JP" sz="1400">
              <a:solidFill>
                <a:schemeClr val="bg1">
                  <a:lumMod val="75000"/>
                </a:schemeClr>
              </a:solidFill>
              <a:latin typeface="メイリオ" panose="020B0604030504040204" pitchFamily="50" charset="-128"/>
              <a:ea typeface="メイリオ" panose="020B0604030504040204" pitchFamily="50" charset="-128"/>
            </a:endParaRPr>
          </a:p>
          <a:p>
            <a:pPr>
              <a:lnSpc>
                <a:spcPct val="150000"/>
              </a:lnSpc>
            </a:pPr>
            <a:r>
              <a:rPr lang="ja-JP" altLang="en-US" b="1">
                <a:solidFill>
                  <a:srgbClr val="004524"/>
                </a:solidFill>
                <a:latin typeface="メイリオ" panose="020B0604030504040204" pitchFamily="50" charset="-128"/>
                <a:ea typeface="メイリオ" panose="020B0604030504040204" pitchFamily="50" charset="-128"/>
              </a:rPr>
              <a:t>④スクリプト作成：</a:t>
            </a:r>
            <a:r>
              <a:rPr lang="en-US" altLang="ja-JP" b="1">
                <a:solidFill>
                  <a:srgbClr val="004524"/>
                </a:solidFill>
                <a:latin typeface="メイリオ" panose="020B0604030504040204" pitchFamily="50" charset="-128"/>
                <a:ea typeface="メイリオ" panose="020B0604030504040204" pitchFamily="50" charset="-128"/>
              </a:rPr>
              <a:t>AI</a:t>
            </a:r>
            <a:r>
              <a:rPr lang="ja-JP" altLang="en-US" b="1">
                <a:solidFill>
                  <a:srgbClr val="004524"/>
                </a:solidFill>
                <a:latin typeface="メイリオ" panose="020B0604030504040204" pitchFamily="50" charset="-128"/>
                <a:ea typeface="メイリオ" panose="020B0604030504040204" pitchFamily="50" charset="-128"/>
              </a:rPr>
              <a:t>を活用したテスト結果の分析</a:t>
            </a:r>
            <a:endParaRPr lang="en-US" altLang="ja-JP" b="1">
              <a:solidFill>
                <a:srgbClr val="004524"/>
              </a:solidFill>
              <a:latin typeface="メイリオ" panose="020B0604030504040204" pitchFamily="50" charset="-128"/>
              <a:ea typeface="メイリオ" panose="020B0604030504040204" pitchFamily="50" charset="-128"/>
            </a:endParaRPr>
          </a:p>
          <a:p>
            <a:pPr>
              <a:lnSpc>
                <a:spcPct val="150000"/>
              </a:lnSpc>
            </a:pPr>
            <a:r>
              <a:rPr lang="ja-JP" altLang="en-US" sz="1400">
                <a:solidFill>
                  <a:srgbClr val="004524"/>
                </a:solidFill>
                <a:latin typeface="メイリオ" panose="020B0604030504040204" pitchFamily="50" charset="-128"/>
                <a:ea typeface="メイリオ" panose="020B0604030504040204" pitchFamily="50" charset="-128"/>
              </a:rPr>
              <a:t>　　</a:t>
            </a:r>
            <a:r>
              <a:rPr lang="en-US" altLang="ja-JP" sz="1400">
                <a:solidFill>
                  <a:srgbClr val="004524"/>
                </a:solidFill>
                <a:latin typeface="メイリオ" panose="020B0604030504040204" pitchFamily="50" charset="-128"/>
                <a:ea typeface="メイリオ" panose="020B0604030504040204" pitchFamily="50" charset="-128"/>
              </a:rPr>
              <a:t>API</a:t>
            </a:r>
            <a:r>
              <a:rPr lang="ja-JP" altLang="en-US" sz="1400">
                <a:solidFill>
                  <a:srgbClr val="004524"/>
                </a:solidFill>
                <a:latin typeface="メイリオ" panose="020B0604030504040204" pitchFamily="50" charset="-128"/>
                <a:ea typeface="メイリオ" panose="020B0604030504040204" pitchFamily="50" charset="-128"/>
              </a:rPr>
              <a:t>通信を実現し、</a:t>
            </a:r>
            <a:r>
              <a:rPr lang="en-US" altLang="ja-JP" sz="1400">
                <a:solidFill>
                  <a:srgbClr val="004524"/>
                </a:solidFill>
                <a:latin typeface="メイリオ" panose="020B0604030504040204" pitchFamily="50" charset="-128"/>
                <a:ea typeface="メイリオ" panose="020B0604030504040204" pitchFamily="50" charset="-128"/>
              </a:rPr>
              <a:t>AI</a:t>
            </a:r>
            <a:r>
              <a:rPr lang="ja-JP" altLang="en-US" sz="1400">
                <a:solidFill>
                  <a:srgbClr val="004524"/>
                </a:solidFill>
                <a:latin typeface="メイリオ" panose="020B0604030504040204" pitchFamily="50" charset="-128"/>
                <a:ea typeface="メイリオ" panose="020B0604030504040204" pitchFamily="50" charset="-128"/>
              </a:rPr>
              <a:t>を活用したテスト結果の分析を行う</a:t>
            </a:r>
            <a:r>
              <a:rPr lang="en-US" altLang="ja-JP" sz="1400">
                <a:solidFill>
                  <a:srgbClr val="004524"/>
                </a:solidFill>
                <a:latin typeface="メイリオ" panose="020B0604030504040204" pitchFamily="50" charset="-128"/>
                <a:ea typeface="メイリオ" panose="020B0604030504040204" pitchFamily="50" charset="-128"/>
              </a:rPr>
              <a:t>python</a:t>
            </a:r>
            <a:r>
              <a:rPr lang="ja-JP" altLang="en-US" sz="1400">
                <a:solidFill>
                  <a:srgbClr val="004524"/>
                </a:solidFill>
                <a:latin typeface="メイリオ" panose="020B0604030504040204" pitchFamily="50" charset="-128"/>
                <a:ea typeface="メイリオ" panose="020B0604030504040204" pitchFamily="50" charset="-128"/>
              </a:rPr>
              <a:t>スクリプトを実装できるようになる</a:t>
            </a:r>
            <a:endParaRPr lang="en-US" altLang="ja-JP" sz="1400">
              <a:solidFill>
                <a:srgbClr val="004524"/>
              </a:solidFill>
              <a:latin typeface="メイリオ" panose="020B0604030504040204" pitchFamily="50" charset="-128"/>
              <a:ea typeface="メイリオ" panose="020B0604030504040204" pitchFamily="50" charset="-128"/>
            </a:endParaRPr>
          </a:p>
          <a:p>
            <a:pPr>
              <a:lnSpc>
                <a:spcPct val="150000"/>
              </a:lnSpc>
            </a:pPr>
            <a:r>
              <a:rPr lang="ja-JP" altLang="en-US" b="1">
                <a:solidFill>
                  <a:schemeClr val="bg1">
                    <a:lumMod val="75000"/>
                  </a:schemeClr>
                </a:solidFill>
                <a:latin typeface="メイリオ" panose="020B0604030504040204" pitchFamily="50" charset="-128"/>
                <a:ea typeface="メイリオ" panose="020B0604030504040204" pitchFamily="50" charset="-128"/>
              </a:rPr>
              <a:t>⑤ワークフロー作成：②～④を自動実行するワークフローの完成</a:t>
            </a:r>
            <a:endParaRPr lang="en-US" altLang="ja-JP" b="1">
              <a:solidFill>
                <a:schemeClr val="bg1">
                  <a:lumMod val="75000"/>
                </a:schemeClr>
              </a:solidFill>
              <a:latin typeface="メイリオ" panose="020B0604030504040204" pitchFamily="50" charset="-128"/>
              <a:ea typeface="メイリオ" panose="020B0604030504040204" pitchFamily="50" charset="-128"/>
            </a:endParaRPr>
          </a:p>
          <a:p>
            <a:pPr>
              <a:lnSpc>
                <a:spcPct val="150000"/>
              </a:lnSpc>
            </a:pPr>
            <a:r>
              <a:rPr lang="ja-JP" altLang="en-US" sz="1400">
                <a:solidFill>
                  <a:schemeClr val="bg1">
                    <a:lumMod val="75000"/>
                  </a:schemeClr>
                </a:solidFill>
                <a:latin typeface="メイリオ" panose="020B0604030504040204" pitchFamily="50" charset="-128"/>
                <a:ea typeface="メイリオ" panose="020B0604030504040204" pitchFamily="50" charset="-128"/>
              </a:rPr>
              <a:t>　　各手順を自動実行する</a:t>
            </a:r>
            <a:r>
              <a:rPr lang="en-US" altLang="ja-JP" sz="1400" err="1">
                <a:solidFill>
                  <a:schemeClr val="bg1">
                    <a:lumMod val="75000"/>
                  </a:schemeClr>
                </a:solidFill>
                <a:latin typeface="メイリオ" panose="020B0604030504040204" pitchFamily="50" charset="-128"/>
                <a:ea typeface="メイリオ" panose="020B0604030504040204" pitchFamily="50" charset="-128"/>
              </a:rPr>
              <a:t>yaml</a:t>
            </a:r>
            <a:r>
              <a:rPr lang="ja-JP" altLang="en-US" sz="1400">
                <a:solidFill>
                  <a:schemeClr val="bg1">
                    <a:lumMod val="75000"/>
                  </a:schemeClr>
                </a:solidFill>
                <a:latin typeface="メイリオ" panose="020B0604030504040204" pitchFamily="50" charset="-128"/>
                <a:ea typeface="メイリオ" panose="020B0604030504040204" pitchFamily="50" charset="-128"/>
              </a:rPr>
              <a:t>を作成し、動作確認が取れるようになる</a:t>
            </a:r>
            <a:endParaRPr lang="en-US" altLang="ja-JP" sz="1400">
              <a:solidFill>
                <a:schemeClr val="bg1">
                  <a:lumMod val="75000"/>
                </a:schemeClr>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4082250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17FB2-F746-6F6E-F7B9-077319F3506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EF40781-FE15-04D6-30B6-0D99F75427D6}"/>
              </a:ext>
            </a:extLst>
          </p:cNvPr>
          <p:cNvSpPr>
            <a:spLocks noGrp="1"/>
          </p:cNvSpPr>
          <p:nvPr>
            <p:ph type="title"/>
          </p:nvPr>
        </p:nvSpPr>
        <p:spPr>
          <a:xfrm>
            <a:off x="759540" y="535713"/>
            <a:ext cx="11127659" cy="503555"/>
          </a:xfrm>
        </p:spPr>
        <p:txBody>
          <a:bodyPr/>
          <a:lstStyle/>
          <a:p>
            <a:r>
              <a:rPr lang="ja-JP" altLang="en-US" b="1">
                <a:solidFill>
                  <a:schemeClr val="tx2"/>
                </a:solidFill>
                <a:latin typeface="メイリオ" panose="020B0604030504040204" pitchFamily="50" charset="-128"/>
                <a:ea typeface="メイリオ" panose="020B0604030504040204" pitchFamily="50" charset="-128"/>
              </a:rPr>
              <a:t>研修④：スクリプト作成：</a:t>
            </a:r>
            <a:r>
              <a:rPr lang="en-US" altLang="ja-JP" b="1">
                <a:solidFill>
                  <a:schemeClr val="tx2"/>
                </a:solidFill>
                <a:latin typeface="メイリオ" panose="020B0604030504040204" pitchFamily="50" charset="-128"/>
                <a:ea typeface="メイリオ" panose="020B0604030504040204" pitchFamily="50" charset="-128"/>
              </a:rPr>
              <a:t>AI</a:t>
            </a:r>
            <a:r>
              <a:rPr lang="ja-JP" altLang="en-US" b="1">
                <a:solidFill>
                  <a:schemeClr val="tx2"/>
                </a:solidFill>
                <a:latin typeface="メイリオ" panose="020B0604030504040204" pitchFamily="50" charset="-128"/>
                <a:ea typeface="メイリオ" panose="020B0604030504040204" pitchFamily="50" charset="-128"/>
              </a:rPr>
              <a:t>を活用したテスト結果の分析</a:t>
            </a:r>
            <a:endParaRPr lang="ja-JP" altLang="en-US" b="1">
              <a:latin typeface="メイリオ" panose="020B0604030504040204" pitchFamily="50" charset="-128"/>
              <a:ea typeface="メイリオ" panose="020B0604030504040204" pitchFamily="50" charset="-128"/>
            </a:endParaRPr>
          </a:p>
        </p:txBody>
      </p:sp>
      <p:sp>
        <p:nvSpPr>
          <p:cNvPr id="4" name="スライド番号プレースホルダー 3">
            <a:extLst>
              <a:ext uri="{FF2B5EF4-FFF2-40B4-BE49-F238E27FC236}">
                <a16:creationId xmlns:a16="http://schemas.microsoft.com/office/drawing/2014/main" id="{4A4C7A4A-71AE-20B3-A196-A7F50E896FCE}"/>
              </a:ext>
            </a:extLst>
          </p:cNvPr>
          <p:cNvSpPr>
            <a:spLocks noGrp="1"/>
          </p:cNvSpPr>
          <p:nvPr>
            <p:ph type="sldNum" sz="quarter" idx="12"/>
          </p:nvPr>
        </p:nvSpPr>
        <p:spPr/>
        <p:txBody>
          <a:bodyPr/>
          <a:lstStyle/>
          <a:p>
            <a:fld id="{AEA9F59F-5AEA-DB42-A066-0EDE44B4D5E7}" type="slidenum">
              <a:rPr lang="ja-JP" altLang="en-US" smtClean="0"/>
              <a:pPr/>
              <a:t>36</a:t>
            </a:fld>
            <a:endParaRPr lang="ja-JP" altLang="en-US"/>
          </a:p>
        </p:txBody>
      </p:sp>
      <p:sp>
        <p:nvSpPr>
          <p:cNvPr id="5" name="フローチャート: 磁気ディスク 4">
            <a:extLst>
              <a:ext uri="{FF2B5EF4-FFF2-40B4-BE49-F238E27FC236}">
                <a16:creationId xmlns:a16="http://schemas.microsoft.com/office/drawing/2014/main" id="{28CF0457-F6A3-42ED-D5F2-27024CF88D3D}"/>
              </a:ext>
            </a:extLst>
          </p:cNvPr>
          <p:cNvSpPr/>
          <p:nvPr/>
        </p:nvSpPr>
        <p:spPr>
          <a:xfrm>
            <a:off x="759541" y="4130512"/>
            <a:ext cx="11127659" cy="1688220"/>
          </a:xfrm>
          <a:prstGeom prst="flowChartMagneticDisk">
            <a:avLst/>
          </a:prstGeom>
          <a:solidFill>
            <a:srgbClr val="C2FFBF"/>
          </a:solidFill>
          <a:ln w="38100">
            <a:solidFill>
              <a:srgbClr val="0045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b="1">
                <a:solidFill>
                  <a:schemeClr val="tx1"/>
                </a:solidFill>
                <a:latin typeface="メイリオ" panose="020B0604030504040204" pitchFamily="50" charset="-128"/>
                <a:ea typeface="メイリオ" panose="020B0604030504040204" pitchFamily="50" charset="-128"/>
              </a:rPr>
              <a:t>スクリプト</a:t>
            </a:r>
          </a:p>
        </p:txBody>
      </p:sp>
      <p:sp>
        <p:nvSpPr>
          <p:cNvPr id="6" name="四角形: メモ 5">
            <a:extLst>
              <a:ext uri="{FF2B5EF4-FFF2-40B4-BE49-F238E27FC236}">
                <a16:creationId xmlns:a16="http://schemas.microsoft.com/office/drawing/2014/main" id="{09D42437-E5B3-8D68-9653-CA63ED922F6A}"/>
              </a:ext>
            </a:extLst>
          </p:cNvPr>
          <p:cNvSpPr/>
          <p:nvPr/>
        </p:nvSpPr>
        <p:spPr>
          <a:xfrm>
            <a:off x="1051481" y="2460981"/>
            <a:ext cx="2557614" cy="1936038"/>
          </a:xfrm>
          <a:prstGeom prst="foldedCorner">
            <a:avLst/>
          </a:prstGeom>
          <a:solidFill>
            <a:schemeClr val="bg2">
              <a:lumMod val="20000"/>
              <a:lumOff val="80000"/>
            </a:schemeClr>
          </a:solidFill>
          <a:ln w="3810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en-US" altLang="ja-JP" sz="2000" b="1">
              <a:solidFill>
                <a:schemeClr val="tx1"/>
              </a:solidFill>
              <a:latin typeface="メイリオ" panose="020B0604030504040204" pitchFamily="50" charset="-128"/>
              <a:ea typeface="メイリオ" panose="020B0604030504040204" pitchFamily="50" charset="-128"/>
            </a:endParaRPr>
          </a:p>
          <a:p>
            <a:pPr algn="ctr"/>
            <a:r>
              <a:rPr kumimoji="1" lang="ja-JP" altLang="en-US" sz="2000" b="1">
                <a:solidFill>
                  <a:schemeClr val="tx1"/>
                </a:solidFill>
                <a:latin typeface="メイリオ" panose="020B0604030504040204" pitchFamily="50" charset="-128"/>
                <a:ea typeface="メイリオ" panose="020B0604030504040204" pitchFamily="50" charset="-128"/>
              </a:rPr>
              <a:t>テスト結果</a:t>
            </a:r>
          </a:p>
        </p:txBody>
      </p:sp>
      <p:sp>
        <p:nvSpPr>
          <p:cNvPr id="7" name="四角形: メモ 6">
            <a:extLst>
              <a:ext uri="{FF2B5EF4-FFF2-40B4-BE49-F238E27FC236}">
                <a16:creationId xmlns:a16="http://schemas.microsoft.com/office/drawing/2014/main" id="{9B5AEA67-D357-8D0D-E8DB-5DA01628359F}"/>
              </a:ext>
            </a:extLst>
          </p:cNvPr>
          <p:cNvSpPr/>
          <p:nvPr/>
        </p:nvSpPr>
        <p:spPr>
          <a:xfrm>
            <a:off x="8717527" y="2473730"/>
            <a:ext cx="2557614" cy="1936038"/>
          </a:xfrm>
          <a:prstGeom prst="foldedCorner">
            <a:avLst/>
          </a:prstGeom>
          <a:solidFill>
            <a:srgbClr val="C2FFBF"/>
          </a:solidFill>
          <a:ln w="38100">
            <a:solidFill>
              <a:srgbClr val="0045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en-US" altLang="ja-JP" sz="2000" b="1">
              <a:solidFill>
                <a:schemeClr val="tx1"/>
              </a:solidFill>
              <a:latin typeface="メイリオ" panose="020B0604030504040204" pitchFamily="50" charset="-128"/>
              <a:ea typeface="メイリオ" panose="020B0604030504040204" pitchFamily="50" charset="-128"/>
            </a:endParaRPr>
          </a:p>
          <a:p>
            <a:pPr algn="ctr"/>
            <a:r>
              <a:rPr kumimoji="1" lang="ja-JP" altLang="en-US" sz="2000" b="1">
                <a:solidFill>
                  <a:schemeClr val="tx1"/>
                </a:solidFill>
                <a:latin typeface="メイリオ" panose="020B0604030504040204" pitchFamily="50" charset="-128"/>
                <a:ea typeface="メイリオ" panose="020B0604030504040204" pitchFamily="50" charset="-128"/>
              </a:rPr>
              <a:t>テスト実行レポート</a:t>
            </a:r>
            <a:endParaRPr kumimoji="1" lang="en-US" altLang="ja-JP" sz="2000" b="1">
              <a:solidFill>
                <a:schemeClr val="tx1"/>
              </a:solidFill>
              <a:latin typeface="メイリオ" panose="020B0604030504040204" pitchFamily="50" charset="-128"/>
              <a:ea typeface="メイリオ" panose="020B0604030504040204" pitchFamily="50" charset="-128"/>
            </a:endParaRPr>
          </a:p>
        </p:txBody>
      </p:sp>
      <p:sp>
        <p:nvSpPr>
          <p:cNvPr id="8" name="二等辺三角形 7">
            <a:extLst>
              <a:ext uri="{FF2B5EF4-FFF2-40B4-BE49-F238E27FC236}">
                <a16:creationId xmlns:a16="http://schemas.microsoft.com/office/drawing/2014/main" id="{8D433F2C-891C-7CB6-BDFF-4F96A665E063}"/>
              </a:ext>
            </a:extLst>
          </p:cNvPr>
          <p:cNvSpPr/>
          <p:nvPr/>
        </p:nvSpPr>
        <p:spPr>
          <a:xfrm rot="5400000">
            <a:off x="3740270" y="3147822"/>
            <a:ext cx="969705" cy="355472"/>
          </a:xfrm>
          <a:prstGeom prst="triangle">
            <a:avLst/>
          </a:prstGeom>
          <a:solidFill>
            <a:schemeClr val="bg2">
              <a:lumMod val="40000"/>
              <a:lumOff val="60000"/>
            </a:schemeClr>
          </a:solidFill>
          <a:ln w="38100">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二等辺三角形 9">
            <a:extLst>
              <a:ext uri="{FF2B5EF4-FFF2-40B4-BE49-F238E27FC236}">
                <a16:creationId xmlns:a16="http://schemas.microsoft.com/office/drawing/2014/main" id="{72A89E0D-BF8E-FAFB-ECEF-C1611A850289}"/>
              </a:ext>
            </a:extLst>
          </p:cNvPr>
          <p:cNvSpPr/>
          <p:nvPr/>
        </p:nvSpPr>
        <p:spPr>
          <a:xfrm rot="5400000">
            <a:off x="7767673" y="3147822"/>
            <a:ext cx="969705" cy="355472"/>
          </a:xfrm>
          <a:prstGeom prst="triangle">
            <a:avLst/>
          </a:prstGeom>
          <a:solidFill>
            <a:srgbClr val="78FF71"/>
          </a:solidFill>
          <a:ln w="38100">
            <a:solidFill>
              <a:srgbClr val="0045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フローチャート: 直接アクセス記憶 2">
            <a:extLst>
              <a:ext uri="{FF2B5EF4-FFF2-40B4-BE49-F238E27FC236}">
                <a16:creationId xmlns:a16="http://schemas.microsoft.com/office/drawing/2014/main" id="{5F64B153-A3E8-8EEA-AD3F-00FDF800B269}"/>
              </a:ext>
            </a:extLst>
          </p:cNvPr>
          <p:cNvSpPr/>
          <p:nvPr/>
        </p:nvSpPr>
        <p:spPr>
          <a:xfrm>
            <a:off x="4531798" y="2043038"/>
            <a:ext cx="3391965" cy="2380666"/>
          </a:xfrm>
          <a:prstGeom prst="flowChartMagneticDrum">
            <a:avLst/>
          </a:prstGeom>
          <a:solidFill>
            <a:schemeClr val="tx2">
              <a:lumMod val="20000"/>
              <a:lumOff val="80000"/>
            </a:schemeClr>
          </a:solidFill>
          <a:ln w="38100">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b="1">
                <a:solidFill>
                  <a:schemeClr val="tx1"/>
                </a:solidFill>
                <a:latin typeface="メイリオ" panose="020B0604030504040204" pitchFamily="50" charset="-128"/>
                <a:ea typeface="メイリオ" panose="020B0604030504040204" pitchFamily="50" charset="-128"/>
              </a:rPr>
              <a:t>生成</a:t>
            </a:r>
            <a:r>
              <a:rPr lang="en-US" altLang="ja-JP" sz="2000" b="1">
                <a:solidFill>
                  <a:schemeClr val="tx1"/>
                </a:solidFill>
                <a:latin typeface="メイリオ" panose="020B0604030504040204" pitchFamily="50" charset="-128"/>
                <a:ea typeface="メイリオ" panose="020B0604030504040204" pitchFamily="50" charset="-128"/>
              </a:rPr>
              <a:t>AI</a:t>
            </a:r>
            <a:endParaRPr kumimoji="1" lang="ja-JP" altLang="en-US" sz="2000" b="1">
              <a:solidFill>
                <a:schemeClr val="tx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8329435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89A2AF-1ACF-DFD3-2122-4251B1493CD8}"/>
            </a:ext>
          </a:extLst>
        </p:cNvPr>
        <p:cNvGrpSpPr/>
        <p:nvPr/>
      </p:nvGrpSpPr>
      <p:grpSpPr>
        <a:xfrm>
          <a:off x="0" y="0"/>
          <a:ext cx="0" cy="0"/>
          <a:chOff x="0" y="0"/>
          <a:chExt cx="0" cy="0"/>
        </a:xfrm>
      </p:grpSpPr>
      <p:pic>
        <p:nvPicPr>
          <p:cNvPr id="6" name="図 5" descr="図形&#10;&#10;AI 生成コンテンツは誤りを含む可能性があります。">
            <a:extLst>
              <a:ext uri="{FF2B5EF4-FFF2-40B4-BE49-F238E27FC236}">
                <a16:creationId xmlns:a16="http://schemas.microsoft.com/office/drawing/2014/main" id="{5749522C-C5BC-A943-392B-3FE5D1AC13A0}"/>
              </a:ext>
            </a:extLst>
          </p:cNvPr>
          <p:cNvPicPr>
            <a:picLocks noChangeAspect="1"/>
          </p:cNvPicPr>
          <p:nvPr/>
        </p:nvPicPr>
        <p:blipFill>
          <a:blip r:embed="rId2"/>
          <a:stretch>
            <a:fillRect/>
          </a:stretch>
        </p:blipFill>
        <p:spPr>
          <a:xfrm>
            <a:off x="8338258" y="1898774"/>
            <a:ext cx="3420027" cy="1923765"/>
          </a:xfrm>
          <a:prstGeom prst="rect">
            <a:avLst/>
          </a:prstGeom>
        </p:spPr>
      </p:pic>
      <p:sp>
        <p:nvSpPr>
          <p:cNvPr id="2" name="タイトル 1">
            <a:extLst>
              <a:ext uri="{FF2B5EF4-FFF2-40B4-BE49-F238E27FC236}">
                <a16:creationId xmlns:a16="http://schemas.microsoft.com/office/drawing/2014/main" id="{1AE373F8-7F47-B5BC-A7BE-AAF1BC3A4014}"/>
              </a:ext>
            </a:extLst>
          </p:cNvPr>
          <p:cNvSpPr>
            <a:spLocks noGrp="1"/>
          </p:cNvSpPr>
          <p:nvPr>
            <p:ph type="title"/>
          </p:nvPr>
        </p:nvSpPr>
        <p:spPr>
          <a:xfrm>
            <a:off x="759540" y="535713"/>
            <a:ext cx="10992577" cy="503555"/>
          </a:xfrm>
        </p:spPr>
        <p:txBody>
          <a:bodyPr/>
          <a:lstStyle/>
          <a:p>
            <a:r>
              <a:rPr lang="ja-JP" altLang="en-US" b="1">
                <a:solidFill>
                  <a:schemeClr val="tx2"/>
                </a:solidFill>
                <a:latin typeface="メイリオ" panose="020B0604030504040204" pitchFamily="50" charset="-128"/>
                <a:ea typeface="メイリオ" panose="020B0604030504040204" pitchFamily="50" charset="-128"/>
              </a:rPr>
              <a:t>研修④：スクリプト作成：</a:t>
            </a:r>
            <a:r>
              <a:rPr lang="en-US" altLang="ja-JP" b="1">
                <a:solidFill>
                  <a:schemeClr val="tx2"/>
                </a:solidFill>
                <a:latin typeface="メイリオ" panose="020B0604030504040204" pitchFamily="50" charset="-128"/>
                <a:ea typeface="メイリオ" panose="020B0604030504040204" pitchFamily="50" charset="-128"/>
              </a:rPr>
              <a:t>AI</a:t>
            </a:r>
            <a:r>
              <a:rPr lang="ja-JP" altLang="en-US" b="1">
                <a:solidFill>
                  <a:schemeClr val="tx2"/>
                </a:solidFill>
                <a:latin typeface="メイリオ" panose="020B0604030504040204" pitchFamily="50" charset="-128"/>
                <a:ea typeface="メイリオ" panose="020B0604030504040204" pitchFamily="50" charset="-128"/>
              </a:rPr>
              <a:t>を活用したテスト結果の分析</a:t>
            </a:r>
            <a:endParaRPr lang="ja-JP" altLang="en-US" b="1">
              <a:latin typeface="メイリオ" panose="020B0604030504040204" pitchFamily="50" charset="-128"/>
              <a:ea typeface="メイリオ" panose="020B0604030504040204" pitchFamily="50" charset="-128"/>
            </a:endParaRPr>
          </a:p>
        </p:txBody>
      </p:sp>
      <p:sp>
        <p:nvSpPr>
          <p:cNvPr id="4" name="スライド番号プレースホルダー 3">
            <a:extLst>
              <a:ext uri="{FF2B5EF4-FFF2-40B4-BE49-F238E27FC236}">
                <a16:creationId xmlns:a16="http://schemas.microsoft.com/office/drawing/2014/main" id="{42B2D7EA-692E-7207-E5FA-48EC70FDABF4}"/>
              </a:ext>
            </a:extLst>
          </p:cNvPr>
          <p:cNvSpPr>
            <a:spLocks noGrp="1"/>
          </p:cNvSpPr>
          <p:nvPr>
            <p:ph type="sldNum" sz="quarter" idx="12"/>
          </p:nvPr>
        </p:nvSpPr>
        <p:spPr/>
        <p:txBody>
          <a:bodyPr/>
          <a:lstStyle/>
          <a:p>
            <a:fld id="{AEA9F59F-5AEA-DB42-A066-0EDE44B4D5E7}" type="slidenum">
              <a:rPr lang="ja-JP" altLang="en-US" smtClean="0"/>
              <a:pPr/>
              <a:t>37</a:t>
            </a:fld>
            <a:endParaRPr lang="ja-JP" altLang="en-US"/>
          </a:p>
        </p:txBody>
      </p:sp>
      <p:sp>
        <p:nvSpPr>
          <p:cNvPr id="3" name="タイトル 1">
            <a:extLst>
              <a:ext uri="{FF2B5EF4-FFF2-40B4-BE49-F238E27FC236}">
                <a16:creationId xmlns:a16="http://schemas.microsoft.com/office/drawing/2014/main" id="{D5239092-CF6B-FBA6-EDE9-E3EB1EFA198C}"/>
              </a:ext>
            </a:extLst>
          </p:cNvPr>
          <p:cNvSpPr txBox="1">
            <a:spLocks/>
          </p:cNvSpPr>
          <p:nvPr/>
        </p:nvSpPr>
        <p:spPr>
          <a:xfrm>
            <a:off x="1356649" y="2543800"/>
            <a:ext cx="8691623" cy="255747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3200" b="0" i="0" kern="1200">
                <a:solidFill>
                  <a:srgbClr val="004098"/>
                </a:solidFill>
                <a:latin typeface="Yu Gothic Medium" panose="020B0400000000000000" pitchFamily="34" charset="-128"/>
                <a:ea typeface="Yu Gothic Medium" panose="020B0400000000000000" pitchFamily="34" charset="-128"/>
                <a:cs typeface="+mj-cs"/>
              </a:defRPr>
            </a:lvl1pPr>
          </a:lstStyle>
          <a:p>
            <a:pPr>
              <a:lnSpc>
                <a:spcPct val="150000"/>
              </a:lnSpc>
            </a:pPr>
            <a:r>
              <a:rPr lang="en-US" altLang="ja-JP" sz="2400" b="1" err="1">
                <a:solidFill>
                  <a:schemeClr val="tx1"/>
                </a:solidFill>
                <a:latin typeface="メイリオ" panose="020B0604030504040204" pitchFamily="50" charset="-128"/>
                <a:ea typeface="メイリオ" panose="020B0604030504040204" pitchFamily="50" charset="-128"/>
              </a:rPr>
              <a:t>VeriGenChat</a:t>
            </a:r>
            <a:r>
              <a:rPr lang="ja-JP" altLang="en-US" sz="2400">
                <a:solidFill>
                  <a:schemeClr val="tx1"/>
                </a:solidFill>
                <a:latin typeface="メイリオ" panose="020B0604030504040204" pitchFamily="50" charset="-128"/>
                <a:ea typeface="メイリオ" panose="020B0604030504040204" pitchFamily="50" charset="-128"/>
              </a:rPr>
              <a:t>について</a:t>
            </a:r>
            <a:endParaRPr lang="en-US" altLang="ja-JP" sz="2400">
              <a:solidFill>
                <a:schemeClr val="tx1"/>
              </a:solidFill>
              <a:latin typeface="メイリオ" panose="020B0604030504040204" pitchFamily="50" charset="-128"/>
              <a:ea typeface="メイリオ" panose="020B0604030504040204" pitchFamily="50" charset="-128"/>
            </a:endParaRPr>
          </a:p>
          <a:p>
            <a:pPr marL="285750" indent="-285750">
              <a:lnSpc>
                <a:spcPct val="150000"/>
              </a:lnSpc>
              <a:buFont typeface="Arial" panose="020B0604020202020204" pitchFamily="34" charset="0"/>
              <a:buChar char="•"/>
            </a:pPr>
            <a:r>
              <a:rPr lang="ja-JP" altLang="en-US" sz="1800">
                <a:solidFill>
                  <a:schemeClr val="tx1"/>
                </a:solidFill>
                <a:latin typeface="メイリオ" panose="020B0604030504040204" pitchFamily="50" charset="-128"/>
                <a:ea typeface="メイリオ" panose="020B0604030504040204" pitchFamily="50" charset="-128"/>
              </a:rPr>
              <a:t>ベリサーブ社員が使える生成</a:t>
            </a:r>
            <a:r>
              <a:rPr lang="en-US" altLang="ja-JP" sz="1800">
                <a:solidFill>
                  <a:schemeClr val="tx1"/>
                </a:solidFill>
                <a:latin typeface="メイリオ" panose="020B0604030504040204" pitchFamily="50" charset="-128"/>
                <a:ea typeface="メイリオ" panose="020B0604030504040204" pitchFamily="50" charset="-128"/>
              </a:rPr>
              <a:t>AI(</a:t>
            </a:r>
            <a:r>
              <a:rPr lang="ja-JP" altLang="en-US" sz="1800">
                <a:solidFill>
                  <a:schemeClr val="tx1"/>
                </a:solidFill>
                <a:latin typeface="メイリオ" panose="020B0604030504040204" pitchFamily="50" charset="-128"/>
                <a:ea typeface="メイリオ" panose="020B0604030504040204" pitchFamily="50" charset="-128"/>
              </a:rPr>
              <a:t>母体は</a:t>
            </a:r>
            <a:r>
              <a:rPr lang="en-US" altLang="ja-JP" sz="1800">
                <a:solidFill>
                  <a:schemeClr val="tx1"/>
                </a:solidFill>
                <a:latin typeface="メイリオ" panose="020B0604030504040204" pitchFamily="50" charset="-128"/>
                <a:ea typeface="メイリオ" panose="020B0604030504040204" pitchFamily="50" charset="-128"/>
              </a:rPr>
              <a:t>ChatGPT=OpenAI)</a:t>
            </a:r>
          </a:p>
          <a:p>
            <a:pPr marL="285750" indent="-285750">
              <a:lnSpc>
                <a:spcPct val="150000"/>
              </a:lnSpc>
              <a:buFont typeface="Arial" panose="020B0604020202020204" pitchFamily="34" charset="0"/>
              <a:buChar char="•"/>
            </a:pPr>
            <a:r>
              <a:rPr lang="ja-JP" altLang="en-US" sz="1800">
                <a:solidFill>
                  <a:schemeClr val="tx1"/>
                </a:solidFill>
                <a:latin typeface="メイリオ" panose="020B0604030504040204" pitchFamily="50" charset="-128"/>
                <a:ea typeface="メイリオ" panose="020B0604030504040204" pitchFamily="50" charset="-128"/>
              </a:rPr>
              <a:t>対話式インターフェースも提供されているが、</a:t>
            </a:r>
            <a:br>
              <a:rPr lang="en-US" altLang="ja-JP" sz="1800">
                <a:solidFill>
                  <a:schemeClr val="tx1"/>
                </a:solidFill>
                <a:latin typeface="メイリオ" panose="020B0604030504040204" pitchFamily="50" charset="-128"/>
                <a:ea typeface="メイリオ" panose="020B0604030504040204" pitchFamily="50" charset="-128"/>
              </a:rPr>
            </a:br>
            <a:r>
              <a:rPr lang="ja-JP" altLang="en-US" sz="1800">
                <a:solidFill>
                  <a:schemeClr val="tx1"/>
                </a:solidFill>
                <a:latin typeface="メイリオ" panose="020B0604030504040204" pitchFamily="50" charset="-128"/>
                <a:ea typeface="メイリオ" panose="020B0604030504040204" pitchFamily="50" charset="-128"/>
              </a:rPr>
              <a:t>今回は</a:t>
            </a:r>
            <a:r>
              <a:rPr lang="en-US" altLang="ja-JP" sz="1800">
                <a:solidFill>
                  <a:schemeClr val="tx1"/>
                </a:solidFill>
                <a:latin typeface="メイリオ" panose="020B0604030504040204" pitchFamily="50" charset="-128"/>
                <a:ea typeface="メイリオ" panose="020B0604030504040204" pitchFamily="50" charset="-128"/>
              </a:rPr>
              <a:t>OpenAI</a:t>
            </a:r>
            <a:r>
              <a:rPr lang="ja-JP" altLang="en-US" sz="1800">
                <a:solidFill>
                  <a:schemeClr val="tx1"/>
                </a:solidFill>
                <a:latin typeface="メイリオ" panose="020B0604030504040204" pitchFamily="50" charset="-128"/>
                <a:ea typeface="メイリオ" panose="020B0604030504040204" pitchFamily="50" charset="-128"/>
              </a:rPr>
              <a:t>の</a:t>
            </a:r>
            <a:r>
              <a:rPr lang="en-US" altLang="ja-JP" sz="1800">
                <a:solidFill>
                  <a:schemeClr val="tx1"/>
                </a:solidFill>
                <a:latin typeface="メイリオ" panose="020B0604030504040204" pitchFamily="50" charset="-128"/>
                <a:ea typeface="メイリオ" panose="020B0604030504040204" pitchFamily="50" charset="-128"/>
              </a:rPr>
              <a:t>API</a:t>
            </a:r>
            <a:r>
              <a:rPr lang="ja-JP" altLang="en-US" sz="1800">
                <a:solidFill>
                  <a:schemeClr val="tx1"/>
                </a:solidFill>
                <a:latin typeface="メイリオ" panose="020B0604030504040204" pitchFamily="50" charset="-128"/>
                <a:ea typeface="メイリオ" panose="020B0604030504040204" pitchFamily="50" charset="-128"/>
              </a:rPr>
              <a:t>を介した</a:t>
            </a:r>
            <a:r>
              <a:rPr lang="en-US" altLang="ja-JP" sz="1800">
                <a:solidFill>
                  <a:schemeClr val="tx1"/>
                </a:solidFill>
                <a:latin typeface="メイリオ" panose="020B0604030504040204" pitchFamily="50" charset="-128"/>
                <a:ea typeface="メイリオ" panose="020B0604030504040204" pitchFamily="50" charset="-128"/>
              </a:rPr>
              <a:t>http</a:t>
            </a:r>
            <a:r>
              <a:rPr lang="ja-JP" altLang="en-US" sz="1800">
                <a:solidFill>
                  <a:schemeClr val="tx1"/>
                </a:solidFill>
                <a:latin typeface="メイリオ" panose="020B0604030504040204" pitchFamily="50" charset="-128"/>
                <a:ea typeface="メイリオ" panose="020B0604030504040204" pitchFamily="50" charset="-128"/>
              </a:rPr>
              <a:t>リクエストを用いる</a:t>
            </a:r>
            <a:r>
              <a:rPr lang="en-US" altLang="ja-JP" sz="1800">
                <a:solidFill>
                  <a:schemeClr val="tx1"/>
                </a:solidFill>
                <a:latin typeface="メイリオ" panose="020B0604030504040204" pitchFamily="50" charset="-128"/>
                <a:ea typeface="メイリオ" panose="020B0604030504040204" pitchFamily="50" charset="-128"/>
              </a:rPr>
              <a:t>(</a:t>
            </a:r>
            <a:r>
              <a:rPr lang="ja-JP" altLang="en-US" sz="1800">
                <a:solidFill>
                  <a:schemeClr val="tx1"/>
                </a:solidFill>
                <a:latin typeface="メイリオ" panose="020B0604030504040204" pitchFamily="50" charset="-128"/>
                <a:ea typeface="メイリオ" panose="020B0604030504040204" pitchFamily="50" charset="-128"/>
              </a:rPr>
              <a:t>自動化が容易なため</a:t>
            </a:r>
            <a:r>
              <a:rPr lang="en-US" altLang="ja-JP" sz="1800">
                <a:solidFill>
                  <a:schemeClr val="tx1"/>
                </a:solidFill>
                <a:latin typeface="メイリオ" panose="020B0604030504040204" pitchFamily="50" charset="-128"/>
                <a:ea typeface="メイリオ" panose="020B0604030504040204" pitchFamily="50" charset="-128"/>
              </a:rPr>
              <a:t>)</a:t>
            </a:r>
          </a:p>
          <a:p>
            <a:pPr>
              <a:lnSpc>
                <a:spcPct val="150000"/>
              </a:lnSpc>
            </a:pPr>
            <a:endParaRPr lang="en-US" altLang="ja-JP" sz="2000">
              <a:solidFill>
                <a:schemeClr val="tx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8046175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0A87F-98AE-1B43-9B32-F9F43C5E8F7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89BC56C-1916-8623-44B7-26A783F30BBF}"/>
              </a:ext>
            </a:extLst>
          </p:cNvPr>
          <p:cNvSpPr>
            <a:spLocks noGrp="1"/>
          </p:cNvSpPr>
          <p:nvPr>
            <p:ph type="title"/>
          </p:nvPr>
        </p:nvSpPr>
        <p:spPr>
          <a:xfrm>
            <a:off x="759540" y="535713"/>
            <a:ext cx="10992577" cy="503555"/>
          </a:xfrm>
        </p:spPr>
        <p:txBody>
          <a:bodyPr/>
          <a:lstStyle/>
          <a:p>
            <a:r>
              <a:rPr lang="ja-JP" altLang="en-US" b="1">
                <a:solidFill>
                  <a:schemeClr val="tx2"/>
                </a:solidFill>
                <a:latin typeface="メイリオ" panose="020B0604030504040204" pitchFamily="50" charset="-128"/>
                <a:ea typeface="メイリオ" panose="020B0604030504040204" pitchFamily="50" charset="-128"/>
              </a:rPr>
              <a:t>研修④：スクリプト作成：</a:t>
            </a:r>
            <a:r>
              <a:rPr lang="en-US" altLang="ja-JP" b="1">
                <a:solidFill>
                  <a:schemeClr val="tx2"/>
                </a:solidFill>
                <a:latin typeface="メイリオ" panose="020B0604030504040204" pitchFamily="50" charset="-128"/>
                <a:ea typeface="メイリオ" panose="020B0604030504040204" pitchFamily="50" charset="-128"/>
              </a:rPr>
              <a:t>AI</a:t>
            </a:r>
            <a:r>
              <a:rPr lang="ja-JP" altLang="en-US" b="1">
                <a:solidFill>
                  <a:schemeClr val="tx2"/>
                </a:solidFill>
                <a:latin typeface="メイリオ" panose="020B0604030504040204" pitchFamily="50" charset="-128"/>
                <a:ea typeface="メイリオ" panose="020B0604030504040204" pitchFamily="50" charset="-128"/>
              </a:rPr>
              <a:t>を活用したテスト結果の分析</a:t>
            </a:r>
            <a:endParaRPr lang="ja-JP" altLang="en-US" b="1">
              <a:latin typeface="メイリオ" panose="020B0604030504040204" pitchFamily="50" charset="-128"/>
              <a:ea typeface="メイリオ" panose="020B0604030504040204" pitchFamily="50" charset="-128"/>
            </a:endParaRPr>
          </a:p>
        </p:txBody>
      </p:sp>
      <p:sp>
        <p:nvSpPr>
          <p:cNvPr id="4" name="スライド番号プレースホルダー 3">
            <a:extLst>
              <a:ext uri="{FF2B5EF4-FFF2-40B4-BE49-F238E27FC236}">
                <a16:creationId xmlns:a16="http://schemas.microsoft.com/office/drawing/2014/main" id="{4B9DDE17-3881-1AD7-96A9-F3993486CDFC}"/>
              </a:ext>
            </a:extLst>
          </p:cNvPr>
          <p:cNvSpPr>
            <a:spLocks noGrp="1"/>
          </p:cNvSpPr>
          <p:nvPr>
            <p:ph type="sldNum" sz="quarter" idx="12"/>
          </p:nvPr>
        </p:nvSpPr>
        <p:spPr/>
        <p:txBody>
          <a:bodyPr/>
          <a:lstStyle/>
          <a:p>
            <a:fld id="{AEA9F59F-5AEA-DB42-A066-0EDE44B4D5E7}" type="slidenum">
              <a:rPr lang="ja-JP" altLang="en-US" smtClean="0"/>
              <a:pPr/>
              <a:t>38</a:t>
            </a:fld>
            <a:endParaRPr lang="ja-JP" altLang="en-US"/>
          </a:p>
        </p:txBody>
      </p:sp>
      <p:sp>
        <p:nvSpPr>
          <p:cNvPr id="3" name="タイトル 1">
            <a:extLst>
              <a:ext uri="{FF2B5EF4-FFF2-40B4-BE49-F238E27FC236}">
                <a16:creationId xmlns:a16="http://schemas.microsoft.com/office/drawing/2014/main" id="{3A964E6E-E562-FE12-49B0-FCCFF165FF7F}"/>
              </a:ext>
            </a:extLst>
          </p:cNvPr>
          <p:cNvSpPr txBox="1">
            <a:spLocks/>
          </p:cNvSpPr>
          <p:nvPr/>
        </p:nvSpPr>
        <p:spPr>
          <a:xfrm>
            <a:off x="838200" y="1465563"/>
            <a:ext cx="10515600" cy="359593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3200" b="0" i="0" kern="1200">
                <a:solidFill>
                  <a:srgbClr val="004098"/>
                </a:solidFill>
                <a:latin typeface="Yu Gothic Medium" panose="020B0400000000000000" pitchFamily="34" charset="-128"/>
                <a:ea typeface="Yu Gothic Medium" panose="020B0400000000000000" pitchFamily="34" charset="-128"/>
                <a:cs typeface="+mj-cs"/>
              </a:defRPr>
            </a:lvl1pPr>
          </a:lstStyle>
          <a:p>
            <a:pPr>
              <a:lnSpc>
                <a:spcPct val="150000"/>
              </a:lnSpc>
            </a:pPr>
            <a:r>
              <a:rPr lang="en-US" altLang="ja-JP" sz="2400" b="1">
                <a:solidFill>
                  <a:schemeClr val="tx1"/>
                </a:solidFill>
                <a:latin typeface="メイリオ" panose="020B0604030504040204" pitchFamily="50" charset="-128"/>
                <a:ea typeface="メイリオ" panose="020B0604030504040204" pitchFamily="50" charset="-128"/>
              </a:rPr>
              <a:t>【</a:t>
            </a:r>
            <a:r>
              <a:rPr lang="ja-JP" altLang="en-US" sz="2400" b="1">
                <a:solidFill>
                  <a:schemeClr val="tx1"/>
                </a:solidFill>
                <a:latin typeface="メイリオ" panose="020B0604030504040204" pitchFamily="50" charset="-128"/>
                <a:ea typeface="メイリオ" panose="020B0604030504040204" pitchFamily="50" charset="-128"/>
              </a:rPr>
              <a:t>注意</a:t>
            </a:r>
            <a:r>
              <a:rPr lang="en-US" altLang="ja-JP" sz="2400" b="1">
                <a:solidFill>
                  <a:schemeClr val="tx1"/>
                </a:solidFill>
                <a:latin typeface="メイリオ" panose="020B0604030504040204" pitchFamily="50" charset="-128"/>
                <a:ea typeface="メイリオ" panose="020B0604030504040204" pitchFamily="50" charset="-128"/>
              </a:rPr>
              <a:t>】</a:t>
            </a:r>
            <a:r>
              <a:rPr lang="ja-JP" altLang="en-US" sz="2400" b="1">
                <a:solidFill>
                  <a:schemeClr val="tx1"/>
                </a:solidFill>
                <a:latin typeface="メイリオ" panose="020B0604030504040204" pitchFamily="50" charset="-128"/>
                <a:ea typeface="メイリオ" panose="020B0604030504040204" pitchFamily="50" charset="-128"/>
              </a:rPr>
              <a:t>生成</a:t>
            </a:r>
            <a:r>
              <a:rPr lang="en-US" altLang="ja-JP" sz="2400" b="1">
                <a:solidFill>
                  <a:schemeClr val="tx1"/>
                </a:solidFill>
                <a:latin typeface="メイリオ" panose="020B0604030504040204" pitchFamily="50" charset="-128"/>
                <a:ea typeface="メイリオ" panose="020B0604030504040204" pitchFamily="50" charset="-128"/>
              </a:rPr>
              <a:t>AI</a:t>
            </a:r>
            <a:r>
              <a:rPr lang="ja-JP" altLang="en-US" sz="2400" b="1">
                <a:solidFill>
                  <a:schemeClr val="tx1"/>
                </a:solidFill>
                <a:latin typeface="メイリオ" panose="020B0604030504040204" pitchFamily="50" charset="-128"/>
                <a:ea typeface="メイリオ" panose="020B0604030504040204" pitchFamily="50" charset="-128"/>
              </a:rPr>
              <a:t>の活用について</a:t>
            </a:r>
            <a:endParaRPr lang="en-US" altLang="ja-JP" sz="2400" b="1">
              <a:solidFill>
                <a:schemeClr val="tx1"/>
              </a:solidFill>
              <a:latin typeface="メイリオ" panose="020B0604030504040204" pitchFamily="50" charset="-128"/>
              <a:ea typeface="メイリオ" panose="020B0604030504040204" pitchFamily="50" charset="-128"/>
            </a:endParaRPr>
          </a:p>
          <a:p>
            <a:pPr marL="285750" indent="-285750">
              <a:lnSpc>
                <a:spcPct val="150000"/>
              </a:lnSpc>
              <a:buFont typeface="Arial" panose="020B0604020202020204" pitchFamily="34" charset="0"/>
              <a:buChar char="•"/>
            </a:pPr>
            <a:r>
              <a:rPr lang="ja-JP" altLang="en-US" sz="1600">
                <a:solidFill>
                  <a:schemeClr val="tx1"/>
                </a:solidFill>
                <a:latin typeface="メイリオ" panose="020B0604030504040204" pitchFamily="50" charset="-128"/>
                <a:ea typeface="メイリオ" panose="020B0604030504040204" pitchFamily="50" charset="-128"/>
              </a:rPr>
              <a:t>前提：</a:t>
            </a:r>
            <a:r>
              <a:rPr lang="ja-JP" altLang="en-US" sz="1600" b="1">
                <a:solidFill>
                  <a:schemeClr val="tx1"/>
                </a:solidFill>
                <a:latin typeface="メイリオ" panose="020B0604030504040204" pitchFamily="50" charset="-128"/>
                <a:ea typeface="メイリオ" panose="020B0604030504040204" pitchFamily="50" charset="-128"/>
              </a:rPr>
              <a:t>案件業務で取得・使用する情報は多くの場合秘匿事項です</a:t>
            </a:r>
            <a:r>
              <a:rPr lang="ja-JP" altLang="en-US" sz="1600">
                <a:solidFill>
                  <a:schemeClr val="tx1"/>
                </a:solidFill>
                <a:latin typeface="メイリオ" panose="020B0604030504040204" pitchFamily="50" charset="-128"/>
                <a:ea typeface="メイリオ" panose="020B0604030504040204" pitchFamily="50" charset="-128"/>
              </a:rPr>
              <a:t>。</a:t>
            </a:r>
            <a:br>
              <a:rPr lang="en-US" altLang="ja-JP" sz="1600">
                <a:solidFill>
                  <a:schemeClr val="tx1"/>
                </a:solidFill>
                <a:latin typeface="メイリオ" panose="020B0604030504040204" pitchFamily="50" charset="-128"/>
                <a:ea typeface="メイリオ" panose="020B0604030504040204" pitchFamily="50" charset="-128"/>
              </a:rPr>
            </a:br>
            <a:r>
              <a:rPr lang="ja-JP" altLang="en-US" sz="1600">
                <a:solidFill>
                  <a:schemeClr val="tx1"/>
                </a:solidFill>
                <a:latin typeface="メイリオ" panose="020B0604030504040204" pitchFamily="50" charset="-128"/>
                <a:ea typeface="メイリオ" panose="020B0604030504040204" pitchFamily="50" charset="-128"/>
              </a:rPr>
              <a:t>テスト結果を含め、情報の取り扱いについては慎重に行いましょう。</a:t>
            </a:r>
            <a:endParaRPr lang="en-US" altLang="ja-JP" sz="1600">
              <a:solidFill>
                <a:schemeClr val="tx1"/>
              </a:solidFill>
              <a:latin typeface="メイリオ" panose="020B0604030504040204" pitchFamily="50" charset="-128"/>
              <a:ea typeface="メイリオ" panose="020B0604030504040204" pitchFamily="50" charset="-128"/>
            </a:endParaRPr>
          </a:p>
          <a:p>
            <a:pPr marL="285750" indent="-285750">
              <a:lnSpc>
                <a:spcPct val="150000"/>
              </a:lnSpc>
              <a:buFont typeface="Arial" panose="020B0604020202020204" pitchFamily="34" charset="0"/>
              <a:buChar char="•"/>
            </a:pPr>
            <a:r>
              <a:rPr lang="ja-JP" altLang="en-US" sz="1600">
                <a:solidFill>
                  <a:schemeClr val="tx1"/>
                </a:solidFill>
                <a:latin typeface="メイリオ" panose="020B0604030504040204" pitchFamily="50" charset="-128"/>
                <a:ea typeface="メイリオ" panose="020B0604030504040204" pitchFamily="50" charset="-128"/>
              </a:rPr>
              <a:t>特に生成</a:t>
            </a:r>
            <a:r>
              <a:rPr lang="en-US" altLang="ja-JP" sz="1600">
                <a:solidFill>
                  <a:schemeClr val="tx1"/>
                </a:solidFill>
                <a:latin typeface="メイリオ" panose="020B0604030504040204" pitchFamily="50" charset="-128"/>
                <a:ea typeface="メイリオ" panose="020B0604030504040204" pitchFamily="50" charset="-128"/>
              </a:rPr>
              <a:t>AI</a:t>
            </a:r>
            <a:r>
              <a:rPr lang="ja-JP" altLang="en-US" sz="1600">
                <a:solidFill>
                  <a:schemeClr val="tx1"/>
                </a:solidFill>
                <a:latin typeface="メイリオ" panose="020B0604030504040204" pitchFamily="50" charset="-128"/>
                <a:ea typeface="メイリオ" panose="020B0604030504040204" pitchFamily="50" charset="-128"/>
              </a:rPr>
              <a:t>にそれらの情報を提供することは</a:t>
            </a:r>
            <a:r>
              <a:rPr lang="ja-JP" altLang="en-US" sz="1600" b="1">
                <a:solidFill>
                  <a:schemeClr val="tx1"/>
                </a:solidFill>
                <a:latin typeface="メイリオ" panose="020B0604030504040204" pitchFamily="50" charset="-128"/>
                <a:ea typeface="メイリオ" panose="020B0604030504040204" pitchFamily="50" charset="-128"/>
              </a:rPr>
              <a:t>学習に用いられる</a:t>
            </a:r>
            <a:r>
              <a:rPr lang="ja-JP" altLang="en-US" sz="1600">
                <a:solidFill>
                  <a:schemeClr val="tx1"/>
                </a:solidFill>
                <a:latin typeface="メイリオ" panose="020B0604030504040204" pitchFamily="50" charset="-128"/>
                <a:ea typeface="メイリオ" panose="020B0604030504040204" pitchFamily="50" charset="-128"/>
              </a:rPr>
              <a:t>などのリスクが発生します。</a:t>
            </a:r>
            <a:endParaRPr lang="en-US" altLang="ja-JP" sz="1600">
              <a:solidFill>
                <a:schemeClr val="tx1"/>
              </a:solidFill>
              <a:latin typeface="メイリオ" panose="020B0604030504040204" pitchFamily="50" charset="-128"/>
              <a:ea typeface="メイリオ" panose="020B0604030504040204" pitchFamily="50" charset="-128"/>
            </a:endParaRPr>
          </a:p>
          <a:p>
            <a:pPr marL="285750" indent="-285750">
              <a:lnSpc>
                <a:spcPct val="150000"/>
              </a:lnSpc>
              <a:buFont typeface="Arial" panose="020B0604020202020204" pitchFamily="34" charset="0"/>
              <a:buChar char="•"/>
            </a:pPr>
            <a:r>
              <a:rPr lang="ja-JP" altLang="en-US" sz="1600">
                <a:solidFill>
                  <a:schemeClr val="tx1"/>
                </a:solidFill>
                <a:latin typeface="メイリオ" panose="020B0604030504040204" pitchFamily="50" charset="-128"/>
                <a:ea typeface="メイリオ" panose="020B0604030504040204" pitchFamily="50" charset="-128"/>
              </a:rPr>
              <a:t>顧客や</a:t>
            </a:r>
            <a:r>
              <a:rPr lang="en-US" altLang="ja-JP" sz="1600">
                <a:solidFill>
                  <a:schemeClr val="tx1"/>
                </a:solidFill>
                <a:latin typeface="メイリオ" panose="020B0604030504040204" pitchFamily="50" charset="-128"/>
                <a:ea typeface="メイリオ" panose="020B0604030504040204" pitchFamily="50" charset="-128"/>
              </a:rPr>
              <a:t>SU</a:t>
            </a:r>
            <a:r>
              <a:rPr lang="ja-JP" altLang="en-US" sz="1600">
                <a:solidFill>
                  <a:schemeClr val="tx1"/>
                </a:solidFill>
                <a:latin typeface="メイリオ" panose="020B0604030504040204" pitchFamily="50" charset="-128"/>
                <a:ea typeface="メイリオ" panose="020B0604030504040204" pitchFamily="50" charset="-128"/>
              </a:rPr>
              <a:t>に確認の上、</a:t>
            </a:r>
            <a:r>
              <a:rPr lang="ja-JP" altLang="en-US" sz="1600" b="1">
                <a:solidFill>
                  <a:schemeClr val="tx1"/>
                </a:solidFill>
                <a:latin typeface="メイリオ" panose="020B0604030504040204" pitchFamily="50" charset="-128"/>
                <a:ea typeface="メイリオ" panose="020B0604030504040204" pitchFamily="50" charset="-128"/>
              </a:rPr>
              <a:t>顧客側から許可されたツール</a:t>
            </a:r>
            <a:r>
              <a:rPr lang="ja-JP" altLang="en-US" sz="1600">
                <a:solidFill>
                  <a:schemeClr val="tx1"/>
                </a:solidFill>
                <a:latin typeface="メイリオ" panose="020B0604030504040204" pitchFamily="50" charset="-128"/>
                <a:ea typeface="メイリオ" panose="020B0604030504040204" pitchFamily="50" charset="-128"/>
              </a:rPr>
              <a:t>や</a:t>
            </a:r>
            <a:r>
              <a:rPr lang="ja-JP" altLang="en-US" sz="1600" b="1">
                <a:solidFill>
                  <a:schemeClr val="tx1"/>
                </a:solidFill>
                <a:latin typeface="メイリオ" panose="020B0604030504040204" pitchFamily="50" charset="-128"/>
                <a:ea typeface="メイリオ" panose="020B0604030504040204" pitchFamily="50" charset="-128"/>
              </a:rPr>
              <a:t>学習に利用されないことが明記されているツール</a:t>
            </a:r>
            <a:r>
              <a:rPr lang="ja-JP" altLang="en-US" sz="1600">
                <a:solidFill>
                  <a:schemeClr val="tx1"/>
                </a:solidFill>
                <a:latin typeface="メイリオ" panose="020B0604030504040204" pitchFamily="50" charset="-128"/>
                <a:ea typeface="メイリオ" panose="020B0604030504040204" pitchFamily="50" charset="-128"/>
              </a:rPr>
              <a:t>などを使用するようにしましょう。</a:t>
            </a:r>
            <a:endParaRPr lang="en-US" altLang="ja-JP" sz="1600">
              <a:solidFill>
                <a:schemeClr val="tx1"/>
              </a:solidFill>
              <a:latin typeface="メイリオ" panose="020B0604030504040204" pitchFamily="50" charset="-128"/>
              <a:ea typeface="メイリオ" panose="020B0604030504040204" pitchFamily="50" charset="-128"/>
            </a:endParaRPr>
          </a:p>
          <a:p>
            <a:pPr marL="285750" indent="-285750">
              <a:lnSpc>
                <a:spcPct val="150000"/>
              </a:lnSpc>
              <a:buFont typeface="Arial" panose="020B0604020202020204" pitchFamily="34" charset="0"/>
              <a:buChar char="•"/>
            </a:pPr>
            <a:endParaRPr lang="en-US" altLang="ja-JP" sz="1600">
              <a:solidFill>
                <a:schemeClr val="tx1"/>
              </a:solidFill>
              <a:latin typeface="メイリオ" panose="020B0604030504040204" pitchFamily="50" charset="-128"/>
              <a:ea typeface="メイリオ" panose="020B0604030504040204" pitchFamily="50" charset="-128"/>
            </a:endParaRPr>
          </a:p>
          <a:p>
            <a:pPr marL="285750" indent="-285750">
              <a:lnSpc>
                <a:spcPct val="150000"/>
              </a:lnSpc>
              <a:buFont typeface="Arial" panose="020B0604020202020204" pitchFamily="34" charset="0"/>
              <a:buChar char="•"/>
            </a:pPr>
            <a:r>
              <a:rPr lang="ja-JP" altLang="en-US" sz="1600">
                <a:solidFill>
                  <a:schemeClr val="tx1"/>
                </a:solidFill>
                <a:latin typeface="メイリオ" panose="020B0604030504040204" pitchFamily="50" charset="-128"/>
                <a:ea typeface="メイリオ" panose="020B0604030504040204" pitchFamily="50" charset="-128"/>
              </a:rPr>
              <a:t>参考：</a:t>
            </a:r>
            <a:br>
              <a:rPr lang="en-US" altLang="ja-JP" sz="1600">
                <a:solidFill>
                  <a:schemeClr val="tx1"/>
                </a:solidFill>
                <a:latin typeface="メイリオ" panose="020B0604030504040204" pitchFamily="50" charset="-128"/>
                <a:ea typeface="メイリオ" panose="020B0604030504040204" pitchFamily="50" charset="-128"/>
              </a:rPr>
            </a:br>
            <a:r>
              <a:rPr lang="ja-JP" altLang="en-US" sz="1400">
                <a:latin typeface="メイリオ" panose="020B0604030504040204" pitchFamily="50" charset="-128"/>
                <a:ea typeface="メイリオ" panose="020B0604030504040204" pitchFamily="50" charset="-128"/>
                <a:hlinkClick r:id="rId2" tooltip="https://teams.microsoft.com/l/message/19:6998edc9215c41929ec1cb368f2a8c55@thread.tacv2/1761889831771?tenantId=208e5ed7-eeaa-4ed1-8154-a33b55bb8875&amp;groupId=6a2bba86-67f7-4746-95f0-6541d85ba2f3&amp;parentMessageId=1761889831771&amp;teamName=T_%E3%83%99%E3%83%AA%E3%82%B5%E3%83%BC%E3%83%96%E5%87%BD%E9%A4%A8%E7%A4%BE%E5%86%85%E3%83%81%E3%83%A3%E3%83%B3%E3%83%8D%E3%83%AB&amp;channelName=00.%E5%85%A8%E7%A4%BE%E9%80%A3%E7%B5%A1&amp;createdTime=1761889831771"/>
              </a:rPr>
              <a:t>秋本 妃納乃</a:t>
            </a:r>
            <a:r>
              <a:rPr lang="en-US" altLang="ja-JP" sz="1400">
                <a:latin typeface="メイリオ" panose="020B0604030504040204" pitchFamily="50" charset="-128"/>
                <a:ea typeface="メイリオ" panose="020B0604030504040204" pitchFamily="50" charset="-128"/>
                <a:hlinkClick r:id="rId2" tooltip="https://teams.microsoft.com/l/message/19:6998edc9215c41929ec1cb368f2a8c55@thread.tacv2/1761889831771?tenantId=208e5ed7-eeaa-4ed1-8154-a33b55bb8875&amp;groupId=6a2bba86-67f7-4746-95f0-6541d85ba2f3&amp;parentMessageId=1761889831771&amp;teamName=T_%E3%83%99%E3%83%AA%E3%82%B5%E3%83%BC%E3%83%96%E5%87%BD%E9%A4%A8%E7%A4%BE%E5%86%85%E3%83%81%E3%83%A3%E3%83%B3%E3%83%8D%E3%83%AB&amp;channelName=00.%E5%85%A8%E7%A4%BE%E9%80%A3%E7%B5%A1&amp;createdTime=1761889831771"/>
              </a:rPr>
              <a:t>: </a:t>
            </a:r>
            <a:r>
              <a:rPr lang="en-US" altLang="ja-JP" sz="1400" err="1">
                <a:latin typeface="メイリオ" panose="020B0604030504040204" pitchFamily="50" charset="-128"/>
                <a:ea typeface="メイリオ" panose="020B0604030504040204" pitchFamily="50" charset="-128"/>
                <a:hlinkClick r:id="rId2" tooltip="https://teams.microsoft.com/l/message/19:6998edc9215c41929ec1cb368f2a8c55@thread.tacv2/1761889831771?tenantId=208e5ed7-eeaa-4ed1-8154-a33b55bb8875&amp;groupId=6a2bba86-67f7-4746-95f0-6541d85ba2f3&amp;parentMessageId=1761889831771&amp;teamName=T_%E3%83%99%E3%83%AA%E3%82%B5%E3%83%BC%E3%83%96%E5%87%BD%E9%A4%A8%E7%A4%BE%E5%86%85%E3%83%81%E3%83%A3%E3%83%B3%E3%83%8D%E3%83%AB&amp;channelName=00.%E5%85%A8%E7%A4%BE%E9%80%A3%E7%B5%A1&amp;createdTime=1761889831771"/>
              </a:rPr>
              <a:t>VeriGen:Chat</a:t>
            </a:r>
            <a:r>
              <a:rPr lang="ja-JP" altLang="en-US" sz="1400">
                <a:latin typeface="メイリオ" panose="020B0604030504040204" pitchFamily="50" charset="-128"/>
                <a:ea typeface="メイリオ" panose="020B0604030504040204" pitchFamily="50" charset="-128"/>
                <a:hlinkClick r:id="rId2" tooltip="https://teams.microsoft.com/l/message/19:6998edc9215c41929ec1cb368f2a8c55@thread.tacv2/1761889831771?tenantId=208e5ed7-eeaa-4ed1-8154-a33b55bb8875&amp;groupId=6a2bba86-67f7-4746-95f0-6541d85ba2f3&amp;parentMessageId=1761889831771&amp;teamName=T_%E3%83%99%E3%83%AA%E3%82%B5%E3%83%BC%E3%83%96%E5%87%BD%E9%A4%A8%E7%A4%BE%E5%86%85%E3%83%81%E3%83%A3%E3%83%B3%E3%83%8D%E3%83%AB&amp;channelName=00.%E5%85%A8%E7%A4%BE%E9%80%A3%E7%B5%A1&amp;createdTime=1761889831771"/>
              </a:rPr>
              <a:t>の案件利用について </a:t>
            </a:r>
            <a:r>
              <a:rPr lang="en-US" altLang="ja-JP" sz="1400">
                <a:latin typeface="メイリオ" panose="020B0604030504040204" pitchFamily="50" charset="-128"/>
                <a:ea typeface="メイリオ" panose="020B0604030504040204" pitchFamily="50" charset="-128"/>
                <a:hlinkClick r:id="rId2" tooltip="https://teams.microsoft.com/l/message/19:6998edc9215c41929ec1cb368f2a8c55@thread.tacv2/1761889831771?tenantId=208e5ed7-eeaa-4ed1-8154-a33b55bb8875&amp;groupId=6a2bba86-67f7-4746-95f0-6541d85ba2f3&amp;parentMessageId=1761889831771&amp;teamName=T_%E3%83%99%E3%83%AA%E3%82%B5%E3%83%BC%E3%83%96%E5%87%BD%E9%A4%A8%E7%A4%BE%E5%86%85%E3%83%81%E3%83%A3%E3%83%B3%E3%83%8D%E3%83%AB&amp;channelName=00.%E5%85%A8%E7%A4%BE%E9%80%A3%E7%B5%A1&amp;createdTime=1761889831771"/>
              </a:rPr>
              <a:t>| T_</a:t>
            </a:r>
            <a:r>
              <a:rPr lang="ja-JP" altLang="en-US" sz="1400">
                <a:latin typeface="メイリオ" panose="020B0604030504040204" pitchFamily="50" charset="-128"/>
                <a:ea typeface="メイリオ" panose="020B0604030504040204" pitchFamily="50" charset="-128"/>
                <a:hlinkClick r:id="rId2" tooltip="https://teams.microsoft.com/l/message/19:6998edc9215c41929ec1cb368f2a8c55@thread.tacv2/1761889831771?tenantId=208e5ed7-eeaa-4ed1-8154-a33b55bb8875&amp;groupId=6a2bba86-67f7-4746-95f0-6541d85ba2f3&amp;parentMessageId=1761889831771&amp;teamName=T_%E3%83%99%E3%83%AA%E3%82%B5%E3%83%BC%E3%83%96%E5%87%BD%E9%A4%A8%E7%A4%BE%E5%86%85%E3%83%81%E3%83%A3%E3%83%B3%E3%83%8D%E3%83%AB&amp;channelName=00.%E5%85%A8%E7%A4%BE%E9%80%A3%E7%B5%A1&amp;createdTime=1761889831771"/>
              </a:rPr>
              <a:t>ベリサーブ函館社内チャンネル </a:t>
            </a:r>
            <a:r>
              <a:rPr lang="en-US" altLang="ja-JP" sz="1400">
                <a:latin typeface="メイリオ" panose="020B0604030504040204" pitchFamily="50" charset="-128"/>
                <a:ea typeface="メイリオ" panose="020B0604030504040204" pitchFamily="50" charset="-128"/>
                <a:hlinkClick r:id="rId2" tooltip="https://teams.microsoft.com/l/message/19:6998edc9215c41929ec1cb368f2a8c55@thread.tacv2/1761889831771?tenantId=208e5ed7-eeaa-4ed1-8154-a33b55bb8875&amp;groupId=6a2bba86-67f7-4746-95f0-6541d85ba2f3&amp;parentMessageId=1761889831771&amp;teamName=T_%E3%83%99%E3%83%AA%E3%82%B5%E3%83%BC%E3%83%96%E5%87%BD%E9%A4%A8%E7%A4%BE%E5%86%85%E3%83%81%E3%83%A3%E3%83%B3%E3%83%8D%E3%83%AB&amp;channelName=00.%E5%85%A8%E7%A4%BE%E9%80%A3%E7%B5%A1&amp;createdTime=1761889831771"/>
              </a:rPr>
              <a:t>&gt; 00.</a:t>
            </a:r>
            <a:r>
              <a:rPr lang="ja-JP" altLang="en-US" sz="1400">
                <a:latin typeface="メイリオ" panose="020B0604030504040204" pitchFamily="50" charset="-128"/>
                <a:ea typeface="メイリオ" panose="020B0604030504040204" pitchFamily="50" charset="-128"/>
                <a:hlinkClick r:id="rId2" tooltip="https://teams.microsoft.com/l/message/19:6998edc9215c41929ec1cb368f2a8c55@thread.tacv2/1761889831771?tenantId=208e5ed7-eeaa-4ed1-8154-a33b55bb8875&amp;groupId=6a2bba86-67f7-4746-95f0-6541d85ba2f3&amp;parentMessageId=1761889831771&amp;teamName=T_%E3%83%99%E3%83%AA%E3%82%B5%E3%83%BC%E3%83%96%E5%87%BD%E9%A4%A8%E7%A4%BE%E5%86%85%E3%83%81%E3%83%A3%E3%83%B3%E3%83%8D%E3%83%AB&amp;channelName=00.%E5%85%A8%E7%A4%BE%E9%80%A3%E7%B5%A1&amp;createdTime=1761889831771"/>
              </a:rPr>
              <a:t>全社連絡 </a:t>
            </a:r>
            <a:r>
              <a:rPr lang="en-US" altLang="ja-JP" sz="1400">
                <a:latin typeface="メイリオ" panose="020B0604030504040204" pitchFamily="50" charset="-128"/>
                <a:ea typeface="メイリオ" panose="020B0604030504040204" pitchFamily="50" charset="-128"/>
                <a:hlinkClick r:id="rId2" tooltip="https://teams.microsoft.com/l/message/19:6998edc9215c41929ec1cb368f2a8c55@thread.tacv2/1761889831771?tenantId=208e5ed7-eeaa-4ed1-8154-a33b55bb8875&amp;groupId=6a2bba86-67f7-4746-95f0-6541d85ba2f3&amp;parentMessageId=1761889831771&amp;teamName=T_%E3%83%99%E3%83%AA%E3%82%B5%E3%83%BC%E3%83%96%E5%87%BD%E9%A4%A8%E7%A4%BE%E5%86%85%E3%83%81%E3%83%A3%E3%83%B3%E3%83%8D%E3%83%AB&amp;channelName=00.%E5%85%A8%E7%A4%BE%E9%80%A3%E7%B5%A1&amp;createdTime=1761889831771"/>
              </a:rPr>
              <a:t>| Microsoft Teams</a:t>
            </a:r>
            <a:endParaRPr lang="ja-JP" altLang="en-US" sz="140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153221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B0F37-76F7-D153-978E-E232ABDC254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FB1C0D2-0C56-FA16-DC80-1D18E7FA2D50}"/>
              </a:ext>
            </a:extLst>
          </p:cNvPr>
          <p:cNvSpPr>
            <a:spLocks noGrp="1"/>
          </p:cNvSpPr>
          <p:nvPr>
            <p:ph type="title"/>
          </p:nvPr>
        </p:nvSpPr>
        <p:spPr>
          <a:xfrm>
            <a:off x="759540" y="535713"/>
            <a:ext cx="10992577" cy="503555"/>
          </a:xfrm>
        </p:spPr>
        <p:txBody>
          <a:bodyPr/>
          <a:lstStyle/>
          <a:p>
            <a:r>
              <a:rPr lang="ja-JP" altLang="en-US" b="1">
                <a:solidFill>
                  <a:schemeClr val="tx2"/>
                </a:solidFill>
                <a:latin typeface="メイリオ" panose="020B0604030504040204" pitchFamily="50" charset="-128"/>
                <a:ea typeface="メイリオ" panose="020B0604030504040204" pitchFamily="50" charset="-128"/>
              </a:rPr>
              <a:t>研修④：スクリプト作成：</a:t>
            </a:r>
            <a:r>
              <a:rPr lang="en-US" altLang="ja-JP" b="1">
                <a:solidFill>
                  <a:schemeClr val="tx2"/>
                </a:solidFill>
                <a:latin typeface="メイリオ" panose="020B0604030504040204" pitchFamily="50" charset="-128"/>
                <a:ea typeface="メイリオ" panose="020B0604030504040204" pitchFamily="50" charset="-128"/>
              </a:rPr>
              <a:t>AI</a:t>
            </a:r>
            <a:r>
              <a:rPr lang="ja-JP" altLang="en-US" b="1">
                <a:solidFill>
                  <a:schemeClr val="tx2"/>
                </a:solidFill>
                <a:latin typeface="メイリオ" panose="020B0604030504040204" pitchFamily="50" charset="-128"/>
                <a:ea typeface="メイリオ" panose="020B0604030504040204" pitchFamily="50" charset="-128"/>
              </a:rPr>
              <a:t>を活用したテスト結果の分析</a:t>
            </a:r>
            <a:endParaRPr lang="ja-JP" altLang="en-US" b="1">
              <a:latin typeface="メイリオ" panose="020B0604030504040204" pitchFamily="50" charset="-128"/>
              <a:ea typeface="メイリオ" panose="020B0604030504040204" pitchFamily="50" charset="-128"/>
            </a:endParaRPr>
          </a:p>
        </p:txBody>
      </p:sp>
      <p:sp>
        <p:nvSpPr>
          <p:cNvPr id="4" name="スライド番号プレースホルダー 3">
            <a:extLst>
              <a:ext uri="{FF2B5EF4-FFF2-40B4-BE49-F238E27FC236}">
                <a16:creationId xmlns:a16="http://schemas.microsoft.com/office/drawing/2014/main" id="{B3D409CE-D964-D8A2-88AD-419399E95940}"/>
              </a:ext>
            </a:extLst>
          </p:cNvPr>
          <p:cNvSpPr>
            <a:spLocks noGrp="1"/>
          </p:cNvSpPr>
          <p:nvPr>
            <p:ph type="sldNum" sz="quarter" idx="12"/>
          </p:nvPr>
        </p:nvSpPr>
        <p:spPr/>
        <p:txBody>
          <a:bodyPr/>
          <a:lstStyle/>
          <a:p>
            <a:fld id="{AEA9F59F-5AEA-DB42-A066-0EDE44B4D5E7}" type="slidenum">
              <a:rPr lang="ja-JP" altLang="en-US" smtClean="0"/>
              <a:pPr/>
              <a:t>39</a:t>
            </a:fld>
            <a:endParaRPr lang="ja-JP" altLang="en-US"/>
          </a:p>
        </p:txBody>
      </p:sp>
      <p:sp>
        <p:nvSpPr>
          <p:cNvPr id="3" name="タイトル 1">
            <a:extLst>
              <a:ext uri="{FF2B5EF4-FFF2-40B4-BE49-F238E27FC236}">
                <a16:creationId xmlns:a16="http://schemas.microsoft.com/office/drawing/2014/main" id="{BD9183FE-DCC0-69F9-C257-7D28F2A84D9F}"/>
              </a:ext>
            </a:extLst>
          </p:cNvPr>
          <p:cNvSpPr txBox="1">
            <a:spLocks/>
          </p:cNvSpPr>
          <p:nvPr/>
        </p:nvSpPr>
        <p:spPr>
          <a:xfrm>
            <a:off x="838200" y="1232703"/>
            <a:ext cx="10515600" cy="278371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3200" b="0" i="0" kern="1200">
                <a:solidFill>
                  <a:srgbClr val="004098"/>
                </a:solidFill>
                <a:latin typeface="Yu Gothic Medium" panose="020B0400000000000000" pitchFamily="34" charset="-128"/>
                <a:ea typeface="Yu Gothic Medium" panose="020B0400000000000000" pitchFamily="34" charset="-128"/>
                <a:cs typeface="+mj-cs"/>
              </a:defRPr>
            </a:lvl1pPr>
          </a:lstStyle>
          <a:p>
            <a:pPr>
              <a:lnSpc>
                <a:spcPct val="150000"/>
              </a:lnSpc>
            </a:pPr>
            <a:r>
              <a:rPr lang="ja-JP" altLang="en-US" sz="2400" b="1">
                <a:solidFill>
                  <a:schemeClr val="tx1"/>
                </a:solidFill>
                <a:latin typeface="メイリオ" panose="020B0604030504040204" pitchFamily="50" charset="-128"/>
                <a:ea typeface="メイリオ" panose="020B0604030504040204" pitchFamily="50" charset="-128"/>
              </a:rPr>
              <a:t>ファイルの出力方法について</a:t>
            </a:r>
            <a:r>
              <a:rPr lang="en-US" altLang="ja-JP" sz="2400" b="1">
                <a:solidFill>
                  <a:schemeClr val="tx1"/>
                </a:solidFill>
                <a:latin typeface="メイリオ" panose="020B0604030504040204" pitchFamily="50" charset="-128"/>
                <a:ea typeface="メイリオ" panose="020B0604030504040204" pitchFamily="50" charset="-128"/>
              </a:rPr>
              <a:t>(Python</a:t>
            </a:r>
            <a:r>
              <a:rPr lang="ja-JP" altLang="en-US" sz="2400" b="1">
                <a:solidFill>
                  <a:schemeClr val="tx1"/>
                </a:solidFill>
                <a:latin typeface="メイリオ" panose="020B0604030504040204" pitchFamily="50" charset="-128"/>
                <a:ea typeface="メイリオ" panose="020B0604030504040204" pitchFamily="50" charset="-128"/>
              </a:rPr>
              <a:t>デフォルト</a:t>
            </a:r>
            <a:r>
              <a:rPr lang="en-US" altLang="ja-JP" sz="2400" b="1">
                <a:solidFill>
                  <a:schemeClr val="tx1"/>
                </a:solidFill>
                <a:latin typeface="メイリオ" panose="020B0604030504040204" pitchFamily="50" charset="-128"/>
                <a:ea typeface="メイリオ" panose="020B0604030504040204" pitchFamily="50" charset="-128"/>
              </a:rPr>
              <a:t>)</a:t>
            </a:r>
          </a:p>
          <a:p>
            <a:pPr marL="285750" indent="-285750">
              <a:lnSpc>
                <a:spcPct val="150000"/>
              </a:lnSpc>
              <a:buFont typeface="Arial" panose="020B0604020202020204" pitchFamily="34" charset="0"/>
              <a:buChar char="•"/>
            </a:pPr>
            <a:r>
              <a:rPr lang="en-US" altLang="ja-JP" sz="1800">
                <a:solidFill>
                  <a:schemeClr val="tx1"/>
                </a:solidFill>
                <a:latin typeface="メイリオ" panose="020B0604030504040204" pitchFamily="50" charset="-128"/>
                <a:ea typeface="メイリオ" panose="020B0604030504040204" pitchFamily="50" charset="-128"/>
              </a:rPr>
              <a:t>Python</a:t>
            </a:r>
            <a:r>
              <a:rPr lang="ja-JP" altLang="en-US" sz="1800">
                <a:solidFill>
                  <a:schemeClr val="tx1"/>
                </a:solidFill>
                <a:latin typeface="メイリオ" panose="020B0604030504040204" pitchFamily="50" charset="-128"/>
                <a:ea typeface="メイリオ" panose="020B0604030504040204" pitchFamily="50" charset="-128"/>
              </a:rPr>
              <a:t>ではデフォルトで様々な形式のファイルを出力できます。</a:t>
            </a:r>
            <a:br>
              <a:rPr lang="en-US" altLang="ja-JP" sz="1800">
                <a:solidFill>
                  <a:schemeClr val="tx1"/>
                </a:solidFill>
                <a:latin typeface="メイリオ" panose="020B0604030504040204" pitchFamily="50" charset="-128"/>
                <a:ea typeface="メイリオ" panose="020B0604030504040204" pitchFamily="50" charset="-128"/>
              </a:rPr>
            </a:br>
            <a:r>
              <a:rPr lang="ja-JP" altLang="en-US" sz="1800">
                <a:solidFill>
                  <a:schemeClr val="tx1"/>
                </a:solidFill>
                <a:latin typeface="メイリオ" panose="020B0604030504040204" pitchFamily="50" charset="-128"/>
                <a:ea typeface="メイリオ" panose="020B0604030504040204" pitchFamily="50" charset="-128"/>
              </a:rPr>
              <a:t>今回作成するレポートは可読性にすぐれた</a:t>
            </a:r>
            <a:r>
              <a:rPr lang="en-US" altLang="ja-JP" sz="1800" b="1">
                <a:solidFill>
                  <a:schemeClr val="tx1"/>
                </a:solidFill>
                <a:latin typeface="メイリオ" panose="020B0604030504040204" pitchFamily="50" charset="-128"/>
                <a:ea typeface="メイリオ" panose="020B0604030504040204" pitchFamily="50" charset="-128"/>
              </a:rPr>
              <a:t>*.md(</a:t>
            </a:r>
            <a:r>
              <a:rPr lang="ja-JP" altLang="en-US" sz="1800" b="1">
                <a:solidFill>
                  <a:schemeClr val="tx1"/>
                </a:solidFill>
                <a:latin typeface="メイリオ" panose="020B0604030504040204" pitchFamily="50" charset="-128"/>
                <a:ea typeface="メイリオ" panose="020B0604030504040204" pitchFamily="50" charset="-128"/>
              </a:rPr>
              <a:t>マークダウン</a:t>
            </a:r>
            <a:r>
              <a:rPr lang="en-US" altLang="ja-JP" sz="1800" b="1">
                <a:solidFill>
                  <a:schemeClr val="tx1"/>
                </a:solidFill>
                <a:latin typeface="メイリオ" panose="020B0604030504040204" pitchFamily="50" charset="-128"/>
                <a:ea typeface="メイリオ" panose="020B0604030504040204" pitchFamily="50" charset="-128"/>
              </a:rPr>
              <a:t>)</a:t>
            </a:r>
            <a:r>
              <a:rPr lang="ja-JP" altLang="en-US" sz="1800" b="1">
                <a:solidFill>
                  <a:schemeClr val="tx1"/>
                </a:solidFill>
                <a:latin typeface="メイリオ" panose="020B0604030504040204" pitchFamily="50" charset="-128"/>
                <a:ea typeface="メイリオ" panose="020B0604030504040204" pitchFamily="50" charset="-128"/>
              </a:rPr>
              <a:t>形式</a:t>
            </a:r>
            <a:r>
              <a:rPr lang="ja-JP" altLang="en-US" sz="1800">
                <a:solidFill>
                  <a:schemeClr val="tx1"/>
                </a:solidFill>
                <a:latin typeface="メイリオ" panose="020B0604030504040204" pitchFamily="50" charset="-128"/>
                <a:ea typeface="メイリオ" panose="020B0604030504040204" pitchFamily="50" charset="-128"/>
              </a:rPr>
              <a:t>で出力してみましょう。</a:t>
            </a:r>
            <a:endParaRPr lang="en-US" altLang="ja-JP" sz="1800">
              <a:solidFill>
                <a:schemeClr val="tx1"/>
              </a:solidFill>
              <a:latin typeface="メイリオ" panose="020B0604030504040204" pitchFamily="50" charset="-128"/>
              <a:ea typeface="メイリオ" panose="020B0604030504040204" pitchFamily="50" charset="-128"/>
            </a:endParaRPr>
          </a:p>
          <a:p>
            <a:pPr marL="742950" lvl="1" indent="-285750">
              <a:lnSpc>
                <a:spcPct val="150000"/>
              </a:lnSpc>
              <a:buFont typeface="Arial" panose="020B0604020202020204" pitchFamily="34" charset="0"/>
              <a:buChar char="•"/>
            </a:pPr>
            <a:r>
              <a:rPr lang="ja-JP" altLang="en-US">
                <a:latin typeface="メイリオ" panose="020B0604030504040204" pitchFamily="50" charset="-128"/>
                <a:ea typeface="メイリオ" panose="020B0604030504040204" pitchFamily="50" charset="-128"/>
              </a:rPr>
              <a:t>テキストエディタのみで見やすい文書ファイルを作成できる便利な記法なので、</a:t>
            </a:r>
            <a:br>
              <a:rPr lang="en-US" altLang="ja-JP">
                <a:latin typeface="メイリオ" panose="020B0604030504040204" pitchFamily="50" charset="-128"/>
                <a:ea typeface="メイリオ" panose="020B0604030504040204" pitchFamily="50" charset="-128"/>
              </a:rPr>
            </a:br>
            <a:r>
              <a:rPr lang="ja-JP" altLang="en-US">
                <a:latin typeface="メイリオ" panose="020B0604030504040204" pitchFamily="50" charset="-128"/>
                <a:ea typeface="メイリオ" panose="020B0604030504040204" pitchFamily="50" charset="-128"/>
              </a:rPr>
              <a:t>覚えておくとよいでしょう。</a:t>
            </a:r>
            <a:endParaRPr lang="en-US" altLang="ja-JP">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EDBFEFEF-6C51-3569-E5C0-FD98E04B5CD6}"/>
              </a:ext>
            </a:extLst>
          </p:cNvPr>
          <p:cNvSpPr/>
          <p:nvPr/>
        </p:nvSpPr>
        <p:spPr>
          <a:xfrm>
            <a:off x="1686045" y="4016417"/>
            <a:ext cx="8819909" cy="2002419"/>
          </a:xfrm>
          <a:prstGeom prst="rect">
            <a:avLst/>
          </a:prstGeom>
          <a:ln/>
        </p:spPr>
        <p:style>
          <a:lnRef idx="2">
            <a:schemeClr val="accent2"/>
          </a:lnRef>
          <a:fillRef idx="1">
            <a:schemeClr val="lt1"/>
          </a:fillRef>
          <a:effectRef idx="0">
            <a:schemeClr val="accent2"/>
          </a:effectRef>
          <a:fontRef idx="minor">
            <a:schemeClr val="dk1"/>
          </a:fontRef>
        </p:style>
        <p:txBody>
          <a:bodyPr rtlCol="0" anchor="ctr"/>
          <a:lstStyle/>
          <a:p>
            <a:r>
              <a:rPr lang="en-US" altLang="ja-JP" sz="2000" err="1">
                <a:latin typeface="Cascadia Code ExtraLight" panose="020B0609020000020004" pitchFamily="49" charset="0"/>
                <a:ea typeface="Cascadia Code ExtraLight" panose="020B0609020000020004" pitchFamily="49" charset="0"/>
                <a:cs typeface="Cascadia Code ExtraLight" panose="020B0609020000020004" pitchFamily="49" charset="0"/>
              </a:rPr>
              <a:t>file_path</a:t>
            </a:r>
            <a:r>
              <a:rPr lang="en-US" altLang="ja-JP" sz="2000">
                <a:latin typeface="Cascadia Code ExtraLight" panose="020B0609020000020004" pitchFamily="49" charset="0"/>
                <a:ea typeface="Cascadia Code ExtraLight" panose="020B0609020000020004" pitchFamily="49" charset="0"/>
                <a:cs typeface="Cascadia Code ExtraLight" panose="020B0609020000020004" pitchFamily="49" charset="0"/>
              </a:rPr>
              <a:t> = “test_result_summary.md“ </a:t>
            </a:r>
            <a:r>
              <a:rPr lang="en-US" altLang="ja-JP" sz="2000">
                <a:solidFill>
                  <a:schemeClr val="bg1">
                    <a:lumMod val="65000"/>
                  </a:schemeClr>
                </a:solidFill>
                <a:latin typeface="メイリオ" panose="020B0604030504040204" pitchFamily="50" charset="-128"/>
                <a:ea typeface="メイリオ" panose="020B0604030504040204" pitchFamily="50" charset="-128"/>
                <a:cs typeface="Cascadia Code ExtraLight" panose="020B0609020000020004" pitchFamily="49" charset="0"/>
              </a:rPr>
              <a:t>#</a:t>
            </a:r>
            <a:r>
              <a:rPr lang="ja-JP" altLang="en-US" sz="2000">
                <a:solidFill>
                  <a:schemeClr val="bg1">
                    <a:lumMod val="65000"/>
                  </a:schemeClr>
                </a:solidFill>
                <a:latin typeface="メイリオ" panose="020B0604030504040204" pitchFamily="50" charset="-128"/>
                <a:ea typeface="メイリオ" panose="020B0604030504040204" pitchFamily="50" charset="-128"/>
                <a:cs typeface="Cascadia Code ExtraLight" panose="020B0609020000020004" pitchFamily="49" charset="0"/>
              </a:rPr>
              <a:t>ファイル名指定</a:t>
            </a:r>
            <a:endParaRPr lang="en-US" altLang="ja-JP" sz="2000">
              <a:solidFill>
                <a:schemeClr val="bg1">
                  <a:lumMod val="65000"/>
                </a:schemeClr>
              </a:solidFill>
              <a:latin typeface="メイリオ" panose="020B0604030504040204" pitchFamily="50" charset="-128"/>
              <a:ea typeface="メイリオ" panose="020B0604030504040204" pitchFamily="50" charset="-128"/>
              <a:cs typeface="Cascadia Code ExtraLight" panose="020B0609020000020004" pitchFamily="49" charset="0"/>
            </a:endParaRPr>
          </a:p>
          <a:p>
            <a:r>
              <a:rPr lang="en-US" altLang="ja-JP" sz="2000">
                <a:latin typeface="Cascadia Code ExtraLight" panose="020B0609020000020004" pitchFamily="49" charset="0"/>
                <a:ea typeface="Cascadia Code ExtraLight" panose="020B0609020000020004" pitchFamily="49" charset="0"/>
                <a:cs typeface="Cascadia Code ExtraLight" panose="020B0609020000020004" pitchFamily="49" charset="0"/>
              </a:rPr>
              <a:t>with open(</a:t>
            </a:r>
            <a:r>
              <a:rPr lang="en-US" altLang="ja-JP" sz="2000" err="1">
                <a:latin typeface="Cascadia Code ExtraLight" panose="020B0609020000020004" pitchFamily="49" charset="0"/>
                <a:ea typeface="Cascadia Code ExtraLight" panose="020B0609020000020004" pitchFamily="49" charset="0"/>
                <a:cs typeface="Cascadia Code ExtraLight" panose="020B0609020000020004" pitchFamily="49" charset="0"/>
              </a:rPr>
              <a:t>file_path,'w',encoding</a:t>
            </a:r>
            <a:r>
              <a:rPr lang="en-US" altLang="ja-JP" sz="2000">
                <a:latin typeface="Cascadia Code ExtraLight" panose="020B0609020000020004" pitchFamily="49" charset="0"/>
                <a:ea typeface="Cascadia Code ExtraLight" panose="020B0609020000020004" pitchFamily="49" charset="0"/>
                <a:cs typeface="Cascadia Code ExtraLight" panose="020B0609020000020004" pitchFamily="49" charset="0"/>
              </a:rPr>
              <a:t>='utf-8') as file:</a:t>
            </a:r>
          </a:p>
          <a:p>
            <a:r>
              <a:rPr lang="en-US" altLang="ja-JP" sz="2000">
                <a:latin typeface="Cascadia Code ExtraLight" panose="020B0609020000020004" pitchFamily="49" charset="0"/>
                <a:ea typeface="Cascadia Code ExtraLight" panose="020B0609020000020004" pitchFamily="49" charset="0"/>
                <a:cs typeface="Cascadia Code ExtraLight" panose="020B0609020000020004" pitchFamily="49" charset="0"/>
              </a:rPr>
              <a:t>    </a:t>
            </a:r>
            <a:r>
              <a:rPr lang="en-US" altLang="ja-JP" sz="2000" err="1">
                <a:latin typeface="Cascadia Code ExtraLight" panose="020B0609020000020004" pitchFamily="49" charset="0"/>
                <a:ea typeface="Cascadia Code ExtraLight" panose="020B0609020000020004" pitchFamily="49" charset="0"/>
                <a:cs typeface="Cascadia Code ExtraLight" panose="020B0609020000020004" pitchFamily="49" charset="0"/>
              </a:rPr>
              <a:t>file.write</a:t>
            </a:r>
            <a:r>
              <a:rPr lang="en-US" altLang="ja-JP" sz="2000">
                <a:latin typeface="Cascadia Code ExtraLight" panose="020B0609020000020004" pitchFamily="49" charset="0"/>
                <a:ea typeface="Cascadia Code ExtraLight" panose="020B0609020000020004" pitchFamily="49" charset="0"/>
                <a:cs typeface="Cascadia Code ExtraLight" panose="020B0609020000020004" pitchFamily="49" charset="0"/>
              </a:rPr>
              <a:t>(</a:t>
            </a:r>
            <a:r>
              <a:rPr lang="en-US" altLang="ja-JP" sz="2000" err="1">
                <a:latin typeface="Cascadia Code ExtraLight" panose="020B0609020000020004" pitchFamily="49" charset="0"/>
                <a:ea typeface="Cascadia Code ExtraLight" panose="020B0609020000020004" pitchFamily="49" charset="0"/>
                <a:cs typeface="Cascadia Code ExtraLight" panose="020B0609020000020004" pitchFamily="49" charset="0"/>
              </a:rPr>
              <a:t>response_text</a:t>
            </a:r>
            <a:r>
              <a:rPr lang="en-US" altLang="ja-JP" sz="2000">
                <a:latin typeface="Cascadia Code ExtraLight" panose="020B0609020000020004" pitchFamily="49" charset="0"/>
                <a:ea typeface="Cascadia Code ExtraLight" panose="020B0609020000020004" pitchFamily="49" charset="0"/>
                <a:cs typeface="Cascadia Code ExtraLight" panose="020B0609020000020004" pitchFamily="49" charset="0"/>
              </a:rPr>
              <a:t>)</a:t>
            </a:r>
          </a:p>
        </p:txBody>
      </p:sp>
    </p:spTree>
    <p:extLst>
      <p:ext uri="{BB962C8B-B14F-4D97-AF65-F5344CB8AC3E}">
        <p14:creationId xmlns:p14="http://schemas.microsoft.com/office/powerpoint/2010/main" val="2793835741"/>
      </p:ext>
    </p:extLst>
  </p:cSld>
  <p:clrMapOvr>
    <a:masterClrMapping/>
  </p:clrMapOvr>
  <p:extLst>
    <p:ext uri="{6950BFC3-D8DA-4A85-94F7-54DA5524770B}">
      <p188:commentRel xmlns:p188="http://schemas.microsoft.com/office/powerpoint/2018/8/main" r:id="rId2"/>
    </p:ext>
  </p:extLs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9677B-9330-16CF-576B-E38E98AF2D7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EF0BE1A-57DF-4A68-397C-CAA0DF297C9C}"/>
              </a:ext>
            </a:extLst>
          </p:cNvPr>
          <p:cNvSpPr>
            <a:spLocks noGrp="1"/>
          </p:cNvSpPr>
          <p:nvPr>
            <p:ph type="title"/>
          </p:nvPr>
        </p:nvSpPr>
        <p:spPr>
          <a:xfrm>
            <a:off x="759540" y="535713"/>
            <a:ext cx="10992577" cy="503555"/>
          </a:xfrm>
        </p:spPr>
        <p:txBody>
          <a:bodyPr/>
          <a:lstStyle/>
          <a:p>
            <a:r>
              <a:rPr lang="ja-JP" altLang="en-US" b="1">
                <a:solidFill>
                  <a:schemeClr val="tx2"/>
                </a:solidFill>
                <a:latin typeface="メイリオ" panose="020B0604030504040204" pitchFamily="50" charset="-128"/>
                <a:ea typeface="メイリオ" panose="020B0604030504040204" pitchFamily="50" charset="-128"/>
              </a:rPr>
              <a:t>研修④：スクリプト作成：</a:t>
            </a:r>
            <a:r>
              <a:rPr lang="en-US" altLang="ja-JP" b="1">
                <a:solidFill>
                  <a:schemeClr val="tx2"/>
                </a:solidFill>
                <a:latin typeface="メイリオ" panose="020B0604030504040204" pitchFamily="50" charset="-128"/>
                <a:ea typeface="メイリオ" panose="020B0604030504040204" pitchFamily="50" charset="-128"/>
              </a:rPr>
              <a:t>AI</a:t>
            </a:r>
            <a:r>
              <a:rPr lang="ja-JP" altLang="en-US" b="1">
                <a:solidFill>
                  <a:schemeClr val="tx2"/>
                </a:solidFill>
                <a:latin typeface="メイリオ" panose="020B0604030504040204" pitchFamily="50" charset="-128"/>
                <a:ea typeface="メイリオ" panose="020B0604030504040204" pitchFamily="50" charset="-128"/>
              </a:rPr>
              <a:t>を活用したテスト結果の分析</a:t>
            </a:r>
            <a:endParaRPr lang="ja-JP" altLang="en-US" b="1">
              <a:latin typeface="メイリオ" panose="020B0604030504040204" pitchFamily="50" charset="-128"/>
              <a:ea typeface="メイリオ" panose="020B0604030504040204" pitchFamily="50" charset="-128"/>
            </a:endParaRPr>
          </a:p>
        </p:txBody>
      </p:sp>
      <p:sp>
        <p:nvSpPr>
          <p:cNvPr id="4" name="スライド番号プレースホルダー 3">
            <a:extLst>
              <a:ext uri="{FF2B5EF4-FFF2-40B4-BE49-F238E27FC236}">
                <a16:creationId xmlns:a16="http://schemas.microsoft.com/office/drawing/2014/main" id="{9549F5AA-957F-65C7-7F17-D8B7A86FE356}"/>
              </a:ext>
            </a:extLst>
          </p:cNvPr>
          <p:cNvSpPr>
            <a:spLocks noGrp="1"/>
          </p:cNvSpPr>
          <p:nvPr>
            <p:ph type="sldNum" sz="quarter" idx="12"/>
          </p:nvPr>
        </p:nvSpPr>
        <p:spPr/>
        <p:txBody>
          <a:bodyPr/>
          <a:lstStyle/>
          <a:p>
            <a:fld id="{AEA9F59F-5AEA-DB42-A066-0EDE44B4D5E7}" type="slidenum">
              <a:rPr lang="ja-JP" altLang="en-US" smtClean="0"/>
              <a:pPr/>
              <a:t>40</a:t>
            </a:fld>
            <a:endParaRPr lang="ja-JP" altLang="en-US"/>
          </a:p>
        </p:txBody>
      </p:sp>
      <p:sp>
        <p:nvSpPr>
          <p:cNvPr id="3" name="タイトル 1">
            <a:extLst>
              <a:ext uri="{FF2B5EF4-FFF2-40B4-BE49-F238E27FC236}">
                <a16:creationId xmlns:a16="http://schemas.microsoft.com/office/drawing/2014/main" id="{9A2EF304-00BA-A5D1-E857-95DB3D2E47B0}"/>
              </a:ext>
            </a:extLst>
          </p:cNvPr>
          <p:cNvSpPr txBox="1">
            <a:spLocks/>
          </p:cNvSpPr>
          <p:nvPr/>
        </p:nvSpPr>
        <p:spPr>
          <a:xfrm>
            <a:off x="838200" y="1042776"/>
            <a:ext cx="10515600" cy="135629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3200" b="0" i="0" kern="1200">
                <a:solidFill>
                  <a:srgbClr val="004098"/>
                </a:solidFill>
                <a:latin typeface="Yu Gothic Medium" panose="020B0400000000000000" pitchFamily="34" charset="-128"/>
                <a:ea typeface="Yu Gothic Medium" panose="020B0400000000000000" pitchFamily="34" charset="-128"/>
                <a:cs typeface="+mj-cs"/>
              </a:defRPr>
            </a:lvl1pPr>
          </a:lstStyle>
          <a:p>
            <a:pPr>
              <a:lnSpc>
                <a:spcPct val="150000"/>
              </a:lnSpc>
            </a:pPr>
            <a:r>
              <a:rPr lang="en-US" altLang="ja-JP" sz="2400" b="1">
                <a:solidFill>
                  <a:schemeClr val="tx1"/>
                </a:solidFill>
                <a:latin typeface="メイリオ" panose="020B0604030504040204" pitchFamily="50" charset="-128"/>
                <a:ea typeface="メイリオ" panose="020B0604030504040204" pitchFamily="50" charset="-128"/>
              </a:rPr>
              <a:t>OpenAI API</a:t>
            </a:r>
            <a:r>
              <a:rPr lang="ja-JP" altLang="en-US" sz="2400" b="1">
                <a:solidFill>
                  <a:schemeClr val="tx1"/>
                </a:solidFill>
                <a:latin typeface="メイリオ" panose="020B0604030504040204" pitchFamily="50" charset="-128"/>
                <a:ea typeface="メイリオ" panose="020B0604030504040204" pitchFamily="50" charset="-128"/>
              </a:rPr>
              <a:t>の使用例について</a:t>
            </a:r>
            <a:endParaRPr lang="en-US" altLang="ja-JP" sz="2400" b="1">
              <a:solidFill>
                <a:schemeClr val="tx1"/>
              </a:solidFill>
              <a:latin typeface="メイリオ" panose="020B0604030504040204" pitchFamily="50" charset="-128"/>
              <a:ea typeface="メイリオ" panose="020B0604030504040204" pitchFamily="50" charset="-128"/>
            </a:endParaRPr>
          </a:p>
          <a:p>
            <a:pPr marL="285750" indent="-285750">
              <a:lnSpc>
                <a:spcPct val="150000"/>
              </a:lnSpc>
              <a:buFont typeface="Arial" panose="020B0604020202020204" pitchFamily="34" charset="0"/>
              <a:buChar char="•"/>
            </a:pPr>
            <a:r>
              <a:rPr lang="ja-JP" altLang="en-US" sz="1600">
                <a:solidFill>
                  <a:schemeClr val="tx1"/>
                </a:solidFill>
                <a:latin typeface="メイリオ" panose="020B0604030504040204" pitchFamily="50" charset="-128"/>
                <a:ea typeface="メイリオ" panose="020B0604030504040204" pitchFamily="50" charset="-128"/>
              </a:rPr>
              <a:t>入力として</a:t>
            </a:r>
            <a:r>
              <a:rPr lang="ja-JP" altLang="en-US" sz="1600" b="1">
                <a:solidFill>
                  <a:schemeClr val="tx1"/>
                </a:solidFill>
                <a:latin typeface="メイリオ" panose="020B0604030504040204" pitchFamily="50" charset="-128"/>
                <a:ea typeface="メイリオ" panose="020B0604030504040204" pitchFamily="50" charset="-128"/>
              </a:rPr>
              <a:t>会議の文字起こし</a:t>
            </a:r>
            <a:r>
              <a:rPr lang="en-US" altLang="ja-JP" sz="1600" b="1">
                <a:solidFill>
                  <a:schemeClr val="tx1"/>
                </a:solidFill>
                <a:latin typeface="メイリオ" panose="020B0604030504040204" pitchFamily="50" charset="-128"/>
                <a:ea typeface="メイリオ" panose="020B0604030504040204" pitchFamily="50" charset="-128"/>
              </a:rPr>
              <a:t>PDF</a:t>
            </a:r>
            <a:r>
              <a:rPr lang="ja-JP" altLang="en-US" sz="1600">
                <a:solidFill>
                  <a:schemeClr val="tx1"/>
                </a:solidFill>
                <a:latin typeface="メイリオ" panose="020B0604030504040204" pitchFamily="50" charset="-128"/>
                <a:ea typeface="メイリオ" panose="020B0604030504040204" pitchFamily="50" charset="-128"/>
              </a:rPr>
              <a:t>を受け付け、内容を要約した議事録を出力するスクリプトを用意しました。</a:t>
            </a:r>
            <a:br>
              <a:rPr lang="en-US" altLang="ja-JP" sz="1600">
                <a:solidFill>
                  <a:schemeClr val="tx1"/>
                </a:solidFill>
                <a:latin typeface="メイリオ" panose="020B0604030504040204" pitchFamily="50" charset="-128"/>
                <a:ea typeface="メイリオ" panose="020B0604030504040204" pitchFamily="50" charset="-128"/>
              </a:rPr>
            </a:br>
            <a:r>
              <a:rPr lang="ja-JP" altLang="en-US" sz="1600">
                <a:solidFill>
                  <a:schemeClr val="tx1"/>
                </a:solidFill>
                <a:latin typeface="メイリオ" panose="020B0604030504040204" pitchFamily="50" charset="-128"/>
                <a:ea typeface="メイリオ" panose="020B0604030504040204" pitchFamily="50" charset="-128"/>
                <a:hlinkClick r:id="rId3"/>
              </a:rPr>
              <a:t>リファレンス</a:t>
            </a:r>
            <a:r>
              <a:rPr lang="ja-JP" altLang="en-US" sz="1600">
                <a:solidFill>
                  <a:schemeClr val="tx1"/>
                </a:solidFill>
                <a:latin typeface="メイリオ" panose="020B0604030504040204" pitchFamily="50" charset="-128"/>
                <a:ea typeface="メイリオ" panose="020B0604030504040204" pitchFamily="50" charset="-128"/>
              </a:rPr>
              <a:t>などと比較しながら、</a:t>
            </a:r>
            <a:r>
              <a:rPr lang="en-US" altLang="ja-JP" sz="1600">
                <a:solidFill>
                  <a:schemeClr val="tx1"/>
                </a:solidFill>
                <a:latin typeface="メイリオ" panose="020B0604030504040204" pitchFamily="50" charset="-128"/>
                <a:ea typeface="メイリオ" panose="020B0604030504040204" pitchFamily="50" charset="-128"/>
              </a:rPr>
              <a:t> OpenAI API</a:t>
            </a:r>
            <a:r>
              <a:rPr lang="ja-JP" altLang="en-US" sz="1600">
                <a:solidFill>
                  <a:schemeClr val="tx1"/>
                </a:solidFill>
                <a:latin typeface="メイリオ" panose="020B0604030504040204" pitchFamily="50" charset="-128"/>
                <a:ea typeface="メイリオ" panose="020B0604030504040204" pitchFamily="50" charset="-128"/>
              </a:rPr>
              <a:t>を用いた実装についてイメージしてみましょう。</a:t>
            </a:r>
            <a:endParaRPr lang="ja-JP" altLang="en-US" sz="1600">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77AA6FAA-B38F-283F-698E-A6493B98BF4A}"/>
              </a:ext>
            </a:extLst>
          </p:cNvPr>
          <p:cNvSpPr/>
          <p:nvPr/>
        </p:nvSpPr>
        <p:spPr>
          <a:xfrm>
            <a:off x="1499419" y="2583426"/>
            <a:ext cx="9193161" cy="845574"/>
          </a:xfrm>
          <a:prstGeom prst="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ja-JP">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rPr>
              <a:t>e</a:t>
            </a:r>
            <a:r>
              <a:rPr kumimoji="1" lang="en-US" altLang="ja-JP">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rPr>
              <a:t>xample04_meeting_log.py </a:t>
            </a:r>
            <a:r>
              <a:rPr kumimoji="1" lang="ja-JP" altLang="en-US">
                <a:solidFill>
                  <a:schemeClr val="tx1"/>
                </a:solidFill>
                <a:latin typeface="メイリオ" panose="020B0604030504040204" pitchFamily="50" charset="-128"/>
                <a:ea typeface="メイリオ" panose="020B0604030504040204" pitchFamily="50" charset="-128"/>
                <a:cs typeface="Cascadia Code ExtraLight" panose="020B0609020000020004" pitchFamily="49" charset="0"/>
              </a:rPr>
              <a:t>を参照のこと</a:t>
            </a:r>
          </a:p>
        </p:txBody>
      </p:sp>
      <p:sp>
        <p:nvSpPr>
          <p:cNvPr id="6" name="フローチャート: 磁気ディスク 5">
            <a:extLst>
              <a:ext uri="{FF2B5EF4-FFF2-40B4-BE49-F238E27FC236}">
                <a16:creationId xmlns:a16="http://schemas.microsoft.com/office/drawing/2014/main" id="{66EBDC5B-D676-DB55-023B-77734664C237}"/>
              </a:ext>
            </a:extLst>
          </p:cNvPr>
          <p:cNvSpPr/>
          <p:nvPr/>
        </p:nvSpPr>
        <p:spPr>
          <a:xfrm>
            <a:off x="759541" y="4801334"/>
            <a:ext cx="11127659" cy="1577318"/>
          </a:xfrm>
          <a:prstGeom prst="flowChartMagneticDisk">
            <a:avLst/>
          </a:prstGeom>
          <a:solidFill>
            <a:srgbClr val="C2FFBF"/>
          </a:solidFill>
          <a:ln w="38100">
            <a:solidFill>
              <a:srgbClr val="0045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en-US" altLang="ja-JP" sz="2000" b="1">
              <a:solidFill>
                <a:schemeClr val="tx1"/>
              </a:solidFill>
              <a:latin typeface="メイリオ" panose="020B0604030504040204" pitchFamily="50" charset="-128"/>
              <a:ea typeface="メイリオ" panose="020B0604030504040204" pitchFamily="50" charset="-128"/>
            </a:endParaRPr>
          </a:p>
          <a:p>
            <a:pPr algn="ctr"/>
            <a:r>
              <a:rPr kumimoji="1" lang="ja-JP" altLang="en-US" sz="2000" b="1">
                <a:solidFill>
                  <a:schemeClr val="tx1"/>
                </a:solidFill>
                <a:latin typeface="メイリオ" panose="020B0604030504040204" pitchFamily="50" charset="-128"/>
                <a:ea typeface="メイリオ" panose="020B0604030504040204" pitchFamily="50" charset="-128"/>
              </a:rPr>
              <a:t>スクリプト</a:t>
            </a:r>
          </a:p>
        </p:txBody>
      </p:sp>
      <p:sp>
        <p:nvSpPr>
          <p:cNvPr id="7" name="四角形: メモ 6">
            <a:extLst>
              <a:ext uri="{FF2B5EF4-FFF2-40B4-BE49-F238E27FC236}">
                <a16:creationId xmlns:a16="http://schemas.microsoft.com/office/drawing/2014/main" id="{BF281E7D-DC61-5AC6-7A43-BCF4CC02A904}"/>
              </a:ext>
            </a:extLst>
          </p:cNvPr>
          <p:cNvSpPr/>
          <p:nvPr/>
        </p:nvSpPr>
        <p:spPr>
          <a:xfrm>
            <a:off x="1222502" y="3578864"/>
            <a:ext cx="1985082" cy="1434697"/>
          </a:xfrm>
          <a:prstGeom prst="foldedCorner">
            <a:avLst/>
          </a:prstGeom>
          <a:solidFill>
            <a:schemeClr val="bg2">
              <a:lumMod val="20000"/>
              <a:lumOff val="80000"/>
            </a:schemeClr>
          </a:solidFill>
          <a:ln w="3810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en-US" altLang="ja-JP" sz="2000" b="1">
              <a:solidFill>
                <a:schemeClr val="tx1"/>
              </a:solidFill>
              <a:latin typeface="メイリオ" panose="020B0604030504040204" pitchFamily="50" charset="-128"/>
              <a:ea typeface="メイリオ" panose="020B0604030504040204" pitchFamily="50" charset="-128"/>
            </a:endParaRPr>
          </a:p>
          <a:p>
            <a:pPr algn="ctr"/>
            <a:r>
              <a:rPr kumimoji="1" lang="ja-JP" altLang="en-US" sz="2000" b="1">
                <a:solidFill>
                  <a:schemeClr val="tx1"/>
                </a:solidFill>
                <a:latin typeface="メイリオ" panose="020B0604030504040204" pitchFamily="50" charset="-128"/>
                <a:ea typeface="メイリオ" panose="020B0604030504040204" pitchFamily="50" charset="-128"/>
              </a:rPr>
              <a:t>文字起こし</a:t>
            </a:r>
            <a:endParaRPr kumimoji="1" lang="en-US" altLang="ja-JP" sz="2000" b="1">
              <a:solidFill>
                <a:schemeClr val="tx1"/>
              </a:solidFill>
              <a:latin typeface="メイリオ" panose="020B0604030504040204" pitchFamily="50" charset="-128"/>
              <a:ea typeface="メイリオ" panose="020B0604030504040204" pitchFamily="50" charset="-128"/>
            </a:endParaRPr>
          </a:p>
          <a:p>
            <a:pPr algn="ctr"/>
            <a:r>
              <a:rPr lang="en-US" altLang="ja-JP" sz="1600">
                <a:solidFill>
                  <a:schemeClr val="tx1"/>
                </a:solidFill>
                <a:latin typeface="メイリオ" panose="020B0604030504040204" pitchFamily="50" charset="-128"/>
                <a:ea typeface="メイリオ" panose="020B0604030504040204" pitchFamily="50" charset="-128"/>
              </a:rPr>
              <a:t>(meeting_log.txt)</a:t>
            </a:r>
            <a:endParaRPr kumimoji="1" lang="ja-JP" altLang="en-US" sz="1600">
              <a:solidFill>
                <a:schemeClr val="tx1"/>
              </a:solidFill>
              <a:latin typeface="メイリオ" panose="020B0604030504040204" pitchFamily="50" charset="-128"/>
              <a:ea typeface="メイリオ" panose="020B0604030504040204" pitchFamily="50" charset="-128"/>
            </a:endParaRPr>
          </a:p>
        </p:txBody>
      </p:sp>
      <p:sp>
        <p:nvSpPr>
          <p:cNvPr id="8" name="四角形: メモ 7">
            <a:extLst>
              <a:ext uri="{FF2B5EF4-FFF2-40B4-BE49-F238E27FC236}">
                <a16:creationId xmlns:a16="http://schemas.microsoft.com/office/drawing/2014/main" id="{46C5915B-BE6F-BA1B-DCD5-7B463AE41165}"/>
              </a:ext>
            </a:extLst>
          </p:cNvPr>
          <p:cNvSpPr/>
          <p:nvPr/>
        </p:nvSpPr>
        <p:spPr>
          <a:xfrm>
            <a:off x="8874845" y="3621541"/>
            <a:ext cx="2094653" cy="1420761"/>
          </a:xfrm>
          <a:prstGeom prst="foldedCorner">
            <a:avLst/>
          </a:prstGeom>
          <a:solidFill>
            <a:srgbClr val="C2FFBF"/>
          </a:solidFill>
          <a:ln w="38100">
            <a:solidFill>
              <a:srgbClr val="0045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en-US" altLang="ja-JP" sz="2000" b="1">
              <a:solidFill>
                <a:schemeClr val="tx1"/>
              </a:solidFill>
              <a:latin typeface="メイリオ" panose="020B0604030504040204" pitchFamily="50" charset="-128"/>
              <a:ea typeface="メイリオ" panose="020B0604030504040204" pitchFamily="50" charset="-128"/>
            </a:endParaRPr>
          </a:p>
          <a:p>
            <a:pPr algn="ctr"/>
            <a:r>
              <a:rPr lang="ja-JP" altLang="en-US" sz="2000" b="1">
                <a:solidFill>
                  <a:schemeClr val="tx1"/>
                </a:solidFill>
                <a:latin typeface="メイリオ" panose="020B0604030504040204" pitchFamily="50" charset="-128"/>
                <a:ea typeface="メイリオ" panose="020B0604030504040204" pitchFamily="50" charset="-128"/>
              </a:rPr>
              <a:t>議事録</a:t>
            </a:r>
            <a:endParaRPr kumimoji="1" lang="en-US" altLang="ja-JP" sz="2000" b="1">
              <a:solidFill>
                <a:schemeClr val="tx1"/>
              </a:solidFill>
              <a:latin typeface="メイリオ" panose="020B0604030504040204" pitchFamily="50" charset="-128"/>
              <a:ea typeface="メイリオ" panose="020B0604030504040204" pitchFamily="50" charset="-128"/>
            </a:endParaRPr>
          </a:p>
        </p:txBody>
      </p:sp>
      <p:sp>
        <p:nvSpPr>
          <p:cNvPr id="9" name="二等辺三角形 8">
            <a:extLst>
              <a:ext uri="{FF2B5EF4-FFF2-40B4-BE49-F238E27FC236}">
                <a16:creationId xmlns:a16="http://schemas.microsoft.com/office/drawing/2014/main" id="{2D786D18-67C9-758D-6E13-D9677239FD8C}"/>
              </a:ext>
            </a:extLst>
          </p:cNvPr>
          <p:cNvSpPr/>
          <p:nvPr/>
        </p:nvSpPr>
        <p:spPr>
          <a:xfrm rot="5400000">
            <a:off x="5464785" y="4138864"/>
            <a:ext cx="584386" cy="355472"/>
          </a:xfrm>
          <a:prstGeom prst="triangle">
            <a:avLst/>
          </a:prstGeom>
          <a:solidFill>
            <a:schemeClr val="bg2">
              <a:lumMod val="40000"/>
              <a:lumOff val="60000"/>
            </a:schemeClr>
          </a:solidFill>
          <a:ln w="38100">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二等辺三角形 9">
            <a:extLst>
              <a:ext uri="{FF2B5EF4-FFF2-40B4-BE49-F238E27FC236}">
                <a16:creationId xmlns:a16="http://schemas.microsoft.com/office/drawing/2014/main" id="{68290C80-61B3-BBAC-5D44-ACD0481F5B0B}"/>
              </a:ext>
            </a:extLst>
          </p:cNvPr>
          <p:cNvSpPr/>
          <p:nvPr/>
        </p:nvSpPr>
        <p:spPr>
          <a:xfrm rot="5400000">
            <a:off x="8127911" y="4165549"/>
            <a:ext cx="584386" cy="355472"/>
          </a:xfrm>
          <a:prstGeom prst="triangle">
            <a:avLst/>
          </a:prstGeom>
          <a:solidFill>
            <a:srgbClr val="78FF71"/>
          </a:solidFill>
          <a:ln w="38100">
            <a:solidFill>
              <a:srgbClr val="0045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フローチャート: 直接アクセス記憶 10">
            <a:extLst>
              <a:ext uri="{FF2B5EF4-FFF2-40B4-BE49-F238E27FC236}">
                <a16:creationId xmlns:a16="http://schemas.microsoft.com/office/drawing/2014/main" id="{A1EAB9AC-8F38-FDC8-82E6-79B98F36A3B5}"/>
              </a:ext>
            </a:extLst>
          </p:cNvPr>
          <p:cNvSpPr/>
          <p:nvPr/>
        </p:nvSpPr>
        <p:spPr>
          <a:xfrm>
            <a:off x="6096000" y="3621541"/>
            <a:ext cx="1985082" cy="1434698"/>
          </a:xfrm>
          <a:prstGeom prst="flowChartMagneticDrum">
            <a:avLst/>
          </a:prstGeom>
          <a:solidFill>
            <a:schemeClr val="tx2">
              <a:lumMod val="20000"/>
              <a:lumOff val="80000"/>
            </a:schemeClr>
          </a:solidFill>
          <a:ln w="38100">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a:solidFill>
                  <a:schemeClr val="tx1"/>
                </a:solidFill>
                <a:latin typeface="メイリオ" panose="020B0604030504040204" pitchFamily="50" charset="-128"/>
                <a:ea typeface="メイリオ" panose="020B0604030504040204" pitchFamily="50" charset="-128"/>
              </a:rPr>
              <a:t>OpenAI (API)</a:t>
            </a:r>
            <a:endParaRPr kumimoji="1" lang="ja-JP" altLang="en-US" sz="2000" b="1">
              <a:solidFill>
                <a:schemeClr val="tx1"/>
              </a:solidFill>
              <a:latin typeface="メイリオ" panose="020B0604030504040204" pitchFamily="50" charset="-128"/>
              <a:ea typeface="メイリオ" panose="020B0604030504040204" pitchFamily="50" charset="-128"/>
            </a:endParaRPr>
          </a:p>
        </p:txBody>
      </p:sp>
      <p:sp>
        <p:nvSpPr>
          <p:cNvPr id="12" name="四角形: メモ 11">
            <a:extLst>
              <a:ext uri="{FF2B5EF4-FFF2-40B4-BE49-F238E27FC236}">
                <a16:creationId xmlns:a16="http://schemas.microsoft.com/office/drawing/2014/main" id="{20098562-29DC-B1F1-58F4-C9EF1A7F0EBC}"/>
              </a:ext>
            </a:extLst>
          </p:cNvPr>
          <p:cNvSpPr/>
          <p:nvPr/>
        </p:nvSpPr>
        <p:spPr>
          <a:xfrm>
            <a:off x="3317156" y="3578864"/>
            <a:ext cx="2094655" cy="1434697"/>
          </a:xfrm>
          <a:prstGeom prst="foldedCorner">
            <a:avLst/>
          </a:prstGeom>
          <a:solidFill>
            <a:schemeClr val="bg2">
              <a:lumMod val="20000"/>
              <a:lumOff val="80000"/>
            </a:schemeClr>
          </a:solidFill>
          <a:ln w="3810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2000" b="1">
              <a:solidFill>
                <a:schemeClr val="tx1"/>
              </a:solidFill>
              <a:latin typeface="メイリオ" panose="020B0604030504040204" pitchFamily="50" charset="-128"/>
              <a:ea typeface="メイリオ" panose="020B0604030504040204" pitchFamily="50" charset="-128"/>
            </a:endParaRPr>
          </a:p>
          <a:p>
            <a:pPr algn="ctr"/>
            <a:r>
              <a:rPr kumimoji="1" lang="ja-JP" altLang="en-US" sz="2000" b="1">
                <a:solidFill>
                  <a:schemeClr val="tx1"/>
                </a:solidFill>
                <a:latin typeface="メイリオ" panose="020B0604030504040204" pitchFamily="50" charset="-128"/>
                <a:ea typeface="メイリオ" panose="020B0604030504040204" pitchFamily="50" charset="-128"/>
              </a:rPr>
              <a:t>フォーマット</a:t>
            </a:r>
            <a:endParaRPr kumimoji="1" lang="en-US" altLang="ja-JP" sz="2000" b="1">
              <a:solidFill>
                <a:schemeClr val="tx1"/>
              </a:solidFill>
              <a:latin typeface="メイリオ" panose="020B0604030504040204" pitchFamily="50" charset="-128"/>
              <a:ea typeface="メイリオ" panose="020B0604030504040204" pitchFamily="50" charset="-128"/>
            </a:endParaRPr>
          </a:p>
          <a:p>
            <a:pPr algn="ctr"/>
            <a:r>
              <a:rPr lang="en-US" altLang="ja-JP" sz="1600">
                <a:solidFill>
                  <a:schemeClr val="tx1"/>
                </a:solidFill>
                <a:latin typeface="メイリオ" panose="020B0604030504040204" pitchFamily="50" charset="-128"/>
                <a:ea typeface="メイリオ" panose="020B0604030504040204" pitchFamily="50" charset="-128"/>
              </a:rPr>
              <a:t>(</a:t>
            </a:r>
            <a:r>
              <a:rPr lang="en-US" altLang="ja-JP" sz="1600" err="1">
                <a:solidFill>
                  <a:schemeClr val="tx1"/>
                </a:solidFill>
                <a:latin typeface="メイリオ" panose="020B0604030504040204" pitchFamily="50" charset="-128"/>
                <a:ea typeface="メイリオ" panose="020B0604030504040204" pitchFamily="50" charset="-128"/>
              </a:rPr>
              <a:t>meeting_log</a:t>
            </a:r>
            <a:r>
              <a:rPr lang="en-US" altLang="ja-JP" sz="1600">
                <a:solidFill>
                  <a:schemeClr val="tx1"/>
                </a:solidFill>
                <a:latin typeface="メイリオ" panose="020B0604030504040204" pitchFamily="50" charset="-128"/>
                <a:ea typeface="メイリオ" panose="020B0604030504040204" pitchFamily="50" charset="-128"/>
              </a:rPr>
              <a:t>_</a:t>
            </a:r>
          </a:p>
          <a:p>
            <a:pPr algn="ctr"/>
            <a:r>
              <a:rPr lang="en-US" altLang="ja-JP" sz="1600">
                <a:solidFill>
                  <a:schemeClr val="tx1"/>
                </a:solidFill>
                <a:latin typeface="メイリオ" panose="020B0604030504040204" pitchFamily="50" charset="-128"/>
                <a:ea typeface="メイリオ" panose="020B0604030504040204" pitchFamily="50" charset="-128"/>
              </a:rPr>
              <a:t>format.md)</a:t>
            </a:r>
            <a:endParaRPr kumimoji="1" lang="ja-JP" altLang="en-US" sz="1600">
              <a:solidFill>
                <a:schemeClr val="tx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023428289"/>
      </p:ext>
    </p:extLst>
  </p:cSld>
  <p:clrMapOvr>
    <a:masterClrMapping/>
  </p:clrMapOvr>
  <p:extLst>
    <p:ext uri="{6950BFC3-D8DA-4A85-94F7-54DA5524770B}">
      <p188:commentRel xmlns:p188="http://schemas.microsoft.com/office/powerpoint/2018/8/main" r:id="rId2"/>
    </p:ext>
  </p:extLs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E6D6A-96ED-0A40-3115-107089AB9D8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F5233E3-6771-8296-A120-25898EE84E78}"/>
              </a:ext>
            </a:extLst>
          </p:cNvPr>
          <p:cNvSpPr>
            <a:spLocks noGrp="1"/>
          </p:cNvSpPr>
          <p:nvPr>
            <p:ph type="title"/>
          </p:nvPr>
        </p:nvSpPr>
        <p:spPr>
          <a:xfrm>
            <a:off x="759541" y="535713"/>
            <a:ext cx="11098162" cy="503555"/>
          </a:xfrm>
        </p:spPr>
        <p:txBody>
          <a:bodyPr/>
          <a:lstStyle/>
          <a:p>
            <a:r>
              <a:rPr lang="ja-JP" altLang="en-US" b="1">
                <a:solidFill>
                  <a:schemeClr val="tx2"/>
                </a:solidFill>
                <a:latin typeface="メイリオ" panose="020B0604030504040204" pitchFamily="50" charset="-128"/>
                <a:ea typeface="メイリオ" panose="020B0604030504040204" pitchFamily="50" charset="-128"/>
              </a:rPr>
              <a:t>研修④：スクリプト作成：</a:t>
            </a:r>
            <a:r>
              <a:rPr lang="en-US" altLang="ja-JP" b="1">
                <a:solidFill>
                  <a:schemeClr val="tx2"/>
                </a:solidFill>
                <a:latin typeface="メイリオ" panose="020B0604030504040204" pitchFamily="50" charset="-128"/>
                <a:ea typeface="メイリオ" panose="020B0604030504040204" pitchFamily="50" charset="-128"/>
              </a:rPr>
              <a:t>AI</a:t>
            </a:r>
            <a:r>
              <a:rPr lang="ja-JP" altLang="en-US" b="1">
                <a:solidFill>
                  <a:schemeClr val="tx2"/>
                </a:solidFill>
                <a:latin typeface="メイリオ" panose="020B0604030504040204" pitchFamily="50" charset="-128"/>
                <a:ea typeface="メイリオ" panose="020B0604030504040204" pitchFamily="50" charset="-128"/>
              </a:rPr>
              <a:t>を活用したテスト結果の分析</a:t>
            </a:r>
            <a:endParaRPr lang="ja-JP" altLang="en-US" b="1">
              <a:latin typeface="メイリオ" panose="020B0604030504040204" pitchFamily="50" charset="-128"/>
              <a:ea typeface="メイリオ" panose="020B0604030504040204" pitchFamily="50" charset="-128"/>
            </a:endParaRPr>
          </a:p>
        </p:txBody>
      </p:sp>
      <p:sp>
        <p:nvSpPr>
          <p:cNvPr id="4" name="スライド番号プレースホルダー 3">
            <a:extLst>
              <a:ext uri="{FF2B5EF4-FFF2-40B4-BE49-F238E27FC236}">
                <a16:creationId xmlns:a16="http://schemas.microsoft.com/office/drawing/2014/main" id="{9C0C4AEC-940A-DD5D-CBEE-EEDA7E6409FA}"/>
              </a:ext>
            </a:extLst>
          </p:cNvPr>
          <p:cNvSpPr>
            <a:spLocks noGrp="1"/>
          </p:cNvSpPr>
          <p:nvPr>
            <p:ph type="sldNum" sz="quarter" idx="12"/>
          </p:nvPr>
        </p:nvSpPr>
        <p:spPr/>
        <p:txBody>
          <a:bodyPr/>
          <a:lstStyle/>
          <a:p>
            <a:fld id="{AEA9F59F-5AEA-DB42-A066-0EDE44B4D5E7}" type="slidenum">
              <a:rPr lang="ja-JP" altLang="en-US" smtClean="0"/>
              <a:pPr/>
              <a:t>41</a:t>
            </a:fld>
            <a:endParaRPr lang="ja-JP" altLang="en-US"/>
          </a:p>
        </p:txBody>
      </p:sp>
      <p:sp>
        <p:nvSpPr>
          <p:cNvPr id="5" name="タイトル 1">
            <a:extLst>
              <a:ext uri="{FF2B5EF4-FFF2-40B4-BE49-F238E27FC236}">
                <a16:creationId xmlns:a16="http://schemas.microsoft.com/office/drawing/2014/main" id="{A45F469E-5283-D1CF-89D4-7069702677AC}"/>
              </a:ext>
            </a:extLst>
          </p:cNvPr>
          <p:cNvSpPr txBox="1">
            <a:spLocks/>
          </p:cNvSpPr>
          <p:nvPr/>
        </p:nvSpPr>
        <p:spPr>
          <a:xfrm>
            <a:off x="1431823" y="1504335"/>
            <a:ext cx="9328354" cy="459166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3200" b="0" i="0" kern="1200">
                <a:solidFill>
                  <a:srgbClr val="004098"/>
                </a:solidFill>
                <a:latin typeface="Yu Gothic Medium" panose="020B0400000000000000" pitchFamily="34" charset="-128"/>
                <a:ea typeface="Yu Gothic Medium" panose="020B0400000000000000" pitchFamily="34" charset="-128"/>
                <a:cs typeface="+mj-cs"/>
              </a:defRPr>
            </a:lvl1pPr>
          </a:lstStyle>
          <a:p>
            <a:pPr>
              <a:lnSpc>
                <a:spcPct val="150000"/>
              </a:lnSpc>
            </a:pPr>
            <a:r>
              <a:rPr lang="ja-JP" altLang="en-US" sz="2000" b="1">
                <a:solidFill>
                  <a:schemeClr val="tx1"/>
                </a:solidFill>
                <a:latin typeface="メイリオ" panose="020B0604030504040204" pitchFamily="50" charset="-128"/>
                <a:ea typeface="メイリオ" panose="020B0604030504040204" pitchFamily="50" charset="-128"/>
              </a:rPr>
              <a:t>例題④</a:t>
            </a:r>
            <a:r>
              <a:rPr lang="ja-JP" altLang="en-US" sz="2000">
                <a:solidFill>
                  <a:schemeClr val="tx1"/>
                </a:solidFill>
                <a:latin typeface="メイリオ" panose="020B0604030504040204" pitchFamily="50" charset="-128"/>
                <a:ea typeface="メイリオ" panose="020B0604030504040204" pitchFamily="50" charset="-128"/>
              </a:rPr>
              <a:t>：教材ファイル</a:t>
            </a:r>
            <a:r>
              <a:rPr lang="en-US" altLang="ja-JP" sz="2000">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en-US" altLang="ja-JP" sz="2000" err="1">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rPr>
              <a:t>report.json</a:t>
            </a:r>
            <a:r>
              <a:rPr lang="en-US" altLang="ja-JP" sz="2000">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ja-JP" altLang="en-US" sz="2000">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を入力として受けつけ、</a:t>
            </a:r>
            <a:br>
              <a:rPr lang="en-US" altLang="ja-JP" sz="2000">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br>
            <a:r>
              <a:rPr lang="ja-JP" altLang="en-US" sz="2000">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　　　　下記の要件を含む報告書を出力する</a:t>
            </a:r>
            <a:r>
              <a:rPr lang="en-US" altLang="ja-JP" sz="2000">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python</a:t>
            </a:r>
            <a:r>
              <a:rPr lang="ja-JP" altLang="en-US" sz="2000">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スクリプトを実装せよ。</a:t>
            </a:r>
            <a:endParaRPr lang="en-US" altLang="ja-JP" sz="2000">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endParaRPr>
          </a:p>
          <a:p>
            <a:pPr>
              <a:lnSpc>
                <a:spcPct val="150000"/>
              </a:lnSpc>
            </a:pPr>
            <a:r>
              <a:rPr lang="ja-JP" altLang="en-US" sz="2000">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　　　　また、フォーマットの指定に用いる</a:t>
            </a:r>
            <a:r>
              <a:rPr lang="en-US" altLang="ja-JP" sz="2000">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md</a:t>
            </a:r>
            <a:r>
              <a:rPr lang="ja-JP" altLang="en-US" sz="2000">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ファイルを別途作成し</a:t>
            </a:r>
            <a:br>
              <a:rPr lang="en-US" altLang="ja-JP" sz="2000">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br>
            <a:r>
              <a:rPr lang="ja-JP" altLang="en-US" sz="2000">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　　　　それも提出せよ。</a:t>
            </a:r>
            <a:br>
              <a:rPr lang="en-US" altLang="ja-JP" sz="2000">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br>
            <a:r>
              <a:rPr lang="ja-JP" altLang="en-US" sz="2000">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　　　　</a:t>
            </a:r>
            <a:endParaRPr lang="en-US" altLang="ja-JP" sz="2000">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endParaRPr>
          </a:p>
          <a:p>
            <a:pPr>
              <a:lnSpc>
                <a:spcPct val="150000"/>
              </a:lnSpc>
            </a:pPr>
            <a:r>
              <a:rPr lang="ja-JP" altLang="en-US" sz="2000" b="1">
                <a:solidFill>
                  <a:schemeClr val="tx1"/>
                </a:solidFill>
                <a:latin typeface="メイリオ" panose="020B0604030504040204" pitchFamily="50" charset="-128"/>
                <a:ea typeface="メイリオ" panose="020B0604030504040204" pitchFamily="50" charset="-128"/>
              </a:rPr>
              <a:t>要件</a:t>
            </a:r>
            <a:r>
              <a:rPr lang="ja-JP" altLang="en-US" sz="2000">
                <a:solidFill>
                  <a:schemeClr val="tx1"/>
                </a:solidFill>
                <a:latin typeface="メイリオ" panose="020B0604030504040204" pitchFamily="50" charset="-128"/>
                <a:ea typeface="メイリオ" panose="020B0604030504040204" pitchFamily="50" charset="-128"/>
              </a:rPr>
              <a:t>：</a:t>
            </a:r>
          </a:p>
          <a:p>
            <a:pPr marL="914400" lvl="1" indent="-457200">
              <a:lnSpc>
                <a:spcPct val="150000"/>
              </a:lnSpc>
              <a:buFont typeface="Arial" panose="020B0604020202020204" pitchFamily="34" charset="0"/>
              <a:buChar char="•"/>
            </a:pPr>
            <a:r>
              <a:rPr lang="ja-JP" altLang="en-US">
                <a:latin typeface="メイリオ" panose="020B0604030504040204" pitchFamily="50" charset="-128"/>
                <a:ea typeface="メイリオ" panose="020B0604030504040204" pitchFamily="50" charset="-128"/>
              </a:rPr>
              <a:t>実行結果に関する簡単な概要</a:t>
            </a:r>
            <a:r>
              <a:rPr lang="en-US" altLang="ja-JP">
                <a:latin typeface="メイリオ" panose="020B0604030504040204" pitchFamily="50" charset="-128"/>
                <a:ea typeface="メイリオ" panose="020B0604030504040204" pitchFamily="50" charset="-128"/>
              </a:rPr>
              <a:t>(</a:t>
            </a:r>
            <a:r>
              <a:rPr lang="ja-JP" altLang="en-US">
                <a:latin typeface="メイリオ" panose="020B0604030504040204" pitchFamily="50" charset="-128"/>
                <a:ea typeface="メイリオ" panose="020B0604030504040204" pitchFamily="50" charset="-128"/>
              </a:rPr>
              <a:t>実行件数、成功</a:t>
            </a:r>
            <a:r>
              <a:rPr lang="en-US" altLang="ja-JP">
                <a:latin typeface="メイリオ" panose="020B0604030504040204" pitchFamily="50" charset="-128"/>
                <a:ea typeface="メイリオ" panose="020B0604030504040204" pitchFamily="50" charset="-128"/>
              </a:rPr>
              <a:t>/</a:t>
            </a:r>
            <a:r>
              <a:rPr lang="ja-JP" altLang="en-US">
                <a:latin typeface="メイリオ" panose="020B0604030504040204" pitchFamily="50" charset="-128"/>
                <a:ea typeface="メイリオ" panose="020B0604030504040204" pitchFamily="50" charset="-128"/>
              </a:rPr>
              <a:t>失敗の大まかな傾向</a:t>
            </a:r>
            <a:r>
              <a:rPr lang="en-US" altLang="ja-JP">
                <a:latin typeface="メイリオ" panose="020B0604030504040204" pitchFamily="50" charset="-128"/>
                <a:ea typeface="メイリオ" panose="020B0604030504040204" pitchFamily="50" charset="-128"/>
              </a:rPr>
              <a:t>)</a:t>
            </a:r>
          </a:p>
          <a:p>
            <a:pPr marL="914400" lvl="1" indent="-457200">
              <a:lnSpc>
                <a:spcPct val="150000"/>
              </a:lnSpc>
              <a:buFont typeface="Arial" panose="020B0604020202020204" pitchFamily="34" charset="0"/>
              <a:buChar char="•"/>
            </a:pPr>
            <a:r>
              <a:rPr lang="ja-JP" altLang="en-US">
                <a:solidFill>
                  <a:schemeClr val="tx1"/>
                </a:solidFill>
                <a:latin typeface="メイリオ" panose="020B0604030504040204" pitchFamily="50" charset="-128"/>
                <a:ea typeface="メイリオ" panose="020B0604030504040204" pitchFamily="50" charset="-128"/>
              </a:rPr>
              <a:t>失敗したテストケース</a:t>
            </a:r>
            <a:r>
              <a:rPr lang="ja-JP" altLang="en-US">
                <a:latin typeface="メイリオ" panose="020B0604030504040204" pitchFamily="50" charset="-128"/>
                <a:ea typeface="メイリオ" panose="020B0604030504040204" pitchFamily="50" charset="-128"/>
              </a:rPr>
              <a:t>に対する原因分析</a:t>
            </a:r>
            <a:endParaRPr lang="en-US" altLang="ja-JP">
              <a:latin typeface="メイリオ" panose="020B0604030504040204" pitchFamily="50" charset="-128"/>
              <a:ea typeface="メイリオ" panose="020B0604030504040204" pitchFamily="50" charset="-128"/>
            </a:endParaRPr>
          </a:p>
          <a:p>
            <a:pPr marL="914400" lvl="1" indent="-457200">
              <a:lnSpc>
                <a:spcPct val="150000"/>
              </a:lnSpc>
              <a:buFont typeface="Arial" panose="020B0604020202020204" pitchFamily="34" charset="0"/>
              <a:buChar char="•"/>
            </a:pPr>
            <a:r>
              <a:rPr lang="ja-JP" altLang="en-US">
                <a:solidFill>
                  <a:schemeClr val="tx1"/>
                </a:solidFill>
                <a:latin typeface="メイリオ" panose="020B0604030504040204" pitchFamily="50" charset="-128"/>
                <a:ea typeface="メイリオ" panose="020B0604030504040204" pitchFamily="50" charset="-128"/>
              </a:rPr>
              <a:t>今後開発者・テスト担当者が起こすべきネクストアクション</a:t>
            </a:r>
            <a:endParaRPr lang="ja-JP" altLang="en-US" sz="2000">
              <a:solidFill>
                <a:schemeClr val="tx1"/>
              </a:solidFill>
              <a:latin typeface="メイリオ" panose="020B0604030504040204" pitchFamily="50" charset="-128"/>
              <a:ea typeface="メイリオ" panose="020B0604030504040204" pitchFamily="50" charset="-128"/>
            </a:endParaRPr>
          </a:p>
          <a:p>
            <a:pPr marL="914400" lvl="1" indent="-457200">
              <a:lnSpc>
                <a:spcPct val="150000"/>
              </a:lnSpc>
              <a:buFont typeface="Arial" panose="020B0604020202020204" pitchFamily="34" charset="0"/>
              <a:buChar char="•"/>
            </a:pPr>
            <a:endParaRPr lang="en-US" altLang="ja-JP">
              <a:solidFill>
                <a:schemeClr val="tx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994484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F1834-8ECA-B1E6-5834-E8F956773D7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E31B6C0-CA29-7383-EF1A-86D487AC2C63}"/>
              </a:ext>
            </a:extLst>
          </p:cNvPr>
          <p:cNvSpPr>
            <a:spLocks noGrp="1"/>
          </p:cNvSpPr>
          <p:nvPr>
            <p:ph type="title"/>
          </p:nvPr>
        </p:nvSpPr>
        <p:spPr>
          <a:xfrm>
            <a:off x="759541" y="535713"/>
            <a:ext cx="11098162" cy="503555"/>
          </a:xfrm>
        </p:spPr>
        <p:txBody>
          <a:bodyPr/>
          <a:lstStyle/>
          <a:p>
            <a:r>
              <a:rPr lang="ja-JP" altLang="en-US" b="1">
                <a:solidFill>
                  <a:schemeClr val="tx2"/>
                </a:solidFill>
                <a:latin typeface="メイリオ" panose="020B0604030504040204" pitchFamily="50" charset="-128"/>
                <a:ea typeface="メイリオ" panose="020B0604030504040204" pitchFamily="50" charset="-128"/>
              </a:rPr>
              <a:t>研修④：スクリプト作成：</a:t>
            </a:r>
            <a:r>
              <a:rPr lang="en-US" altLang="ja-JP" b="1">
                <a:solidFill>
                  <a:schemeClr val="tx2"/>
                </a:solidFill>
                <a:latin typeface="メイリオ" panose="020B0604030504040204" pitchFamily="50" charset="-128"/>
                <a:ea typeface="メイリオ" panose="020B0604030504040204" pitchFamily="50" charset="-128"/>
              </a:rPr>
              <a:t>AI</a:t>
            </a:r>
            <a:r>
              <a:rPr lang="ja-JP" altLang="en-US" b="1">
                <a:solidFill>
                  <a:schemeClr val="tx2"/>
                </a:solidFill>
                <a:latin typeface="メイリオ" panose="020B0604030504040204" pitchFamily="50" charset="-128"/>
                <a:ea typeface="メイリオ" panose="020B0604030504040204" pitchFamily="50" charset="-128"/>
              </a:rPr>
              <a:t>を活用したテスト結果の分析</a:t>
            </a:r>
            <a:endParaRPr lang="ja-JP" altLang="en-US" b="1">
              <a:latin typeface="メイリオ" panose="020B0604030504040204" pitchFamily="50" charset="-128"/>
              <a:ea typeface="メイリオ" panose="020B0604030504040204" pitchFamily="50" charset="-128"/>
            </a:endParaRPr>
          </a:p>
        </p:txBody>
      </p:sp>
      <p:sp>
        <p:nvSpPr>
          <p:cNvPr id="4" name="スライド番号プレースホルダー 3">
            <a:extLst>
              <a:ext uri="{FF2B5EF4-FFF2-40B4-BE49-F238E27FC236}">
                <a16:creationId xmlns:a16="http://schemas.microsoft.com/office/drawing/2014/main" id="{F198F593-AD71-3E92-928A-44DAD1CE9D45}"/>
              </a:ext>
            </a:extLst>
          </p:cNvPr>
          <p:cNvSpPr>
            <a:spLocks noGrp="1"/>
          </p:cNvSpPr>
          <p:nvPr>
            <p:ph type="sldNum" sz="quarter" idx="12"/>
          </p:nvPr>
        </p:nvSpPr>
        <p:spPr/>
        <p:txBody>
          <a:bodyPr/>
          <a:lstStyle/>
          <a:p>
            <a:fld id="{AEA9F59F-5AEA-DB42-A066-0EDE44B4D5E7}" type="slidenum">
              <a:rPr lang="ja-JP" altLang="en-US" smtClean="0"/>
              <a:pPr/>
              <a:t>42</a:t>
            </a:fld>
            <a:endParaRPr lang="ja-JP" altLang="en-US"/>
          </a:p>
        </p:txBody>
      </p:sp>
      <p:sp>
        <p:nvSpPr>
          <p:cNvPr id="3" name="正方形/長方形 2">
            <a:extLst>
              <a:ext uri="{FF2B5EF4-FFF2-40B4-BE49-F238E27FC236}">
                <a16:creationId xmlns:a16="http://schemas.microsoft.com/office/drawing/2014/main" id="{3373E9D4-B97E-A2E2-4688-FC2136A2F1C5}"/>
              </a:ext>
            </a:extLst>
          </p:cNvPr>
          <p:cNvSpPr/>
          <p:nvPr/>
        </p:nvSpPr>
        <p:spPr>
          <a:xfrm>
            <a:off x="889819" y="1843656"/>
            <a:ext cx="10412362" cy="1184679"/>
          </a:xfrm>
          <a:prstGeom prst="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kumimoji="1" lang="ja-JP" altLang="en-US">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配布ファイル</a:t>
            </a:r>
            <a:r>
              <a:rPr kumimoji="1" lang="en-US" altLang="ja-JP">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a:t>
            </a:r>
            <a:r>
              <a:rPr kumimoji="1" lang="en-US" altLang="ja-JP">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rPr>
              <a:t>example04_answer.py</a:t>
            </a:r>
            <a:r>
              <a:rPr kumimoji="1" lang="en-US" altLang="ja-JP">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a:t>
            </a:r>
            <a:r>
              <a:rPr kumimoji="1" lang="ja-JP" altLang="en-US">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を参照のこと</a:t>
            </a:r>
          </a:p>
        </p:txBody>
      </p:sp>
      <p:sp>
        <p:nvSpPr>
          <p:cNvPr id="6" name="タイトル 1">
            <a:extLst>
              <a:ext uri="{FF2B5EF4-FFF2-40B4-BE49-F238E27FC236}">
                <a16:creationId xmlns:a16="http://schemas.microsoft.com/office/drawing/2014/main" id="{368F373C-A340-F315-F760-B2F11B8F4C11}"/>
              </a:ext>
            </a:extLst>
          </p:cNvPr>
          <p:cNvSpPr txBox="1">
            <a:spLocks/>
          </p:cNvSpPr>
          <p:nvPr/>
        </p:nvSpPr>
        <p:spPr>
          <a:xfrm>
            <a:off x="889819" y="2992189"/>
            <a:ext cx="10515600" cy="308414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3200" b="0" i="0" kern="1200">
                <a:solidFill>
                  <a:srgbClr val="004098"/>
                </a:solidFill>
                <a:latin typeface="Yu Gothic Medium" panose="020B0400000000000000" pitchFamily="34" charset="-128"/>
                <a:ea typeface="Yu Gothic Medium" panose="020B0400000000000000" pitchFamily="34" charset="-128"/>
                <a:cs typeface="+mj-cs"/>
              </a:defRPr>
            </a:lvl1pPr>
          </a:lstStyle>
          <a:p>
            <a:pPr>
              <a:lnSpc>
                <a:spcPct val="150000"/>
              </a:lnSpc>
            </a:pPr>
            <a:r>
              <a:rPr lang="ja-JP" altLang="en-US" sz="2400" b="1">
                <a:solidFill>
                  <a:schemeClr val="tx1"/>
                </a:solidFill>
                <a:latin typeface="メイリオ" panose="020B0604030504040204" pitchFamily="50" charset="-128"/>
                <a:ea typeface="メイリオ" panose="020B0604030504040204" pitchFamily="50" charset="-128"/>
              </a:rPr>
              <a:t>確認ポイント</a:t>
            </a:r>
            <a:endParaRPr lang="en-US" altLang="ja-JP" sz="2400">
              <a:solidFill>
                <a:schemeClr val="tx1"/>
              </a:solidFill>
              <a:latin typeface="メイリオ" panose="020B0604030504040204" pitchFamily="50" charset="-128"/>
              <a:ea typeface="メイリオ" panose="020B0604030504040204" pitchFamily="50" charset="-128"/>
            </a:endParaRPr>
          </a:p>
          <a:p>
            <a:pPr marL="914400" lvl="1" indent="-457200">
              <a:lnSpc>
                <a:spcPct val="150000"/>
              </a:lnSpc>
              <a:buFont typeface="Arial" panose="020B0604020202020204" pitchFamily="34" charset="0"/>
              <a:buChar char="•"/>
            </a:pPr>
            <a:r>
              <a:rPr lang="en-US" altLang="ja-JP" sz="1600">
                <a:solidFill>
                  <a:schemeClr val="tx1"/>
                </a:solidFill>
                <a:latin typeface="メイリオ" panose="020B0604030504040204" pitchFamily="50" charset="-128"/>
                <a:ea typeface="メイリオ" panose="020B0604030504040204" pitchFamily="50" charset="-128"/>
              </a:rPr>
              <a:t>requests</a:t>
            </a:r>
            <a:r>
              <a:rPr lang="ja-JP" altLang="en-US" sz="1600">
                <a:solidFill>
                  <a:schemeClr val="tx1"/>
                </a:solidFill>
                <a:latin typeface="メイリオ" panose="020B0604030504040204" pitchFamily="50" charset="-128"/>
                <a:ea typeface="メイリオ" panose="020B0604030504040204" pitchFamily="50" charset="-128"/>
              </a:rPr>
              <a:t>パッケージを使用し、適切に</a:t>
            </a:r>
            <a:r>
              <a:rPr lang="en-US" altLang="ja-JP" sz="1600">
                <a:solidFill>
                  <a:schemeClr val="tx1"/>
                </a:solidFill>
                <a:latin typeface="メイリオ" panose="020B0604030504040204" pitchFamily="50" charset="-128"/>
                <a:ea typeface="メイリオ" panose="020B0604030504040204" pitchFamily="50" charset="-128"/>
              </a:rPr>
              <a:t>http</a:t>
            </a:r>
            <a:r>
              <a:rPr lang="ja-JP" altLang="en-US" sz="1600">
                <a:solidFill>
                  <a:schemeClr val="tx1"/>
                </a:solidFill>
                <a:latin typeface="メイリオ" panose="020B0604030504040204" pitchFamily="50" charset="-128"/>
                <a:ea typeface="メイリオ" panose="020B0604030504040204" pitchFamily="50" charset="-128"/>
              </a:rPr>
              <a:t>リクエストを送信できているか</a:t>
            </a:r>
            <a:endParaRPr lang="en-US" altLang="ja-JP" sz="1600">
              <a:solidFill>
                <a:schemeClr val="tx1"/>
              </a:solidFill>
              <a:latin typeface="メイリオ" panose="020B0604030504040204" pitchFamily="50" charset="-128"/>
              <a:ea typeface="メイリオ" panose="020B0604030504040204" pitchFamily="50" charset="-128"/>
            </a:endParaRPr>
          </a:p>
          <a:p>
            <a:pPr marL="1371600" lvl="2" indent="-457200">
              <a:lnSpc>
                <a:spcPct val="150000"/>
              </a:lnSpc>
              <a:buFont typeface="Arial" panose="020B0604020202020204" pitchFamily="34" charset="0"/>
              <a:buChar char="•"/>
            </a:pPr>
            <a:r>
              <a:rPr lang="en-US" altLang="ja-JP" sz="1600">
                <a:latin typeface="メイリオ" panose="020B0604030504040204" pitchFamily="50" charset="-128"/>
                <a:ea typeface="メイリオ" panose="020B0604030504040204" pitchFamily="50" charset="-128"/>
              </a:rPr>
              <a:t>(OpenAI API</a:t>
            </a:r>
            <a:r>
              <a:rPr lang="ja-JP" altLang="en-US" sz="1600">
                <a:latin typeface="メイリオ" panose="020B0604030504040204" pitchFamily="50" charset="-128"/>
                <a:ea typeface="メイリオ" panose="020B0604030504040204" pitchFamily="50" charset="-128"/>
              </a:rPr>
              <a:t>のリファレンスを</a:t>
            </a:r>
            <a:r>
              <a:rPr lang="ja-JP" altLang="en-US" sz="1600">
                <a:solidFill>
                  <a:schemeClr val="tx1"/>
                </a:solidFill>
                <a:latin typeface="メイリオ" panose="020B0604030504040204" pitchFamily="50" charset="-128"/>
                <a:ea typeface="メイリオ" panose="020B0604030504040204" pitchFamily="50" charset="-128"/>
              </a:rPr>
              <a:t>理解できているか</a:t>
            </a:r>
            <a:r>
              <a:rPr lang="en-US" altLang="ja-JP" sz="1600">
                <a:solidFill>
                  <a:schemeClr val="tx1"/>
                </a:solidFill>
                <a:latin typeface="メイリオ" panose="020B0604030504040204" pitchFamily="50" charset="-128"/>
                <a:ea typeface="メイリオ" panose="020B0604030504040204" pitchFamily="50" charset="-128"/>
              </a:rPr>
              <a:t>)</a:t>
            </a:r>
          </a:p>
          <a:p>
            <a:pPr marL="914400" lvl="1" indent="-457200">
              <a:lnSpc>
                <a:spcPct val="150000"/>
              </a:lnSpc>
              <a:buFont typeface="Arial" panose="020B0604020202020204" pitchFamily="34" charset="0"/>
              <a:buChar char="•"/>
            </a:pPr>
            <a:r>
              <a:rPr lang="ja-JP" altLang="en-US" sz="1600" b="1">
                <a:latin typeface="メイリオ" panose="020B0604030504040204" pitchFamily="50" charset="-128"/>
                <a:ea typeface="メイリオ" panose="020B0604030504040204" pitchFamily="50" charset="-128"/>
              </a:rPr>
              <a:t>生成されたレポートをファイルとして出力する処理</a:t>
            </a:r>
            <a:r>
              <a:rPr lang="ja-JP" altLang="en-US" sz="1600">
                <a:latin typeface="メイリオ" panose="020B0604030504040204" pitchFamily="50" charset="-128"/>
                <a:ea typeface="メイリオ" panose="020B0604030504040204" pitchFamily="50" charset="-128"/>
              </a:rPr>
              <a:t>を実装できているか</a:t>
            </a:r>
            <a:endParaRPr lang="en-US" altLang="ja-JP" sz="1600">
              <a:latin typeface="メイリオ" panose="020B0604030504040204" pitchFamily="50" charset="-128"/>
              <a:ea typeface="メイリオ" panose="020B0604030504040204" pitchFamily="50" charset="-128"/>
            </a:endParaRPr>
          </a:p>
          <a:p>
            <a:pPr marL="914400" lvl="1" indent="-457200">
              <a:lnSpc>
                <a:spcPct val="150000"/>
              </a:lnSpc>
              <a:buFont typeface="Arial" panose="020B0604020202020204" pitchFamily="34" charset="0"/>
              <a:buChar char="•"/>
            </a:pPr>
            <a:r>
              <a:rPr lang="ja-JP" altLang="en-US" sz="1600">
                <a:latin typeface="メイリオ" panose="020B0604030504040204" pitchFamily="50" charset="-128"/>
                <a:ea typeface="メイリオ" panose="020B0604030504040204" pitchFamily="50" charset="-128"/>
              </a:rPr>
              <a:t>内容が十分なレポートを出力できる</a:t>
            </a:r>
            <a:r>
              <a:rPr lang="ja-JP" altLang="en-US" sz="1600" b="1">
                <a:latin typeface="メイリオ" panose="020B0604030504040204" pitchFamily="50" charset="-128"/>
                <a:ea typeface="メイリオ" panose="020B0604030504040204" pitchFamily="50" charset="-128"/>
              </a:rPr>
              <a:t>プロンプト</a:t>
            </a:r>
            <a:r>
              <a:rPr lang="en-US" altLang="ja-JP" sz="1600" b="1">
                <a:latin typeface="メイリオ" panose="020B0604030504040204" pitchFamily="50" charset="-128"/>
                <a:ea typeface="メイリオ" panose="020B0604030504040204" pitchFamily="50" charset="-128"/>
              </a:rPr>
              <a:t>/</a:t>
            </a:r>
            <a:r>
              <a:rPr lang="ja-JP" altLang="en-US" sz="1600" b="1">
                <a:latin typeface="メイリオ" panose="020B0604030504040204" pitchFamily="50" charset="-128"/>
                <a:ea typeface="メイリオ" panose="020B0604030504040204" pitchFamily="50" charset="-128"/>
              </a:rPr>
              <a:t>フォーマットを指定</a:t>
            </a:r>
            <a:r>
              <a:rPr lang="ja-JP" altLang="en-US" sz="1600">
                <a:latin typeface="メイリオ" panose="020B0604030504040204" pitchFamily="50" charset="-128"/>
                <a:ea typeface="メイリオ" panose="020B0604030504040204" pitchFamily="50" charset="-128"/>
              </a:rPr>
              <a:t>できているか</a:t>
            </a:r>
            <a:endParaRPr lang="en-US" altLang="ja-JP" sz="160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853192213"/>
      </p:ext>
    </p:extLst>
  </p:cSld>
  <p:clrMapOvr>
    <a:masterClrMapping/>
  </p:clrMapOvr>
  <p:extLst>
    <p:ext uri="{6950BFC3-D8DA-4A85-94F7-54DA5524770B}">
      <p188:commentRel xmlns:p188="http://schemas.microsoft.com/office/powerpoint/2018/8/main" r:id="rId2"/>
    </p:ext>
  </p:extLs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17C37-B787-DE49-E681-2D17B896B84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29333A1-66B0-70A3-5725-6F05DA43B774}"/>
              </a:ext>
            </a:extLst>
          </p:cNvPr>
          <p:cNvSpPr>
            <a:spLocks noGrp="1"/>
          </p:cNvSpPr>
          <p:nvPr>
            <p:ph type="title"/>
          </p:nvPr>
        </p:nvSpPr>
        <p:spPr>
          <a:xfrm>
            <a:off x="759540" y="535713"/>
            <a:ext cx="10992577" cy="503555"/>
          </a:xfrm>
        </p:spPr>
        <p:txBody>
          <a:bodyPr/>
          <a:lstStyle/>
          <a:p>
            <a:r>
              <a:rPr lang="ja-JP" altLang="en-US" b="1">
                <a:solidFill>
                  <a:schemeClr val="tx2"/>
                </a:solidFill>
                <a:latin typeface="メイリオ" panose="020B0604030504040204" pitchFamily="50" charset="-128"/>
                <a:ea typeface="メイリオ" panose="020B0604030504040204" pitchFamily="50" charset="-128"/>
              </a:rPr>
              <a:t>研修⑤：ワークフロー作成：自動実行の完成</a:t>
            </a:r>
          </a:p>
        </p:txBody>
      </p:sp>
      <p:sp>
        <p:nvSpPr>
          <p:cNvPr id="4" name="スライド番号プレースホルダー 3">
            <a:extLst>
              <a:ext uri="{FF2B5EF4-FFF2-40B4-BE49-F238E27FC236}">
                <a16:creationId xmlns:a16="http://schemas.microsoft.com/office/drawing/2014/main" id="{085CF19E-3BA3-E966-4029-5001415125E6}"/>
              </a:ext>
            </a:extLst>
          </p:cNvPr>
          <p:cNvSpPr>
            <a:spLocks noGrp="1"/>
          </p:cNvSpPr>
          <p:nvPr>
            <p:ph type="sldNum" sz="quarter" idx="12"/>
          </p:nvPr>
        </p:nvSpPr>
        <p:spPr/>
        <p:txBody>
          <a:bodyPr/>
          <a:lstStyle/>
          <a:p>
            <a:fld id="{AEA9F59F-5AEA-DB42-A066-0EDE44B4D5E7}" type="slidenum">
              <a:rPr lang="ja-JP" altLang="en-US" smtClean="0"/>
              <a:pPr/>
              <a:t>43</a:t>
            </a:fld>
            <a:endParaRPr lang="ja-JP" altLang="en-US"/>
          </a:p>
        </p:txBody>
      </p:sp>
      <p:sp>
        <p:nvSpPr>
          <p:cNvPr id="3" name="タイトル 1">
            <a:extLst>
              <a:ext uri="{FF2B5EF4-FFF2-40B4-BE49-F238E27FC236}">
                <a16:creationId xmlns:a16="http://schemas.microsoft.com/office/drawing/2014/main" id="{73230DC0-B3B8-A787-F113-8DA7D5604C16}"/>
              </a:ext>
            </a:extLst>
          </p:cNvPr>
          <p:cNvSpPr txBox="1">
            <a:spLocks/>
          </p:cNvSpPr>
          <p:nvPr/>
        </p:nvSpPr>
        <p:spPr>
          <a:xfrm>
            <a:off x="1413389" y="1297858"/>
            <a:ext cx="10515600" cy="477152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3200" b="0" i="0" kern="1200">
                <a:solidFill>
                  <a:srgbClr val="004098"/>
                </a:solidFill>
                <a:latin typeface="Yu Gothic Medium" panose="020B0400000000000000" pitchFamily="34" charset="-128"/>
                <a:ea typeface="Yu Gothic Medium" panose="020B0400000000000000" pitchFamily="34" charset="-128"/>
                <a:cs typeface="+mj-cs"/>
              </a:defRPr>
            </a:lvl1pPr>
          </a:lstStyle>
          <a:p>
            <a:pPr marL="685800" lvl="1" indent="-228600">
              <a:buFont typeface="+mj-lt"/>
              <a:buAutoNum type="arabicPeriod"/>
            </a:pPr>
            <a:r>
              <a:rPr lang="en-US" altLang="ja-JP" sz="100">
                <a:latin typeface="メイリオ" panose="020B0604030504040204" pitchFamily="50" charset="-128"/>
                <a:ea typeface="メイリオ" panose="020B0604030504040204" pitchFamily="50" charset="-128"/>
              </a:rPr>
              <a:t>AI</a:t>
            </a:r>
            <a:r>
              <a:rPr lang="ja-JP" altLang="en-US" sz="100">
                <a:latin typeface="メイリオ" panose="020B0604030504040204" pitchFamily="50" charset="-128"/>
                <a:ea typeface="メイリオ" panose="020B0604030504040204" pitchFamily="50" charset="-128"/>
              </a:rPr>
              <a:t>を活用したテスト結果の分析</a:t>
            </a:r>
          </a:p>
        </p:txBody>
      </p:sp>
      <p:sp>
        <p:nvSpPr>
          <p:cNvPr id="6" name="テキスト ボックス 5">
            <a:extLst>
              <a:ext uri="{FF2B5EF4-FFF2-40B4-BE49-F238E27FC236}">
                <a16:creationId xmlns:a16="http://schemas.microsoft.com/office/drawing/2014/main" id="{CCD37E19-7559-AADC-876F-D5131CCF905C}"/>
              </a:ext>
            </a:extLst>
          </p:cNvPr>
          <p:cNvSpPr txBox="1"/>
          <p:nvPr/>
        </p:nvSpPr>
        <p:spPr>
          <a:xfrm>
            <a:off x="1281881" y="1571996"/>
            <a:ext cx="10202196" cy="3758721"/>
          </a:xfrm>
          <a:prstGeom prst="rect">
            <a:avLst/>
          </a:prstGeom>
          <a:noFill/>
        </p:spPr>
        <p:txBody>
          <a:bodyPr wrap="square" rtlCol="0">
            <a:spAutoFit/>
          </a:bodyPr>
          <a:lstStyle/>
          <a:p>
            <a:pPr>
              <a:lnSpc>
                <a:spcPct val="150000"/>
              </a:lnSpc>
            </a:pPr>
            <a:r>
              <a:rPr kumimoji="1" lang="ja-JP" altLang="en-US" b="1">
                <a:solidFill>
                  <a:schemeClr val="bg1">
                    <a:lumMod val="75000"/>
                  </a:schemeClr>
                </a:solidFill>
                <a:latin typeface="メイリオ" panose="020B0604030504040204" pitchFamily="50" charset="-128"/>
                <a:ea typeface="メイリオ" panose="020B0604030504040204" pitchFamily="50" charset="-128"/>
              </a:rPr>
              <a:t>①ワークフロー作成：自動実行の実装</a:t>
            </a:r>
            <a:endParaRPr lang="en-US" altLang="ja-JP" b="1">
              <a:solidFill>
                <a:schemeClr val="bg1">
                  <a:lumMod val="75000"/>
                </a:schemeClr>
              </a:solidFill>
              <a:latin typeface="メイリオ" panose="020B0604030504040204" pitchFamily="50" charset="-128"/>
              <a:ea typeface="メイリオ" panose="020B0604030504040204" pitchFamily="50" charset="-128"/>
            </a:endParaRPr>
          </a:p>
          <a:p>
            <a:pPr>
              <a:lnSpc>
                <a:spcPct val="150000"/>
              </a:lnSpc>
            </a:pPr>
            <a:r>
              <a:rPr kumimoji="1" lang="ja-JP" altLang="en-US" sz="1400">
                <a:solidFill>
                  <a:schemeClr val="bg1">
                    <a:lumMod val="75000"/>
                  </a:schemeClr>
                </a:solidFill>
                <a:latin typeface="メイリオ" panose="020B0604030504040204" pitchFamily="50" charset="-128"/>
                <a:ea typeface="メイリオ" panose="020B0604030504040204" pitchFamily="50" charset="-128"/>
              </a:rPr>
              <a:t>　　ワークフローの内容を定義する</a:t>
            </a:r>
            <a:r>
              <a:rPr kumimoji="1" lang="en-US" altLang="ja-JP" sz="1400" err="1">
                <a:solidFill>
                  <a:schemeClr val="bg1">
                    <a:lumMod val="75000"/>
                  </a:schemeClr>
                </a:solidFill>
                <a:latin typeface="メイリオ" panose="020B0604030504040204" pitchFamily="50" charset="-128"/>
                <a:ea typeface="メイリオ" panose="020B0604030504040204" pitchFamily="50" charset="-128"/>
              </a:rPr>
              <a:t>yaml</a:t>
            </a:r>
            <a:r>
              <a:rPr kumimoji="1" lang="ja-JP" altLang="en-US" sz="1400">
                <a:solidFill>
                  <a:schemeClr val="bg1">
                    <a:lumMod val="75000"/>
                  </a:schemeClr>
                </a:solidFill>
                <a:latin typeface="メイリオ" panose="020B0604030504040204" pitchFamily="50" charset="-128"/>
                <a:ea typeface="メイリオ" panose="020B0604030504040204" pitchFamily="50" charset="-128"/>
              </a:rPr>
              <a:t>ファイルの記法を理解し、要件に応じて作成できるようになる</a:t>
            </a:r>
            <a:endParaRPr kumimoji="1" lang="en-US" altLang="ja-JP" sz="1400">
              <a:solidFill>
                <a:schemeClr val="bg1">
                  <a:lumMod val="75000"/>
                </a:schemeClr>
              </a:solidFill>
              <a:latin typeface="メイリオ" panose="020B0604030504040204" pitchFamily="50" charset="-128"/>
              <a:ea typeface="メイリオ" panose="020B0604030504040204" pitchFamily="50" charset="-128"/>
            </a:endParaRPr>
          </a:p>
          <a:p>
            <a:pPr>
              <a:lnSpc>
                <a:spcPct val="150000"/>
              </a:lnSpc>
            </a:pPr>
            <a:r>
              <a:rPr lang="ja-JP" altLang="en-US" b="1">
                <a:solidFill>
                  <a:schemeClr val="bg1">
                    <a:lumMod val="75000"/>
                  </a:schemeClr>
                </a:solidFill>
                <a:latin typeface="メイリオ" panose="020B0604030504040204" pitchFamily="50" charset="-128"/>
                <a:ea typeface="メイリオ" panose="020B0604030504040204" pitchFamily="50" charset="-128"/>
              </a:rPr>
              <a:t>②スクリプト作成：テスト結果データの整形</a:t>
            </a:r>
            <a:endParaRPr lang="en-US" altLang="ja-JP" b="1">
              <a:solidFill>
                <a:schemeClr val="bg1">
                  <a:lumMod val="75000"/>
                </a:schemeClr>
              </a:solidFill>
              <a:latin typeface="メイリオ" panose="020B0604030504040204" pitchFamily="50" charset="-128"/>
              <a:ea typeface="メイリオ" panose="020B0604030504040204" pitchFamily="50" charset="-128"/>
            </a:endParaRPr>
          </a:p>
          <a:p>
            <a:pPr>
              <a:lnSpc>
                <a:spcPct val="150000"/>
              </a:lnSpc>
            </a:pPr>
            <a:r>
              <a:rPr lang="ja-JP" altLang="en-US" sz="1400">
                <a:solidFill>
                  <a:schemeClr val="bg1">
                    <a:lumMod val="75000"/>
                  </a:schemeClr>
                </a:solidFill>
                <a:latin typeface="メイリオ" panose="020B0604030504040204" pitchFamily="50" charset="-128"/>
                <a:ea typeface="メイリオ" panose="020B0604030504040204" pitchFamily="50" charset="-128"/>
              </a:rPr>
              <a:t>　　テスト結果データをユーザーにも見やすい</a:t>
            </a:r>
            <a:r>
              <a:rPr lang="en-US" altLang="ja-JP" sz="1400">
                <a:solidFill>
                  <a:schemeClr val="bg1">
                    <a:lumMod val="75000"/>
                  </a:schemeClr>
                </a:solidFill>
                <a:latin typeface="メイリオ" panose="020B0604030504040204" pitchFamily="50" charset="-128"/>
                <a:ea typeface="メイリオ" panose="020B0604030504040204" pitchFamily="50" charset="-128"/>
              </a:rPr>
              <a:t>xlsx</a:t>
            </a:r>
            <a:r>
              <a:rPr lang="ja-JP" altLang="en-US" sz="1400">
                <a:solidFill>
                  <a:schemeClr val="bg1">
                    <a:lumMod val="75000"/>
                  </a:schemeClr>
                </a:solidFill>
                <a:latin typeface="メイリオ" panose="020B0604030504040204" pitchFamily="50" charset="-128"/>
                <a:ea typeface="メイリオ" panose="020B0604030504040204" pitchFamily="50" charset="-128"/>
              </a:rPr>
              <a:t>ファイルに整形する</a:t>
            </a:r>
            <a:r>
              <a:rPr lang="en-US" altLang="ja-JP" sz="1400">
                <a:solidFill>
                  <a:schemeClr val="bg1">
                    <a:lumMod val="75000"/>
                  </a:schemeClr>
                </a:solidFill>
                <a:latin typeface="メイリオ" panose="020B0604030504040204" pitchFamily="50" charset="-128"/>
                <a:ea typeface="メイリオ" panose="020B0604030504040204" pitchFamily="50" charset="-128"/>
              </a:rPr>
              <a:t>python</a:t>
            </a:r>
            <a:r>
              <a:rPr lang="ja-JP" altLang="en-US" sz="1400">
                <a:solidFill>
                  <a:schemeClr val="bg1">
                    <a:lumMod val="75000"/>
                  </a:schemeClr>
                </a:solidFill>
                <a:latin typeface="メイリオ" panose="020B0604030504040204" pitchFamily="50" charset="-128"/>
                <a:ea typeface="メイリオ" panose="020B0604030504040204" pitchFamily="50" charset="-128"/>
              </a:rPr>
              <a:t>スクリプトを実装できるようになる</a:t>
            </a:r>
            <a:endParaRPr lang="en-US" altLang="ja-JP" sz="1400">
              <a:solidFill>
                <a:schemeClr val="bg1">
                  <a:lumMod val="75000"/>
                </a:schemeClr>
              </a:solidFill>
              <a:latin typeface="メイリオ" panose="020B0604030504040204" pitchFamily="50" charset="-128"/>
              <a:ea typeface="メイリオ" panose="020B0604030504040204" pitchFamily="50" charset="-128"/>
            </a:endParaRPr>
          </a:p>
          <a:p>
            <a:pPr>
              <a:lnSpc>
                <a:spcPct val="150000"/>
              </a:lnSpc>
            </a:pPr>
            <a:r>
              <a:rPr lang="ja-JP" altLang="en-US" b="1">
                <a:solidFill>
                  <a:schemeClr val="bg1">
                    <a:lumMod val="75000"/>
                  </a:schemeClr>
                </a:solidFill>
                <a:latin typeface="メイリオ" panose="020B0604030504040204" pitchFamily="50" charset="-128"/>
                <a:ea typeface="メイリオ" panose="020B0604030504040204" pitchFamily="50" charset="-128"/>
              </a:rPr>
              <a:t>③スクリプト作成：テスト結果の外部通知</a:t>
            </a:r>
            <a:endParaRPr lang="en-US" altLang="ja-JP" b="1">
              <a:solidFill>
                <a:schemeClr val="bg1">
                  <a:lumMod val="75000"/>
                </a:schemeClr>
              </a:solidFill>
              <a:latin typeface="メイリオ" panose="020B0604030504040204" pitchFamily="50" charset="-128"/>
              <a:ea typeface="メイリオ" panose="020B0604030504040204" pitchFamily="50" charset="-128"/>
            </a:endParaRPr>
          </a:p>
          <a:p>
            <a:pPr>
              <a:lnSpc>
                <a:spcPct val="150000"/>
              </a:lnSpc>
            </a:pPr>
            <a:r>
              <a:rPr lang="ja-JP" altLang="en-US" sz="1400">
                <a:solidFill>
                  <a:schemeClr val="bg1">
                    <a:lumMod val="75000"/>
                  </a:schemeClr>
                </a:solidFill>
                <a:latin typeface="メイリオ" panose="020B0604030504040204" pitchFamily="50" charset="-128"/>
                <a:ea typeface="メイリオ" panose="020B0604030504040204" pitchFamily="50" charset="-128"/>
              </a:rPr>
              <a:t>　　</a:t>
            </a:r>
            <a:r>
              <a:rPr lang="en-US" altLang="ja-JP" sz="1400">
                <a:solidFill>
                  <a:schemeClr val="bg1">
                    <a:lumMod val="75000"/>
                  </a:schemeClr>
                </a:solidFill>
                <a:latin typeface="メイリオ" panose="020B0604030504040204" pitchFamily="50" charset="-128"/>
                <a:ea typeface="メイリオ" panose="020B0604030504040204" pitchFamily="50" charset="-128"/>
              </a:rPr>
              <a:t>API</a:t>
            </a:r>
            <a:r>
              <a:rPr lang="ja-JP" altLang="en-US" sz="1400">
                <a:solidFill>
                  <a:schemeClr val="bg1">
                    <a:lumMod val="75000"/>
                  </a:schemeClr>
                </a:solidFill>
                <a:latin typeface="メイリオ" panose="020B0604030504040204" pitchFamily="50" charset="-128"/>
                <a:ea typeface="メイリオ" panose="020B0604030504040204" pitchFamily="50" charset="-128"/>
              </a:rPr>
              <a:t>通信を実現し、外部ツール</a:t>
            </a:r>
            <a:r>
              <a:rPr lang="en-US" altLang="ja-JP" sz="1400">
                <a:solidFill>
                  <a:schemeClr val="bg1">
                    <a:lumMod val="75000"/>
                  </a:schemeClr>
                </a:solidFill>
                <a:latin typeface="メイリオ" panose="020B0604030504040204" pitchFamily="50" charset="-128"/>
                <a:ea typeface="メイリオ" panose="020B0604030504040204" pitchFamily="50" charset="-128"/>
              </a:rPr>
              <a:t>(slack)</a:t>
            </a:r>
            <a:r>
              <a:rPr lang="ja-JP" altLang="en-US" sz="1400">
                <a:solidFill>
                  <a:schemeClr val="bg1">
                    <a:lumMod val="75000"/>
                  </a:schemeClr>
                </a:solidFill>
                <a:latin typeface="メイリオ" panose="020B0604030504040204" pitchFamily="50" charset="-128"/>
                <a:ea typeface="メイリオ" panose="020B0604030504040204" pitchFamily="50" charset="-128"/>
              </a:rPr>
              <a:t>を使用してテスト結果を通知する</a:t>
            </a:r>
            <a:r>
              <a:rPr lang="en-US" altLang="ja-JP" sz="1400">
                <a:solidFill>
                  <a:schemeClr val="bg1">
                    <a:lumMod val="75000"/>
                  </a:schemeClr>
                </a:solidFill>
                <a:latin typeface="メイリオ" panose="020B0604030504040204" pitchFamily="50" charset="-128"/>
                <a:ea typeface="メイリオ" panose="020B0604030504040204" pitchFamily="50" charset="-128"/>
              </a:rPr>
              <a:t>python</a:t>
            </a:r>
            <a:r>
              <a:rPr lang="ja-JP" altLang="en-US" sz="1400">
                <a:solidFill>
                  <a:schemeClr val="bg1">
                    <a:lumMod val="75000"/>
                  </a:schemeClr>
                </a:solidFill>
                <a:latin typeface="メイリオ" panose="020B0604030504040204" pitchFamily="50" charset="-128"/>
                <a:ea typeface="メイリオ" panose="020B0604030504040204" pitchFamily="50" charset="-128"/>
              </a:rPr>
              <a:t>スクリプトを実装できるようになる</a:t>
            </a:r>
            <a:endParaRPr lang="en-US" altLang="ja-JP" sz="1400">
              <a:solidFill>
                <a:schemeClr val="bg1">
                  <a:lumMod val="75000"/>
                </a:schemeClr>
              </a:solidFill>
              <a:latin typeface="メイリオ" panose="020B0604030504040204" pitchFamily="50" charset="-128"/>
              <a:ea typeface="メイリオ" panose="020B0604030504040204" pitchFamily="50" charset="-128"/>
            </a:endParaRPr>
          </a:p>
          <a:p>
            <a:pPr>
              <a:lnSpc>
                <a:spcPct val="150000"/>
              </a:lnSpc>
            </a:pPr>
            <a:r>
              <a:rPr lang="ja-JP" altLang="en-US" b="1">
                <a:solidFill>
                  <a:schemeClr val="bg1">
                    <a:lumMod val="75000"/>
                  </a:schemeClr>
                </a:solidFill>
                <a:latin typeface="メイリオ" panose="020B0604030504040204" pitchFamily="50" charset="-128"/>
                <a:ea typeface="メイリオ" panose="020B0604030504040204" pitchFamily="50" charset="-128"/>
              </a:rPr>
              <a:t>④スクリプト作成：</a:t>
            </a:r>
            <a:r>
              <a:rPr lang="en-US" altLang="ja-JP" b="1">
                <a:solidFill>
                  <a:schemeClr val="bg1">
                    <a:lumMod val="75000"/>
                  </a:schemeClr>
                </a:solidFill>
                <a:latin typeface="メイリオ" panose="020B0604030504040204" pitchFamily="50" charset="-128"/>
                <a:ea typeface="メイリオ" panose="020B0604030504040204" pitchFamily="50" charset="-128"/>
              </a:rPr>
              <a:t>AI</a:t>
            </a:r>
            <a:r>
              <a:rPr lang="ja-JP" altLang="en-US" b="1">
                <a:solidFill>
                  <a:schemeClr val="bg1">
                    <a:lumMod val="75000"/>
                  </a:schemeClr>
                </a:solidFill>
                <a:latin typeface="メイリオ" panose="020B0604030504040204" pitchFamily="50" charset="-128"/>
                <a:ea typeface="メイリオ" panose="020B0604030504040204" pitchFamily="50" charset="-128"/>
              </a:rPr>
              <a:t>を活用したテスト結果の分析</a:t>
            </a:r>
            <a:endParaRPr lang="en-US" altLang="ja-JP" b="1">
              <a:solidFill>
                <a:schemeClr val="bg1">
                  <a:lumMod val="75000"/>
                </a:schemeClr>
              </a:solidFill>
              <a:latin typeface="メイリオ" panose="020B0604030504040204" pitchFamily="50" charset="-128"/>
              <a:ea typeface="メイリオ" panose="020B0604030504040204" pitchFamily="50" charset="-128"/>
            </a:endParaRPr>
          </a:p>
          <a:p>
            <a:pPr>
              <a:lnSpc>
                <a:spcPct val="150000"/>
              </a:lnSpc>
            </a:pPr>
            <a:r>
              <a:rPr lang="ja-JP" altLang="en-US" sz="1400">
                <a:solidFill>
                  <a:schemeClr val="bg1">
                    <a:lumMod val="75000"/>
                  </a:schemeClr>
                </a:solidFill>
                <a:latin typeface="メイリオ" panose="020B0604030504040204" pitchFamily="50" charset="-128"/>
                <a:ea typeface="メイリオ" panose="020B0604030504040204" pitchFamily="50" charset="-128"/>
              </a:rPr>
              <a:t>　　</a:t>
            </a:r>
            <a:r>
              <a:rPr lang="en-US" altLang="ja-JP" sz="1400">
                <a:solidFill>
                  <a:schemeClr val="bg1">
                    <a:lumMod val="75000"/>
                  </a:schemeClr>
                </a:solidFill>
                <a:latin typeface="メイリオ" panose="020B0604030504040204" pitchFamily="50" charset="-128"/>
                <a:ea typeface="メイリオ" panose="020B0604030504040204" pitchFamily="50" charset="-128"/>
              </a:rPr>
              <a:t>API</a:t>
            </a:r>
            <a:r>
              <a:rPr lang="ja-JP" altLang="en-US" sz="1400">
                <a:solidFill>
                  <a:schemeClr val="bg1">
                    <a:lumMod val="75000"/>
                  </a:schemeClr>
                </a:solidFill>
                <a:latin typeface="メイリオ" panose="020B0604030504040204" pitchFamily="50" charset="-128"/>
                <a:ea typeface="メイリオ" panose="020B0604030504040204" pitchFamily="50" charset="-128"/>
              </a:rPr>
              <a:t>通信を実現し、</a:t>
            </a:r>
            <a:r>
              <a:rPr lang="en-US" altLang="ja-JP" sz="1400">
                <a:solidFill>
                  <a:schemeClr val="bg1">
                    <a:lumMod val="75000"/>
                  </a:schemeClr>
                </a:solidFill>
                <a:latin typeface="メイリオ" panose="020B0604030504040204" pitchFamily="50" charset="-128"/>
                <a:ea typeface="メイリオ" panose="020B0604030504040204" pitchFamily="50" charset="-128"/>
              </a:rPr>
              <a:t>AI</a:t>
            </a:r>
            <a:r>
              <a:rPr lang="ja-JP" altLang="en-US" sz="1400">
                <a:solidFill>
                  <a:schemeClr val="bg1">
                    <a:lumMod val="75000"/>
                  </a:schemeClr>
                </a:solidFill>
                <a:latin typeface="メイリオ" panose="020B0604030504040204" pitchFamily="50" charset="-128"/>
                <a:ea typeface="メイリオ" panose="020B0604030504040204" pitchFamily="50" charset="-128"/>
              </a:rPr>
              <a:t>を活用したテスト結果の分析を行う</a:t>
            </a:r>
            <a:r>
              <a:rPr lang="en-US" altLang="ja-JP" sz="1400">
                <a:solidFill>
                  <a:schemeClr val="bg1">
                    <a:lumMod val="75000"/>
                  </a:schemeClr>
                </a:solidFill>
                <a:latin typeface="メイリオ" panose="020B0604030504040204" pitchFamily="50" charset="-128"/>
                <a:ea typeface="メイリオ" panose="020B0604030504040204" pitchFamily="50" charset="-128"/>
              </a:rPr>
              <a:t>python</a:t>
            </a:r>
            <a:r>
              <a:rPr lang="ja-JP" altLang="en-US" sz="1400">
                <a:solidFill>
                  <a:schemeClr val="bg1">
                    <a:lumMod val="75000"/>
                  </a:schemeClr>
                </a:solidFill>
                <a:latin typeface="メイリオ" panose="020B0604030504040204" pitchFamily="50" charset="-128"/>
                <a:ea typeface="メイリオ" panose="020B0604030504040204" pitchFamily="50" charset="-128"/>
              </a:rPr>
              <a:t>スクリプトを実装できるようになる</a:t>
            </a:r>
            <a:endParaRPr lang="en-US" altLang="ja-JP" sz="1400">
              <a:solidFill>
                <a:schemeClr val="bg1">
                  <a:lumMod val="75000"/>
                </a:schemeClr>
              </a:solidFill>
              <a:latin typeface="メイリオ" panose="020B0604030504040204" pitchFamily="50" charset="-128"/>
              <a:ea typeface="メイリオ" panose="020B0604030504040204" pitchFamily="50" charset="-128"/>
            </a:endParaRPr>
          </a:p>
          <a:p>
            <a:pPr>
              <a:lnSpc>
                <a:spcPct val="150000"/>
              </a:lnSpc>
            </a:pPr>
            <a:r>
              <a:rPr lang="ja-JP" altLang="en-US" b="1">
                <a:solidFill>
                  <a:srgbClr val="004524"/>
                </a:solidFill>
                <a:latin typeface="メイリオ" panose="020B0604030504040204" pitchFamily="50" charset="-128"/>
                <a:ea typeface="メイリオ" panose="020B0604030504040204" pitchFamily="50" charset="-128"/>
              </a:rPr>
              <a:t>⑤ワークフロー作成：②～④を自動実行するワークフローの完成</a:t>
            </a:r>
            <a:endParaRPr lang="en-US" altLang="ja-JP" b="1">
              <a:solidFill>
                <a:srgbClr val="004524"/>
              </a:solidFill>
              <a:latin typeface="メイリオ" panose="020B0604030504040204" pitchFamily="50" charset="-128"/>
              <a:ea typeface="メイリオ" panose="020B0604030504040204" pitchFamily="50" charset="-128"/>
            </a:endParaRPr>
          </a:p>
          <a:p>
            <a:pPr>
              <a:lnSpc>
                <a:spcPct val="150000"/>
              </a:lnSpc>
            </a:pPr>
            <a:r>
              <a:rPr lang="ja-JP" altLang="en-US" sz="1400">
                <a:solidFill>
                  <a:srgbClr val="004524"/>
                </a:solidFill>
                <a:latin typeface="メイリオ" panose="020B0604030504040204" pitchFamily="50" charset="-128"/>
                <a:ea typeface="メイリオ" panose="020B0604030504040204" pitchFamily="50" charset="-128"/>
              </a:rPr>
              <a:t>　　各手順を自動実行する</a:t>
            </a:r>
            <a:r>
              <a:rPr lang="en-US" altLang="ja-JP" sz="1400" err="1">
                <a:solidFill>
                  <a:srgbClr val="004524"/>
                </a:solidFill>
                <a:latin typeface="メイリオ" panose="020B0604030504040204" pitchFamily="50" charset="-128"/>
                <a:ea typeface="メイリオ" panose="020B0604030504040204" pitchFamily="50" charset="-128"/>
              </a:rPr>
              <a:t>yaml</a:t>
            </a:r>
            <a:r>
              <a:rPr lang="ja-JP" altLang="en-US" sz="1400">
                <a:solidFill>
                  <a:srgbClr val="004524"/>
                </a:solidFill>
                <a:latin typeface="メイリオ" panose="020B0604030504040204" pitchFamily="50" charset="-128"/>
                <a:ea typeface="メイリオ" panose="020B0604030504040204" pitchFamily="50" charset="-128"/>
              </a:rPr>
              <a:t>を作成し、動作確認が取れるようになる</a:t>
            </a:r>
            <a:endParaRPr lang="en-US" altLang="ja-JP" sz="1400">
              <a:solidFill>
                <a:srgbClr val="004524"/>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9691827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11771-2C3F-5670-57F6-D9CEF97F559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E96D1C5-C7D1-0F63-18BA-0CA504BB77E5}"/>
              </a:ext>
            </a:extLst>
          </p:cNvPr>
          <p:cNvSpPr>
            <a:spLocks noGrp="1"/>
          </p:cNvSpPr>
          <p:nvPr>
            <p:ph type="title"/>
          </p:nvPr>
        </p:nvSpPr>
        <p:spPr>
          <a:xfrm>
            <a:off x="759540" y="535713"/>
            <a:ext cx="10992577" cy="503555"/>
          </a:xfrm>
        </p:spPr>
        <p:txBody>
          <a:bodyPr/>
          <a:lstStyle/>
          <a:p>
            <a:r>
              <a:rPr lang="ja-JP" altLang="en-US" b="1">
                <a:solidFill>
                  <a:schemeClr val="tx2"/>
                </a:solidFill>
                <a:latin typeface="メイリオ" panose="020B0604030504040204" pitchFamily="50" charset="-128"/>
                <a:ea typeface="メイリオ" panose="020B0604030504040204" pitchFamily="50" charset="-128"/>
              </a:rPr>
              <a:t>研修⑤：ワークフロー作成：自動実行の完成</a:t>
            </a:r>
          </a:p>
        </p:txBody>
      </p:sp>
      <p:sp>
        <p:nvSpPr>
          <p:cNvPr id="4" name="スライド番号プレースホルダー 3">
            <a:extLst>
              <a:ext uri="{FF2B5EF4-FFF2-40B4-BE49-F238E27FC236}">
                <a16:creationId xmlns:a16="http://schemas.microsoft.com/office/drawing/2014/main" id="{3DD3E0CE-A0EF-931D-1D31-AB68D5BD225D}"/>
              </a:ext>
            </a:extLst>
          </p:cNvPr>
          <p:cNvSpPr>
            <a:spLocks noGrp="1"/>
          </p:cNvSpPr>
          <p:nvPr>
            <p:ph type="sldNum" sz="quarter" idx="12"/>
          </p:nvPr>
        </p:nvSpPr>
        <p:spPr/>
        <p:txBody>
          <a:bodyPr/>
          <a:lstStyle/>
          <a:p>
            <a:fld id="{AEA9F59F-5AEA-DB42-A066-0EDE44B4D5E7}" type="slidenum">
              <a:rPr lang="ja-JP" altLang="en-US" smtClean="0"/>
              <a:pPr/>
              <a:t>44</a:t>
            </a:fld>
            <a:endParaRPr lang="ja-JP" altLang="en-US"/>
          </a:p>
        </p:txBody>
      </p:sp>
      <p:sp>
        <p:nvSpPr>
          <p:cNvPr id="6" name="テキスト ボックス 5">
            <a:extLst>
              <a:ext uri="{FF2B5EF4-FFF2-40B4-BE49-F238E27FC236}">
                <a16:creationId xmlns:a16="http://schemas.microsoft.com/office/drawing/2014/main" id="{0D62343C-CA35-B4EA-DA26-B91E721283E6}"/>
              </a:ext>
            </a:extLst>
          </p:cNvPr>
          <p:cNvSpPr txBox="1"/>
          <p:nvPr/>
        </p:nvSpPr>
        <p:spPr>
          <a:xfrm>
            <a:off x="1154730" y="1512910"/>
            <a:ext cx="10202196" cy="1442703"/>
          </a:xfrm>
          <a:prstGeom prst="rect">
            <a:avLst/>
          </a:prstGeom>
          <a:noFill/>
        </p:spPr>
        <p:txBody>
          <a:bodyPr wrap="square" rtlCol="0">
            <a:spAutoFit/>
          </a:bodyPr>
          <a:lstStyle/>
          <a:p>
            <a:pPr>
              <a:lnSpc>
                <a:spcPct val="150000"/>
              </a:lnSpc>
            </a:pPr>
            <a:r>
              <a:rPr lang="en-US" altLang="ja-JP" sz="2400" b="1">
                <a:latin typeface="メイリオ" panose="020B0604030504040204" pitchFamily="50" charset="-128"/>
                <a:ea typeface="メイリオ" panose="020B0604030504040204" pitchFamily="50" charset="-128"/>
              </a:rPr>
              <a:t>GitHub Actions</a:t>
            </a:r>
            <a:r>
              <a:rPr lang="ja-JP" altLang="en-US" sz="2400" b="1">
                <a:latin typeface="メイリオ" panose="020B0604030504040204" pitchFamily="50" charset="-128"/>
                <a:ea typeface="メイリオ" panose="020B0604030504040204" pitchFamily="50" charset="-128"/>
              </a:rPr>
              <a:t>で</a:t>
            </a:r>
            <a:r>
              <a:rPr lang="en-US" altLang="ja-JP" sz="2400" b="1">
                <a:latin typeface="メイリオ" panose="020B0604030504040204" pitchFamily="50" charset="-128"/>
                <a:ea typeface="メイリオ" panose="020B0604030504040204" pitchFamily="50" charset="-128"/>
              </a:rPr>
              <a:t>Python</a:t>
            </a:r>
            <a:r>
              <a:rPr lang="ja-JP" altLang="en-US" sz="2400" b="1">
                <a:latin typeface="メイリオ" panose="020B0604030504040204" pitchFamily="50" charset="-128"/>
                <a:ea typeface="メイリオ" panose="020B0604030504040204" pitchFamily="50" charset="-128"/>
              </a:rPr>
              <a:t>を使えるようにするには</a:t>
            </a:r>
            <a:endParaRPr lang="en-US" altLang="ja-JP" sz="2400" b="1">
              <a:latin typeface="メイリオ" panose="020B0604030504040204" pitchFamily="50" charset="-128"/>
              <a:ea typeface="メイリオ" panose="020B0604030504040204" pitchFamily="50" charset="-128"/>
            </a:endParaRPr>
          </a:p>
          <a:p>
            <a:pPr marL="285750" indent="-285750">
              <a:lnSpc>
                <a:spcPct val="150000"/>
              </a:lnSpc>
              <a:buFont typeface="Arial" panose="020B0604020202020204" pitchFamily="34" charset="0"/>
              <a:buChar char="•"/>
            </a:pPr>
            <a:r>
              <a:rPr lang="ja-JP" altLang="en-US">
                <a:latin typeface="メイリオ" panose="020B0604030504040204" pitchFamily="50" charset="-128"/>
                <a:ea typeface="メイリオ" panose="020B0604030504040204" pitchFamily="50" charset="-128"/>
              </a:rPr>
              <a:t>ワークフロー上で</a:t>
            </a:r>
            <a:r>
              <a:rPr lang="en-US" altLang="ja-JP">
                <a:latin typeface="メイリオ" panose="020B0604030504040204" pitchFamily="50" charset="-128"/>
                <a:ea typeface="メイリオ" panose="020B0604030504040204" pitchFamily="50" charset="-128"/>
              </a:rPr>
              <a:t>python</a:t>
            </a:r>
            <a:r>
              <a:rPr lang="ja-JP" altLang="en-US">
                <a:latin typeface="メイリオ" panose="020B0604030504040204" pitchFamily="50" charset="-128"/>
                <a:ea typeface="メイリオ" panose="020B0604030504040204" pitchFamily="50" charset="-128"/>
              </a:rPr>
              <a:t>スクリプトを動かせるようにするために、</a:t>
            </a:r>
            <a:br>
              <a:rPr lang="en-US" altLang="ja-JP">
                <a:latin typeface="メイリオ" panose="020B0604030504040204" pitchFamily="50" charset="-128"/>
                <a:ea typeface="メイリオ" panose="020B0604030504040204" pitchFamily="50" charset="-128"/>
              </a:rPr>
            </a:br>
            <a:r>
              <a:rPr lang="ja-JP" altLang="en-US">
                <a:latin typeface="メイリオ" panose="020B0604030504040204" pitchFamily="50" charset="-128"/>
                <a:ea typeface="メイリオ" panose="020B0604030504040204" pitchFamily="50" charset="-128"/>
              </a:rPr>
              <a:t>既存のパッケージ「</a:t>
            </a:r>
            <a:r>
              <a:rPr lang="en-US" altLang="ja-JP">
                <a:latin typeface="Cascadia Code Light" panose="020B0609020000020004" pitchFamily="49" charset="0"/>
                <a:ea typeface="Cascadia Code Light" panose="020B0609020000020004" pitchFamily="49" charset="0"/>
                <a:cs typeface="Cascadia Code Light" panose="020B0609020000020004" pitchFamily="49" charset="0"/>
              </a:rPr>
              <a:t>actions/setup-python</a:t>
            </a:r>
            <a:r>
              <a:rPr lang="ja-JP" altLang="en-US">
                <a:latin typeface="メイリオ" panose="020B0604030504040204" pitchFamily="50" charset="-128"/>
                <a:ea typeface="メイリオ" panose="020B0604030504040204" pitchFamily="50" charset="-128"/>
                <a:cs typeface="Cascadia Code Light" panose="020B0609020000020004" pitchFamily="49" charset="0"/>
              </a:rPr>
              <a:t>」</a:t>
            </a:r>
            <a:r>
              <a:rPr lang="ja-JP" altLang="en-US">
                <a:latin typeface="メイリオ" panose="020B0604030504040204" pitchFamily="50" charset="-128"/>
                <a:ea typeface="メイリオ" panose="020B0604030504040204" pitchFamily="50" charset="-128"/>
              </a:rPr>
              <a:t>を導入します。</a:t>
            </a:r>
            <a:endParaRPr lang="en-US" altLang="ja-JP">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81EA499F-09F4-13F5-253C-691F5E0EE54B}"/>
              </a:ext>
            </a:extLst>
          </p:cNvPr>
          <p:cNvSpPr/>
          <p:nvPr/>
        </p:nvSpPr>
        <p:spPr>
          <a:xfrm>
            <a:off x="1768856" y="3077148"/>
            <a:ext cx="8654288" cy="1442704"/>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r>
              <a:rPr lang="en-US" altLang="ja-JP">
                <a:latin typeface="Cascadia Code Light" panose="020B0609020000020004" pitchFamily="49" charset="0"/>
                <a:ea typeface="Cascadia Code Light" panose="020B0609020000020004" pitchFamily="49" charset="0"/>
                <a:cs typeface="Cascadia Code Light" panose="020B0609020000020004" pitchFamily="49" charset="0"/>
              </a:rPr>
              <a:t>- name: Set up Python version</a:t>
            </a:r>
          </a:p>
          <a:p>
            <a:r>
              <a:rPr lang="ja-JP" altLang="en-US">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altLang="ja-JP">
                <a:latin typeface="Cascadia Code Light" panose="020B0609020000020004" pitchFamily="49" charset="0"/>
                <a:ea typeface="Cascadia Code Light" panose="020B0609020000020004" pitchFamily="49" charset="0"/>
                <a:cs typeface="Cascadia Code Light" panose="020B0609020000020004" pitchFamily="49" charset="0"/>
              </a:rPr>
              <a:t>uses : actions/</a:t>
            </a:r>
            <a:r>
              <a:rPr lang="en-US" altLang="ja-JP" err="1">
                <a:latin typeface="Cascadia Code Light" panose="020B0609020000020004" pitchFamily="49" charset="0"/>
                <a:ea typeface="Cascadia Code Light" panose="020B0609020000020004" pitchFamily="49" charset="0"/>
                <a:cs typeface="Cascadia Code Light" panose="020B0609020000020004" pitchFamily="49" charset="0"/>
              </a:rPr>
              <a:t>setup-python@main</a:t>
            </a:r>
            <a:endParaRPr lang="en-US" altLang="ja-JP">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altLang="ja-JP">
                <a:latin typeface="Cascadia Code Light" panose="020B0609020000020004" pitchFamily="49" charset="0"/>
                <a:ea typeface="Cascadia Code Light" panose="020B0609020000020004" pitchFamily="49" charset="0"/>
                <a:cs typeface="Cascadia Code Light" panose="020B0609020000020004" pitchFamily="49" charset="0"/>
              </a:rPr>
              <a:t>  with : </a:t>
            </a:r>
          </a:p>
          <a:p>
            <a:r>
              <a:rPr lang="en-US" altLang="ja-JP">
                <a:latin typeface="Cascadia Code Light" panose="020B0609020000020004" pitchFamily="49" charset="0"/>
                <a:ea typeface="Cascadia Code Light" panose="020B0609020000020004" pitchFamily="49" charset="0"/>
                <a:cs typeface="Cascadia Code Light" panose="020B0609020000020004" pitchFamily="49" charset="0"/>
              </a:rPr>
              <a:t>    python-version : ‘3.9'</a:t>
            </a:r>
            <a:endParaRPr kumimoji="1" lang="en-US" altLang="ja-JP">
              <a:latin typeface="Cascadia Code Light" panose="020B0609020000020004" pitchFamily="49" charset="0"/>
              <a:ea typeface="Cascadia Code Light" panose="020B0609020000020004" pitchFamily="49" charset="0"/>
              <a:cs typeface="Cascadia Code Light" panose="020B0609020000020004" pitchFamily="49" charset="0"/>
            </a:endParaRPr>
          </a:p>
        </p:txBody>
      </p:sp>
      <p:sp>
        <p:nvSpPr>
          <p:cNvPr id="9" name="テキスト ボックス 8">
            <a:extLst>
              <a:ext uri="{FF2B5EF4-FFF2-40B4-BE49-F238E27FC236}">
                <a16:creationId xmlns:a16="http://schemas.microsoft.com/office/drawing/2014/main" id="{A1DD005C-2443-BD89-384C-E6EBBF64AD56}"/>
              </a:ext>
            </a:extLst>
          </p:cNvPr>
          <p:cNvSpPr txBox="1"/>
          <p:nvPr/>
        </p:nvSpPr>
        <p:spPr>
          <a:xfrm>
            <a:off x="1154730" y="4762921"/>
            <a:ext cx="9849242" cy="88870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ja-JP">
                <a:latin typeface="メイリオ" panose="020B0604030504040204" pitchFamily="50" charset="-128"/>
                <a:ea typeface="メイリオ" panose="020B0604030504040204" pitchFamily="50" charset="-128"/>
                <a:cs typeface="Cascadia Code Light" panose="020B0609020000020004" pitchFamily="49" charset="0"/>
              </a:rPr>
              <a:t>Python</a:t>
            </a:r>
            <a:r>
              <a:rPr lang="ja-JP" altLang="en-US">
                <a:latin typeface="メイリオ" panose="020B0604030504040204" pitchFamily="50" charset="-128"/>
                <a:ea typeface="メイリオ" panose="020B0604030504040204" pitchFamily="50" charset="-128"/>
                <a:cs typeface="Cascadia Code Light" panose="020B0609020000020004" pitchFamily="49" charset="0"/>
              </a:rPr>
              <a:t>のバージョンはローカルに合わせるのがよい</a:t>
            </a:r>
            <a:endParaRPr lang="en-US" altLang="ja-JP">
              <a:latin typeface="メイリオ" panose="020B0604030504040204" pitchFamily="50" charset="-128"/>
              <a:ea typeface="メイリオ" panose="020B0604030504040204" pitchFamily="50" charset="-128"/>
              <a:cs typeface="Cascadia Code Light" panose="020B0609020000020004" pitchFamily="49" charset="0"/>
            </a:endParaRPr>
          </a:p>
          <a:p>
            <a:pPr marL="742950" lvl="1" indent="-285750">
              <a:lnSpc>
                <a:spcPct val="150000"/>
              </a:lnSpc>
              <a:buFont typeface="Arial" panose="020B0604020202020204" pitchFamily="34" charset="0"/>
              <a:buChar char="•"/>
            </a:pPr>
            <a:r>
              <a:rPr lang="ja-JP" altLang="en-US">
                <a:latin typeface="メイリオ" panose="020B0604030504040204" pitchFamily="50" charset="-128"/>
                <a:ea typeface="メイリオ" panose="020B0604030504040204" pitchFamily="50" charset="-128"/>
                <a:cs typeface="Cascadia Code Light" panose="020B0609020000020004" pitchFamily="49" charset="0"/>
              </a:rPr>
              <a:t>「</a:t>
            </a:r>
            <a:r>
              <a:rPr lang="en-US" altLang="ja-JP">
                <a:latin typeface="Cascadia Code Light" panose="020B0609020000020004" pitchFamily="49" charset="0"/>
                <a:ea typeface="Cascadia Code Light" panose="020B0609020000020004" pitchFamily="49" charset="0"/>
                <a:cs typeface="Cascadia Code Light" panose="020B0609020000020004" pitchFamily="49" charset="0"/>
              </a:rPr>
              <a:t>python --version</a:t>
            </a:r>
            <a:r>
              <a:rPr lang="ja-JP" altLang="en-US">
                <a:latin typeface="メイリオ" panose="020B0604030504040204" pitchFamily="50" charset="-128"/>
                <a:ea typeface="メイリオ" panose="020B0604030504040204" pitchFamily="50" charset="-128"/>
                <a:cs typeface="Cascadia Code Light" panose="020B0609020000020004" pitchFamily="49" charset="0"/>
              </a:rPr>
              <a:t>」で参照可能</a:t>
            </a:r>
          </a:p>
        </p:txBody>
      </p:sp>
    </p:spTree>
    <p:extLst>
      <p:ext uri="{BB962C8B-B14F-4D97-AF65-F5344CB8AC3E}">
        <p14:creationId xmlns:p14="http://schemas.microsoft.com/office/powerpoint/2010/main" val="3372755814"/>
      </p:ext>
    </p:extLst>
  </p:cSld>
  <p:clrMapOvr>
    <a:masterClrMapping/>
  </p:clrMapOvr>
  <p:extLst>
    <p:ext uri="{6950BFC3-D8DA-4A85-94F7-54DA5524770B}">
      <p188:commentRel xmlns:p188="http://schemas.microsoft.com/office/powerpoint/2018/8/main" r:id="rId2"/>
    </p:ext>
  </p:extLs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37B9A-2180-51A0-8203-5F170D277CD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3F1555C-D95B-F65B-65E7-3EC91B6AE3EF}"/>
              </a:ext>
            </a:extLst>
          </p:cNvPr>
          <p:cNvSpPr>
            <a:spLocks noGrp="1"/>
          </p:cNvSpPr>
          <p:nvPr>
            <p:ph type="title"/>
          </p:nvPr>
        </p:nvSpPr>
        <p:spPr>
          <a:xfrm>
            <a:off x="759540" y="535713"/>
            <a:ext cx="10992577" cy="503555"/>
          </a:xfrm>
        </p:spPr>
        <p:txBody>
          <a:bodyPr/>
          <a:lstStyle/>
          <a:p>
            <a:r>
              <a:rPr lang="ja-JP" altLang="en-US" b="1">
                <a:solidFill>
                  <a:schemeClr val="tx2"/>
                </a:solidFill>
                <a:latin typeface="メイリオ" panose="020B0604030504040204" pitchFamily="50" charset="-128"/>
                <a:ea typeface="メイリオ" panose="020B0604030504040204" pitchFamily="50" charset="-128"/>
              </a:rPr>
              <a:t>研修⑤：ワークフロー作成：自動実行の完成</a:t>
            </a:r>
          </a:p>
        </p:txBody>
      </p:sp>
      <p:sp>
        <p:nvSpPr>
          <p:cNvPr id="4" name="スライド番号プレースホルダー 3">
            <a:extLst>
              <a:ext uri="{FF2B5EF4-FFF2-40B4-BE49-F238E27FC236}">
                <a16:creationId xmlns:a16="http://schemas.microsoft.com/office/drawing/2014/main" id="{D7BF9919-A45E-4D1B-BBB4-0717F9B0208A}"/>
              </a:ext>
            </a:extLst>
          </p:cNvPr>
          <p:cNvSpPr>
            <a:spLocks noGrp="1"/>
          </p:cNvSpPr>
          <p:nvPr>
            <p:ph type="sldNum" sz="quarter" idx="12"/>
          </p:nvPr>
        </p:nvSpPr>
        <p:spPr/>
        <p:txBody>
          <a:bodyPr/>
          <a:lstStyle/>
          <a:p>
            <a:fld id="{AEA9F59F-5AEA-DB42-A066-0EDE44B4D5E7}" type="slidenum">
              <a:rPr lang="ja-JP" altLang="en-US" smtClean="0"/>
              <a:pPr/>
              <a:t>45</a:t>
            </a:fld>
            <a:endParaRPr lang="ja-JP" altLang="en-US"/>
          </a:p>
        </p:txBody>
      </p:sp>
      <p:sp>
        <p:nvSpPr>
          <p:cNvPr id="6" name="テキスト ボックス 5">
            <a:extLst>
              <a:ext uri="{FF2B5EF4-FFF2-40B4-BE49-F238E27FC236}">
                <a16:creationId xmlns:a16="http://schemas.microsoft.com/office/drawing/2014/main" id="{0D12FFC1-24B5-7560-2477-C0782B5E6D82}"/>
              </a:ext>
            </a:extLst>
          </p:cNvPr>
          <p:cNvSpPr txBox="1"/>
          <p:nvPr/>
        </p:nvSpPr>
        <p:spPr>
          <a:xfrm>
            <a:off x="1549921" y="2292150"/>
            <a:ext cx="10202196" cy="2273699"/>
          </a:xfrm>
          <a:prstGeom prst="rect">
            <a:avLst/>
          </a:prstGeom>
          <a:noFill/>
        </p:spPr>
        <p:txBody>
          <a:bodyPr wrap="square" rtlCol="0">
            <a:spAutoFit/>
          </a:bodyPr>
          <a:lstStyle/>
          <a:p>
            <a:pPr>
              <a:lnSpc>
                <a:spcPct val="150000"/>
              </a:lnSpc>
            </a:pPr>
            <a:r>
              <a:rPr lang="ja-JP" altLang="en-US" sz="2400" b="1">
                <a:latin typeface="メイリオ" panose="020B0604030504040204" pitchFamily="50" charset="-128"/>
                <a:ea typeface="メイリオ" panose="020B0604030504040204" pitchFamily="50" charset="-128"/>
              </a:rPr>
              <a:t>アーティファクトについて</a:t>
            </a:r>
            <a:endParaRPr lang="en-US" altLang="ja-JP" sz="2400" b="1">
              <a:latin typeface="メイリオ" panose="020B0604030504040204" pitchFamily="50" charset="-128"/>
              <a:ea typeface="メイリオ" panose="020B0604030504040204" pitchFamily="50" charset="-128"/>
            </a:endParaRPr>
          </a:p>
          <a:p>
            <a:pPr marL="285750" indent="-285750">
              <a:lnSpc>
                <a:spcPct val="150000"/>
              </a:lnSpc>
              <a:buFont typeface="Arial" panose="020B0604020202020204" pitchFamily="34" charset="0"/>
              <a:buChar char="•"/>
            </a:pPr>
            <a:r>
              <a:rPr lang="en-US" altLang="ja-JP">
                <a:latin typeface="メイリオ" panose="020B0604030504040204" pitchFamily="50" charset="-128"/>
                <a:ea typeface="メイリオ" panose="020B0604030504040204" pitchFamily="50" charset="-128"/>
              </a:rPr>
              <a:t>CI</a:t>
            </a:r>
            <a:r>
              <a:rPr lang="ja-JP" altLang="en-US">
                <a:latin typeface="メイリオ" panose="020B0604030504040204" pitchFamily="50" charset="-128"/>
                <a:ea typeface="メイリオ" panose="020B0604030504040204" pitchFamily="50" charset="-128"/>
              </a:rPr>
              <a:t>ワークフローで作成されたファイルは仮想環境に保存されるため、</a:t>
            </a:r>
            <a:br>
              <a:rPr lang="en-US" altLang="ja-JP">
                <a:latin typeface="メイリオ" panose="020B0604030504040204" pitchFamily="50" charset="-128"/>
                <a:ea typeface="メイリオ" panose="020B0604030504040204" pitchFamily="50" charset="-128"/>
              </a:rPr>
            </a:br>
            <a:r>
              <a:rPr lang="ja-JP" altLang="en-US">
                <a:latin typeface="メイリオ" panose="020B0604030504040204" pitchFamily="50" charset="-128"/>
                <a:ea typeface="メイリオ" panose="020B0604030504040204" pitchFamily="50" charset="-128"/>
              </a:rPr>
              <a:t>ワークフローの</a:t>
            </a:r>
            <a:r>
              <a:rPr lang="ja-JP" altLang="en-US" b="1">
                <a:latin typeface="メイリオ" panose="020B0604030504040204" pitchFamily="50" charset="-128"/>
                <a:ea typeface="メイリオ" panose="020B0604030504040204" pitchFamily="50" charset="-128"/>
              </a:rPr>
              <a:t>実行が終了すると消えてしまいます</a:t>
            </a:r>
            <a:r>
              <a:rPr lang="ja-JP" altLang="en-US">
                <a:latin typeface="メイリオ" panose="020B0604030504040204" pitchFamily="50" charset="-128"/>
                <a:ea typeface="メイリオ" panose="020B0604030504040204" pitchFamily="50" charset="-128"/>
              </a:rPr>
              <a:t>。</a:t>
            </a:r>
            <a:endParaRPr lang="en-US" altLang="ja-JP">
              <a:latin typeface="メイリオ" panose="020B0604030504040204" pitchFamily="50" charset="-128"/>
              <a:ea typeface="メイリオ" panose="020B0604030504040204" pitchFamily="50" charset="-128"/>
            </a:endParaRPr>
          </a:p>
          <a:p>
            <a:pPr marL="285750" indent="-285750">
              <a:lnSpc>
                <a:spcPct val="150000"/>
              </a:lnSpc>
              <a:buFont typeface="Arial" panose="020B0604020202020204" pitchFamily="34" charset="0"/>
              <a:buChar char="•"/>
            </a:pPr>
            <a:r>
              <a:rPr lang="ja-JP" altLang="en-US">
                <a:latin typeface="メイリオ" panose="020B0604030504040204" pitchFamily="50" charset="-128"/>
                <a:ea typeface="メイリオ" panose="020B0604030504040204" pitchFamily="50" charset="-128"/>
              </a:rPr>
              <a:t>バックアップの用途で、これらのファイルを</a:t>
            </a:r>
            <a:br>
              <a:rPr lang="en-US" altLang="ja-JP">
                <a:latin typeface="メイリオ" panose="020B0604030504040204" pitchFamily="50" charset="-128"/>
                <a:ea typeface="メイリオ" panose="020B0604030504040204" pitchFamily="50" charset="-128"/>
              </a:rPr>
            </a:br>
            <a:r>
              <a:rPr lang="ja-JP" altLang="en-US">
                <a:latin typeface="メイリオ" panose="020B0604030504040204" pitchFamily="50" charset="-128"/>
                <a:ea typeface="メイリオ" panose="020B0604030504040204" pitchFamily="50" charset="-128"/>
              </a:rPr>
              <a:t>外部から保存できる</a:t>
            </a:r>
            <a:r>
              <a:rPr lang="ja-JP" altLang="en-US" b="1">
                <a:latin typeface="メイリオ" panose="020B0604030504040204" pitchFamily="50" charset="-128"/>
                <a:ea typeface="メイリオ" panose="020B0604030504040204" pitchFamily="50" charset="-128"/>
              </a:rPr>
              <a:t>アーティファクト</a:t>
            </a:r>
            <a:r>
              <a:rPr lang="ja-JP" altLang="en-US">
                <a:latin typeface="メイリオ" panose="020B0604030504040204" pitchFamily="50" charset="-128"/>
                <a:ea typeface="メイリオ" panose="020B0604030504040204" pitchFamily="50" charset="-128"/>
              </a:rPr>
              <a:t>として出力するようにしておくといいでしょう。</a:t>
            </a:r>
            <a:endParaRPr lang="en-US" altLang="ja-JP">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985594175"/>
      </p:ext>
    </p:extLst>
  </p:cSld>
  <p:clrMapOvr>
    <a:masterClrMapping/>
  </p:clrMapOvr>
  <p:extLst>
    <p:ext uri="{6950BFC3-D8DA-4A85-94F7-54DA5524770B}">
      <p188:commentRel xmlns:p188="http://schemas.microsoft.com/office/powerpoint/2018/8/main" r:id="rId2"/>
    </p:ext>
  </p:extLs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27AA8-0FEA-FE7A-4918-D50C7A0FDCE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0E67A2D-212A-115E-62E4-FFC011D1D062}"/>
              </a:ext>
            </a:extLst>
          </p:cNvPr>
          <p:cNvSpPr>
            <a:spLocks noGrp="1"/>
          </p:cNvSpPr>
          <p:nvPr>
            <p:ph type="title"/>
          </p:nvPr>
        </p:nvSpPr>
        <p:spPr>
          <a:xfrm>
            <a:off x="759540" y="535713"/>
            <a:ext cx="10992577" cy="503555"/>
          </a:xfrm>
        </p:spPr>
        <p:txBody>
          <a:bodyPr/>
          <a:lstStyle/>
          <a:p>
            <a:r>
              <a:rPr lang="ja-JP" altLang="en-US" b="1">
                <a:solidFill>
                  <a:schemeClr val="tx2"/>
                </a:solidFill>
                <a:latin typeface="メイリオ" panose="020B0604030504040204" pitchFamily="50" charset="-128"/>
                <a:ea typeface="メイリオ" panose="020B0604030504040204" pitchFamily="50" charset="-128"/>
              </a:rPr>
              <a:t>研修⑤：ワークフロー作成：自動実行の完成</a:t>
            </a:r>
          </a:p>
        </p:txBody>
      </p:sp>
      <p:sp>
        <p:nvSpPr>
          <p:cNvPr id="4" name="スライド番号プレースホルダー 3">
            <a:extLst>
              <a:ext uri="{FF2B5EF4-FFF2-40B4-BE49-F238E27FC236}">
                <a16:creationId xmlns:a16="http://schemas.microsoft.com/office/drawing/2014/main" id="{95C7DF32-8C59-7B51-B380-FBF3E9DA6FFF}"/>
              </a:ext>
            </a:extLst>
          </p:cNvPr>
          <p:cNvSpPr>
            <a:spLocks noGrp="1"/>
          </p:cNvSpPr>
          <p:nvPr>
            <p:ph type="sldNum" sz="quarter" idx="12"/>
          </p:nvPr>
        </p:nvSpPr>
        <p:spPr/>
        <p:txBody>
          <a:bodyPr/>
          <a:lstStyle/>
          <a:p>
            <a:fld id="{AEA9F59F-5AEA-DB42-A066-0EDE44B4D5E7}" type="slidenum">
              <a:rPr lang="ja-JP" altLang="en-US" smtClean="0"/>
              <a:pPr/>
              <a:t>46</a:t>
            </a:fld>
            <a:endParaRPr lang="ja-JP" altLang="en-US"/>
          </a:p>
        </p:txBody>
      </p:sp>
      <p:sp>
        <p:nvSpPr>
          <p:cNvPr id="6" name="テキスト ボックス 5">
            <a:extLst>
              <a:ext uri="{FF2B5EF4-FFF2-40B4-BE49-F238E27FC236}">
                <a16:creationId xmlns:a16="http://schemas.microsoft.com/office/drawing/2014/main" id="{27687F80-A835-08BC-9868-EB50D5F7018B}"/>
              </a:ext>
            </a:extLst>
          </p:cNvPr>
          <p:cNvSpPr txBox="1"/>
          <p:nvPr/>
        </p:nvSpPr>
        <p:spPr>
          <a:xfrm>
            <a:off x="1154730" y="1248659"/>
            <a:ext cx="10202196" cy="1442703"/>
          </a:xfrm>
          <a:prstGeom prst="rect">
            <a:avLst/>
          </a:prstGeom>
          <a:noFill/>
        </p:spPr>
        <p:txBody>
          <a:bodyPr wrap="square" rtlCol="0">
            <a:spAutoFit/>
          </a:bodyPr>
          <a:lstStyle/>
          <a:p>
            <a:pPr>
              <a:lnSpc>
                <a:spcPct val="150000"/>
              </a:lnSpc>
            </a:pPr>
            <a:r>
              <a:rPr lang="ja-JP" altLang="en-US" sz="2400" b="1">
                <a:latin typeface="メイリオ" panose="020B0604030504040204" pitchFamily="50" charset="-128"/>
                <a:ea typeface="メイリオ" panose="020B0604030504040204" pitchFamily="50" charset="-128"/>
              </a:rPr>
              <a:t>実装例</a:t>
            </a:r>
            <a:endParaRPr lang="en-US" altLang="ja-JP" sz="2400" b="1">
              <a:latin typeface="メイリオ" panose="020B0604030504040204" pitchFamily="50" charset="-128"/>
              <a:ea typeface="メイリオ" panose="020B0604030504040204" pitchFamily="50" charset="-128"/>
            </a:endParaRPr>
          </a:p>
          <a:p>
            <a:pPr marL="285750" indent="-285750">
              <a:lnSpc>
                <a:spcPct val="150000"/>
              </a:lnSpc>
              <a:buFont typeface="Arial" panose="020B0604020202020204" pitchFamily="34" charset="0"/>
              <a:buChar char="•"/>
            </a:pPr>
            <a:r>
              <a:rPr lang="en-US" altLang="ja-JP">
                <a:latin typeface="Cascadia Code Light" panose="020B0609020000020004" pitchFamily="49" charset="0"/>
                <a:ea typeface="Cascadia Code Light" panose="020B0609020000020004" pitchFamily="49" charset="0"/>
                <a:cs typeface="Cascadia Code Light" panose="020B0609020000020004" pitchFamily="49" charset="0"/>
              </a:rPr>
              <a:t>actions/upload-artifact</a:t>
            </a:r>
            <a:r>
              <a:rPr lang="ja-JP" altLang="en-US">
                <a:latin typeface="Cascadia Code Light" panose="020B0609020000020004" pitchFamily="49" charset="0"/>
                <a:ea typeface="Cascadia Code Light" panose="020B0609020000020004" pitchFamily="49" charset="0"/>
                <a:cs typeface="Cascadia Code Light" panose="020B0609020000020004" pitchFamily="49" charset="0"/>
              </a:rPr>
              <a:t> </a:t>
            </a:r>
            <a:r>
              <a:rPr lang="ja-JP" altLang="en-US">
                <a:latin typeface="メイリオ" panose="020B0604030504040204" pitchFamily="50" charset="-128"/>
                <a:ea typeface="メイリオ" panose="020B0604030504040204" pitchFamily="50" charset="-128"/>
              </a:rPr>
              <a:t>を用いる</a:t>
            </a:r>
            <a:endParaRPr lang="en-US" altLang="ja-JP">
              <a:latin typeface="メイリオ" panose="020B0604030504040204" pitchFamily="50" charset="-128"/>
              <a:ea typeface="メイリオ" panose="020B0604030504040204" pitchFamily="50" charset="-128"/>
            </a:endParaRPr>
          </a:p>
          <a:p>
            <a:pPr marL="742950" lvl="1" indent="-285750">
              <a:lnSpc>
                <a:spcPct val="150000"/>
              </a:lnSpc>
              <a:buFont typeface="Arial" panose="020B0604020202020204" pitchFamily="34" charset="0"/>
              <a:buChar char="•"/>
            </a:pPr>
            <a:r>
              <a:rPr lang="en-US" altLang="ja-JP">
                <a:latin typeface="メイリオ" panose="020B0604030504040204" pitchFamily="50" charset="-128"/>
                <a:ea typeface="メイリオ" panose="020B0604030504040204" pitchFamily="50" charset="-128"/>
                <a:hlinkClick r:id="rId2"/>
              </a:rPr>
              <a:t>https://github.com/actions/upload-artifact</a:t>
            </a:r>
            <a:endParaRPr lang="en-US" altLang="ja-JP">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8CF43446-68CC-38B5-6DC3-2A06FC52F9AB}"/>
              </a:ext>
            </a:extLst>
          </p:cNvPr>
          <p:cNvSpPr/>
          <p:nvPr/>
        </p:nvSpPr>
        <p:spPr>
          <a:xfrm>
            <a:off x="1927122" y="2792360"/>
            <a:ext cx="8337755" cy="3232329"/>
          </a:xfrm>
          <a:prstGeom prst="rect">
            <a:avLst/>
          </a:prstGeom>
          <a:ln/>
        </p:spPr>
        <p:style>
          <a:lnRef idx="2">
            <a:schemeClr val="accent2"/>
          </a:lnRef>
          <a:fillRef idx="1">
            <a:schemeClr val="lt1"/>
          </a:fillRef>
          <a:effectRef idx="0">
            <a:schemeClr val="accent2"/>
          </a:effectRef>
          <a:fontRef idx="minor">
            <a:schemeClr val="dk1"/>
          </a:fontRef>
        </p:style>
        <p:txBody>
          <a:bodyPr rtlCol="0" anchor="ctr"/>
          <a:lstStyle/>
          <a:p>
            <a:pPr marL="285750" indent="-285750">
              <a:buFontTx/>
              <a:buChar char="-"/>
            </a:pPr>
            <a:r>
              <a:rPr kumimoji="1" lang="en-US" altLang="ja-JP">
                <a:solidFill>
                  <a:schemeClr val="tx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name</a:t>
            </a:r>
            <a:r>
              <a:rPr lang="en-US" altLang="ja-JP">
                <a:solidFill>
                  <a:schemeClr val="tx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Upload-artifact</a:t>
            </a:r>
            <a:br>
              <a:rPr lang="en-US" altLang="ja-JP">
                <a:solidFill>
                  <a:schemeClr val="tx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br>
            <a:r>
              <a:rPr lang="en-US" altLang="ja-JP">
                <a:solidFill>
                  <a:schemeClr val="tx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uses:</a:t>
            </a:r>
            <a:r>
              <a:rPr lang="ja-JP" altLang="en-US">
                <a:solidFill>
                  <a:schemeClr val="tx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a:t>
            </a:r>
            <a:r>
              <a:rPr lang="en-US" altLang="ja-JP">
                <a:solidFill>
                  <a:schemeClr val="tx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actions/upload-artifact@v5 </a:t>
            </a:r>
            <a:r>
              <a:rPr lang="en-US" altLang="ja-JP">
                <a:solidFill>
                  <a:schemeClr val="bg1">
                    <a:lumMod val="65000"/>
                  </a:schemeClr>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a:t>
            </a:r>
            <a:r>
              <a:rPr lang="ja-JP" altLang="en-US">
                <a:solidFill>
                  <a:schemeClr val="bg1">
                    <a:lumMod val="65000"/>
                  </a:schemeClr>
                </a:solidFill>
                <a:latin typeface="メイリオ" panose="020B0604030504040204" pitchFamily="50" charset="-128"/>
                <a:ea typeface="メイリオ" panose="020B0604030504040204" pitchFamily="50" charset="-128"/>
                <a:cs typeface="Cascadia Code ExtraLight" panose="020B0609020000020004" pitchFamily="49" charset="0"/>
              </a:rPr>
              <a:t>バージョンは適宜更新</a:t>
            </a:r>
            <a:endParaRPr lang="en-US" altLang="ja-JP">
              <a:solidFill>
                <a:schemeClr val="bg1">
                  <a:lumMod val="65000"/>
                </a:schemeClr>
              </a:solidFill>
              <a:latin typeface="メイリオ" panose="020B0604030504040204" pitchFamily="50" charset="-128"/>
              <a:ea typeface="メイリオ" panose="020B0604030504040204" pitchFamily="50" charset="-128"/>
              <a:cs typeface="Cascadia Code ExtraLight" panose="020B0609020000020004" pitchFamily="49" charset="0"/>
            </a:endParaRPr>
          </a:p>
          <a:p>
            <a:r>
              <a:rPr kumimoji="1" lang="en-US" altLang="ja-JP">
                <a:solidFill>
                  <a:schemeClr val="tx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with:</a:t>
            </a:r>
          </a:p>
          <a:p>
            <a:r>
              <a:rPr lang="en-US" altLang="ja-JP">
                <a:solidFill>
                  <a:schemeClr val="tx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name: test-result-report </a:t>
            </a:r>
            <a:r>
              <a:rPr lang="en-US" altLang="ja-JP">
                <a:solidFill>
                  <a:schemeClr val="bg1">
                    <a:lumMod val="65000"/>
                  </a:schemeClr>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a:t>
            </a:r>
            <a:r>
              <a:rPr lang="ja-JP" altLang="en-US">
                <a:solidFill>
                  <a:schemeClr val="bg1">
                    <a:lumMod val="65000"/>
                  </a:schemeClr>
                </a:solidFill>
                <a:latin typeface="メイリオ" panose="020B0604030504040204" pitchFamily="50" charset="-128"/>
                <a:ea typeface="メイリオ" panose="020B0604030504040204" pitchFamily="50" charset="-128"/>
                <a:cs typeface="Cascadia Code ExtraLight" panose="020B0609020000020004" pitchFamily="49" charset="0"/>
              </a:rPr>
              <a:t>出力するファイル名</a:t>
            </a:r>
            <a:endParaRPr lang="en-US" altLang="ja-JP">
              <a:solidFill>
                <a:schemeClr val="bg1">
                  <a:lumMod val="65000"/>
                </a:schemeClr>
              </a:solidFill>
              <a:latin typeface="メイリオ" panose="020B0604030504040204" pitchFamily="50" charset="-128"/>
              <a:ea typeface="メイリオ" panose="020B0604030504040204" pitchFamily="50" charset="-128"/>
              <a:cs typeface="Cascadia Code ExtraLight" panose="020B0609020000020004" pitchFamily="49" charset="0"/>
            </a:endParaRPr>
          </a:p>
          <a:p>
            <a:r>
              <a:rPr kumimoji="1" lang="en-US" altLang="ja-JP">
                <a:solidFill>
                  <a:schemeClr val="tx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a:t>
            </a:r>
            <a:r>
              <a:rPr lang="en-US" altLang="ja-JP">
                <a:solidFill>
                  <a:schemeClr val="tx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path: |</a:t>
            </a:r>
            <a:r>
              <a:rPr lang="ja-JP" altLang="en-US">
                <a:solidFill>
                  <a:schemeClr val="tx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a:t>
            </a:r>
            <a:r>
              <a:rPr lang="en-US" altLang="ja-JP">
                <a:solidFill>
                  <a:schemeClr val="bg1">
                    <a:lumMod val="65000"/>
                  </a:schemeClr>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a:t>
            </a:r>
            <a:r>
              <a:rPr lang="ja-JP" altLang="en-US">
                <a:solidFill>
                  <a:schemeClr val="bg1">
                    <a:lumMod val="65000"/>
                  </a:schemeClr>
                </a:solidFill>
                <a:latin typeface="メイリオ" panose="020B0604030504040204" pitchFamily="50" charset="-128"/>
                <a:ea typeface="メイリオ" panose="020B0604030504040204" pitchFamily="50" charset="-128"/>
                <a:cs typeface="Cascadia Code ExtraLight" panose="020B0609020000020004" pitchFamily="49" charset="0"/>
              </a:rPr>
              <a:t>出力するファイル</a:t>
            </a:r>
            <a:endParaRPr lang="en-US" altLang="ja-JP">
              <a:solidFill>
                <a:schemeClr val="bg1">
                  <a:lumMod val="65000"/>
                </a:schemeClr>
              </a:solidFill>
              <a:latin typeface="メイリオ" panose="020B0604030504040204" pitchFamily="50" charset="-128"/>
              <a:ea typeface="メイリオ" panose="020B0604030504040204" pitchFamily="50" charset="-128"/>
              <a:cs typeface="Cascadia Code ExtraLight" panose="020B0609020000020004" pitchFamily="49" charset="0"/>
            </a:endParaRPr>
          </a:p>
          <a:p>
            <a:r>
              <a:rPr kumimoji="1" lang="en-US" altLang="ja-JP">
                <a:solidFill>
                  <a:schemeClr val="tx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a:t>
            </a:r>
            <a:r>
              <a:rPr kumimoji="1" lang="en-US" altLang="ja-JP" err="1">
                <a:solidFill>
                  <a:schemeClr val="tx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report.json</a:t>
            </a:r>
            <a:endParaRPr kumimoji="1" lang="en-US" altLang="ja-JP">
              <a:solidFill>
                <a:schemeClr val="tx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r>
              <a:rPr lang="en-US" altLang="ja-JP">
                <a:solidFill>
                  <a:schemeClr val="tx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test_result.xlsx</a:t>
            </a:r>
            <a:r>
              <a:rPr kumimoji="1" lang="en-US" altLang="ja-JP">
                <a:solidFill>
                  <a:schemeClr val="tx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a:t>
            </a:r>
            <a:endParaRPr kumimoji="1" lang="ja-JP" altLang="en-US">
              <a:solidFill>
                <a:schemeClr val="tx1"/>
              </a:solidFill>
              <a:latin typeface="Cascadia Code ExtraLight" panose="020B0609020000020004" pitchFamily="49" charset="0"/>
              <a:cs typeface="Cascadia Code ExtraLight" panose="020B0609020000020004" pitchFamily="49" charset="0"/>
            </a:endParaRPr>
          </a:p>
        </p:txBody>
      </p:sp>
    </p:spTree>
    <p:extLst>
      <p:ext uri="{BB962C8B-B14F-4D97-AF65-F5344CB8AC3E}">
        <p14:creationId xmlns:p14="http://schemas.microsoft.com/office/powerpoint/2010/main" val="6431773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B0597-81B2-9788-19F7-9F3D6E94A61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650DF2C-3ED1-36C9-090F-1A458385275E}"/>
              </a:ext>
            </a:extLst>
          </p:cNvPr>
          <p:cNvSpPr>
            <a:spLocks noGrp="1"/>
          </p:cNvSpPr>
          <p:nvPr>
            <p:ph type="title"/>
          </p:nvPr>
        </p:nvSpPr>
        <p:spPr>
          <a:xfrm>
            <a:off x="759540" y="535713"/>
            <a:ext cx="10992577" cy="503555"/>
          </a:xfrm>
        </p:spPr>
        <p:txBody>
          <a:bodyPr/>
          <a:lstStyle/>
          <a:p>
            <a:r>
              <a:rPr lang="ja-JP" altLang="en-US" b="1">
                <a:solidFill>
                  <a:schemeClr val="tx2"/>
                </a:solidFill>
                <a:latin typeface="メイリオ" panose="020B0604030504040204" pitchFamily="50" charset="-128"/>
                <a:ea typeface="メイリオ" panose="020B0604030504040204" pitchFamily="50" charset="-128"/>
              </a:rPr>
              <a:t>研修⑤：ワークフロー作成：自動実行の完成</a:t>
            </a:r>
          </a:p>
        </p:txBody>
      </p:sp>
      <p:sp>
        <p:nvSpPr>
          <p:cNvPr id="4" name="スライド番号プレースホルダー 3">
            <a:extLst>
              <a:ext uri="{FF2B5EF4-FFF2-40B4-BE49-F238E27FC236}">
                <a16:creationId xmlns:a16="http://schemas.microsoft.com/office/drawing/2014/main" id="{62019CB4-4D7B-9804-DED9-6617E8F03AC9}"/>
              </a:ext>
            </a:extLst>
          </p:cNvPr>
          <p:cNvSpPr>
            <a:spLocks noGrp="1"/>
          </p:cNvSpPr>
          <p:nvPr>
            <p:ph type="sldNum" sz="quarter" idx="12"/>
          </p:nvPr>
        </p:nvSpPr>
        <p:spPr/>
        <p:txBody>
          <a:bodyPr/>
          <a:lstStyle/>
          <a:p>
            <a:fld id="{AEA9F59F-5AEA-DB42-A066-0EDE44B4D5E7}" type="slidenum">
              <a:rPr lang="ja-JP" altLang="en-US" smtClean="0"/>
              <a:pPr/>
              <a:t>47</a:t>
            </a:fld>
            <a:endParaRPr lang="ja-JP" altLang="en-US"/>
          </a:p>
        </p:txBody>
      </p:sp>
      <p:sp>
        <p:nvSpPr>
          <p:cNvPr id="6" name="テキスト ボックス 5">
            <a:extLst>
              <a:ext uri="{FF2B5EF4-FFF2-40B4-BE49-F238E27FC236}">
                <a16:creationId xmlns:a16="http://schemas.microsoft.com/office/drawing/2014/main" id="{78AFA62B-2D7F-211A-241E-A1CEEB7CAE67}"/>
              </a:ext>
            </a:extLst>
          </p:cNvPr>
          <p:cNvSpPr txBox="1"/>
          <p:nvPr/>
        </p:nvSpPr>
        <p:spPr>
          <a:xfrm>
            <a:off x="1154730" y="1403084"/>
            <a:ext cx="10202196" cy="1858201"/>
          </a:xfrm>
          <a:prstGeom prst="rect">
            <a:avLst/>
          </a:prstGeom>
          <a:noFill/>
        </p:spPr>
        <p:txBody>
          <a:bodyPr wrap="square" rtlCol="0">
            <a:spAutoFit/>
          </a:bodyPr>
          <a:lstStyle/>
          <a:p>
            <a:pPr>
              <a:lnSpc>
                <a:spcPct val="150000"/>
              </a:lnSpc>
            </a:pPr>
            <a:r>
              <a:rPr lang="en-US" altLang="ja-JP" sz="2400" b="1">
                <a:latin typeface="メイリオ" panose="020B0604030504040204" pitchFamily="50" charset="-128"/>
                <a:ea typeface="メイリオ" panose="020B0604030504040204" pitchFamily="50" charset="-128"/>
              </a:rPr>
              <a:t>CI</a:t>
            </a:r>
            <a:r>
              <a:rPr lang="ja-JP" altLang="en-US" sz="2400" b="1">
                <a:latin typeface="メイリオ" panose="020B0604030504040204" pitchFamily="50" charset="-128"/>
                <a:ea typeface="メイリオ" panose="020B0604030504040204" pitchFamily="50" charset="-128"/>
              </a:rPr>
              <a:t>ツールの環境変数について</a:t>
            </a:r>
            <a:endParaRPr lang="en-US" altLang="ja-JP" sz="2400" b="1">
              <a:latin typeface="メイリオ" panose="020B0604030504040204" pitchFamily="50" charset="-128"/>
              <a:ea typeface="メイリオ" panose="020B0604030504040204" pitchFamily="50" charset="-128"/>
            </a:endParaRPr>
          </a:p>
          <a:p>
            <a:pPr marL="285750" indent="-285750">
              <a:lnSpc>
                <a:spcPct val="150000"/>
              </a:lnSpc>
              <a:buFont typeface="Arial" panose="020B0604020202020204" pitchFamily="34" charset="0"/>
              <a:buChar char="•"/>
            </a:pPr>
            <a:r>
              <a:rPr lang="ja-JP" altLang="en-US">
                <a:latin typeface="メイリオ" panose="020B0604030504040204" pitchFamily="50" charset="-128"/>
                <a:ea typeface="メイリオ" panose="020B0604030504040204" pitchFamily="50" charset="-128"/>
              </a:rPr>
              <a:t>今回のスクリプトで使用した</a:t>
            </a:r>
            <a:r>
              <a:rPr lang="en-US" altLang="ja-JP" b="1">
                <a:latin typeface="メイリオ" panose="020B0604030504040204" pitchFamily="50" charset="-128"/>
                <a:ea typeface="メイリオ" panose="020B0604030504040204" pitchFamily="50" charset="-128"/>
              </a:rPr>
              <a:t>Slack</a:t>
            </a:r>
            <a:r>
              <a:rPr lang="ja-JP" altLang="en-US" b="1">
                <a:latin typeface="メイリオ" panose="020B0604030504040204" pitchFamily="50" charset="-128"/>
                <a:ea typeface="メイリオ" panose="020B0604030504040204" pitchFamily="50" charset="-128"/>
              </a:rPr>
              <a:t>の</a:t>
            </a:r>
            <a:r>
              <a:rPr lang="en-US" altLang="ja-JP" b="1" err="1">
                <a:latin typeface="メイリオ" panose="020B0604030504040204" pitchFamily="50" charset="-128"/>
                <a:ea typeface="メイリオ" panose="020B0604030504040204" pitchFamily="50" charset="-128"/>
              </a:rPr>
              <a:t>webhookURL</a:t>
            </a:r>
            <a:r>
              <a:rPr lang="ja-JP" altLang="en-US">
                <a:latin typeface="メイリオ" panose="020B0604030504040204" pitchFamily="50" charset="-128"/>
                <a:ea typeface="メイリオ" panose="020B0604030504040204" pitchFamily="50" charset="-128"/>
              </a:rPr>
              <a:t>や</a:t>
            </a:r>
            <a:r>
              <a:rPr lang="en-US" altLang="ja-JP" b="1" err="1">
                <a:latin typeface="メイリオ" panose="020B0604030504040204" pitchFamily="50" charset="-128"/>
                <a:ea typeface="メイリオ" panose="020B0604030504040204" pitchFamily="50" charset="-128"/>
              </a:rPr>
              <a:t>VeriGenChat</a:t>
            </a:r>
            <a:r>
              <a:rPr lang="ja-JP" altLang="en-US" b="1">
                <a:latin typeface="メイリオ" panose="020B0604030504040204" pitchFamily="50" charset="-128"/>
                <a:ea typeface="メイリオ" panose="020B0604030504040204" pitchFamily="50" charset="-128"/>
              </a:rPr>
              <a:t>の</a:t>
            </a:r>
            <a:r>
              <a:rPr lang="en-US" altLang="ja-JP" b="1">
                <a:latin typeface="メイリオ" panose="020B0604030504040204" pitchFamily="50" charset="-128"/>
                <a:ea typeface="メイリオ" panose="020B0604030504040204" pitchFamily="50" charset="-128"/>
              </a:rPr>
              <a:t>API</a:t>
            </a:r>
            <a:r>
              <a:rPr lang="ja-JP" altLang="en-US" b="1">
                <a:latin typeface="メイリオ" panose="020B0604030504040204" pitchFamily="50" charset="-128"/>
                <a:ea typeface="メイリオ" panose="020B0604030504040204" pitchFamily="50" charset="-128"/>
              </a:rPr>
              <a:t>トークン</a:t>
            </a:r>
            <a:r>
              <a:rPr lang="ja-JP" altLang="en-US">
                <a:latin typeface="メイリオ" panose="020B0604030504040204" pitchFamily="50" charset="-128"/>
                <a:ea typeface="メイリオ" panose="020B0604030504040204" pitchFamily="50" charset="-128"/>
              </a:rPr>
              <a:t>など、</a:t>
            </a:r>
            <a:br>
              <a:rPr lang="en-US" altLang="ja-JP">
                <a:latin typeface="メイリオ" panose="020B0604030504040204" pitchFamily="50" charset="-128"/>
                <a:ea typeface="メイリオ" panose="020B0604030504040204" pitchFamily="50" charset="-128"/>
              </a:rPr>
            </a:br>
            <a:r>
              <a:rPr lang="ja-JP" altLang="en-US">
                <a:latin typeface="メイリオ" panose="020B0604030504040204" pitchFamily="50" charset="-128"/>
                <a:ea typeface="メイリオ" panose="020B0604030504040204" pitchFamily="50" charset="-128"/>
              </a:rPr>
              <a:t>秘匿性が高いパラメータについては</a:t>
            </a:r>
            <a:r>
              <a:rPr lang="ja-JP" altLang="en-US" b="1">
                <a:latin typeface="メイリオ" panose="020B0604030504040204" pitchFamily="50" charset="-128"/>
                <a:ea typeface="メイリオ" panose="020B0604030504040204" pitchFamily="50" charset="-128"/>
              </a:rPr>
              <a:t>ハードコード</a:t>
            </a:r>
            <a:r>
              <a:rPr lang="en-US" altLang="ja-JP" b="1">
                <a:latin typeface="メイリオ" panose="020B0604030504040204" pitchFamily="50" charset="-128"/>
                <a:ea typeface="メイリオ" panose="020B0604030504040204" pitchFamily="50" charset="-128"/>
              </a:rPr>
              <a:t>(</a:t>
            </a:r>
            <a:r>
              <a:rPr lang="ja-JP" altLang="en-US" b="1">
                <a:latin typeface="メイリオ" panose="020B0604030504040204" pitchFamily="50" charset="-128"/>
                <a:ea typeface="メイリオ" panose="020B0604030504040204" pitchFamily="50" charset="-128"/>
              </a:rPr>
              <a:t>直接コード内に書き込むこと</a:t>
            </a:r>
            <a:r>
              <a:rPr lang="en-US" altLang="ja-JP" b="1">
                <a:latin typeface="メイリオ" panose="020B0604030504040204" pitchFamily="50" charset="-128"/>
                <a:ea typeface="メイリオ" panose="020B0604030504040204" pitchFamily="50" charset="-128"/>
              </a:rPr>
              <a:t>)</a:t>
            </a:r>
            <a:r>
              <a:rPr lang="ja-JP" altLang="en-US">
                <a:latin typeface="メイリオ" panose="020B0604030504040204" pitchFamily="50" charset="-128"/>
                <a:ea typeface="メイリオ" panose="020B0604030504040204" pitchFamily="50" charset="-128"/>
              </a:rPr>
              <a:t>ではなく</a:t>
            </a:r>
            <a:br>
              <a:rPr lang="en-US" altLang="ja-JP">
                <a:latin typeface="メイリオ" panose="020B0604030504040204" pitchFamily="50" charset="-128"/>
                <a:ea typeface="メイリオ" panose="020B0604030504040204" pitchFamily="50" charset="-128"/>
              </a:rPr>
            </a:br>
            <a:r>
              <a:rPr lang="en-US" altLang="ja-JP" b="1">
                <a:latin typeface="メイリオ" panose="020B0604030504040204" pitchFamily="50" charset="-128"/>
                <a:ea typeface="メイリオ" panose="020B0604030504040204" pitchFamily="50" charset="-128"/>
              </a:rPr>
              <a:t>CI</a:t>
            </a:r>
            <a:r>
              <a:rPr lang="ja-JP" altLang="en-US" b="1">
                <a:latin typeface="メイリオ" panose="020B0604030504040204" pitchFamily="50" charset="-128"/>
                <a:ea typeface="メイリオ" panose="020B0604030504040204" pitchFamily="50" charset="-128"/>
              </a:rPr>
              <a:t>ツールの環境変数から取得</a:t>
            </a:r>
            <a:r>
              <a:rPr lang="ja-JP" altLang="en-US">
                <a:latin typeface="メイリオ" panose="020B0604030504040204" pitchFamily="50" charset="-128"/>
                <a:ea typeface="メイリオ" panose="020B0604030504040204" pitchFamily="50" charset="-128"/>
              </a:rPr>
              <a:t>することが推奨されます。</a:t>
            </a:r>
            <a:endParaRPr lang="en-US" altLang="ja-JP">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D4D115F-2179-477C-B654-3F19444CBE2D}"/>
              </a:ext>
            </a:extLst>
          </p:cNvPr>
          <p:cNvSpPr/>
          <p:nvPr/>
        </p:nvSpPr>
        <p:spPr>
          <a:xfrm>
            <a:off x="1580804" y="3305856"/>
            <a:ext cx="8654288" cy="1678879"/>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r>
              <a:rPr kumimoji="1" lang="en-US" altLang="ja-JP">
                <a:solidFill>
                  <a:schemeClr val="bg1">
                    <a:lumMod val="6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kumimoji="1" lang="ja-JP" altLang="en-US">
                <a:solidFill>
                  <a:schemeClr val="bg1">
                    <a:lumMod val="65000"/>
                  </a:schemeClr>
                </a:solidFill>
                <a:latin typeface="メイリオ" panose="020B0604030504040204" pitchFamily="50" charset="-128"/>
                <a:ea typeface="メイリオ" panose="020B0604030504040204" pitchFamily="50" charset="-128"/>
                <a:cs typeface="Cascadia Code Light" panose="020B0609020000020004" pitchFamily="49" charset="0"/>
              </a:rPr>
              <a:t>修正前</a:t>
            </a:r>
            <a:endParaRPr kumimoji="1" lang="en-US" altLang="ja-JP">
              <a:solidFill>
                <a:schemeClr val="bg1">
                  <a:lumMod val="65000"/>
                </a:schemeClr>
              </a:solidFill>
              <a:latin typeface="メイリオ" panose="020B0604030504040204" pitchFamily="50" charset="-128"/>
              <a:ea typeface="メイリオ" panose="020B0604030504040204" pitchFamily="50" charset="-128"/>
              <a:cs typeface="Cascadia Code Light" panose="020B0609020000020004" pitchFamily="49" charset="0"/>
            </a:endParaRPr>
          </a:p>
          <a:p>
            <a:r>
              <a:rPr lang="en-US" altLang="ja-JP" err="1">
                <a:latin typeface="Cascadia Code Light" panose="020B0609020000020004" pitchFamily="49" charset="0"/>
                <a:ea typeface="Cascadia Code Light" panose="020B0609020000020004" pitchFamily="49" charset="0"/>
                <a:cs typeface="Cascadia Code Light" panose="020B0609020000020004" pitchFamily="49" charset="0"/>
              </a:rPr>
              <a:t>w</a:t>
            </a:r>
            <a:r>
              <a:rPr kumimoji="1" lang="en-US" altLang="ja-JP" err="1">
                <a:latin typeface="Cascadia Code Light" panose="020B0609020000020004" pitchFamily="49" charset="0"/>
                <a:ea typeface="Cascadia Code Light" panose="020B0609020000020004" pitchFamily="49" charset="0"/>
                <a:cs typeface="Cascadia Code Light" panose="020B0609020000020004" pitchFamily="49" charset="0"/>
              </a:rPr>
              <a:t>eb</a:t>
            </a:r>
            <a:r>
              <a:rPr lang="en-US" altLang="ja-JP" err="1">
                <a:latin typeface="Cascadia Code Light" panose="020B0609020000020004" pitchFamily="49" charset="0"/>
                <a:ea typeface="Cascadia Code Light" panose="020B0609020000020004" pitchFamily="49" charset="0"/>
                <a:cs typeface="Cascadia Code Light" panose="020B0609020000020004" pitchFamily="49" charset="0"/>
              </a:rPr>
              <a:t>hook_url</a:t>
            </a:r>
            <a:r>
              <a:rPr lang="en-US" altLang="ja-JP">
                <a:latin typeface="Cascadia Code Light" panose="020B0609020000020004" pitchFamily="49" charset="0"/>
                <a:ea typeface="Cascadia Code Light" panose="020B0609020000020004" pitchFamily="49" charset="0"/>
                <a:cs typeface="Cascadia Code Light" panose="020B0609020000020004" pitchFamily="49" charset="0"/>
              </a:rPr>
              <a:t> = ‘https://slack….com’</a:t>
            </a:r>
            <a:endParaRPr kumimoji="1" lang="en-US" altLang="ja-JP">
              <a:latin typeface="Cascadia Code Light" panose="020B0609020000020004" pitchFamily="49" charset="0"/>
              <a:ea typeface="Cascadia Code Light" panose="020B0609020000020004" pitchFamily="49" charset="0"/>
              <a:cs typeface="Cascadia Code Light" panose="020B0609020000020004" pitchFamily="49" charset="0"/>
            </a:endParaRPr>
          </a:p>
          <a:p>
            <a:endParaRPr lang="en-US" altLang="ja-JP">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altLang="ja-JP">
                <a:solidFill>
                  <a:schemeClr val="bg1">
                    <a:lumMod val="6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ja-JP" altLang="en-US">
                <a:solidFill>
                  <a:schemeClr val="bg1">
                    <a:lumMod val="65000"/>
                  </a:schemeClr>
                </a:solidFill>
                <a:latin typeface="メイリオ" panose="020B0604030504040204" pitchFamily="50" charset="-128"/>
                <a:ea typeface="メイリオ" panose="020B0604030504040204" pitchFamily="50" charset="-128"/>
                <a:cs typeface="Cascadia Code Light" panose="020B0609020000020004" pitchFamily="49" charset="0"/>
              </a:rPr>
              <a:t>修正後</a:t>
            </a:r>
            <a:endParaRPr lang="en-US" altLang="ja-JP">
              <a:solidFill>
                <a:schemeClr val="bg1">
                  <a:lumMod val="65000"/>
                </a:schemeClr>
              </a:solidFill>
              <a:latin typeface="メイリオ" panose="020B0604030504040204" pitchFamily="50" charset="-128"/>
              <a:ea typeface="メイリオ" panose="020B0604030504040204" pitchFamily="50" charset="-128"/>
              <a:cs typeface="Cascadia Code Light" panose="020B0609020000020004" pitchFamily="49" charset="0"/>
            </a:endParaRPr>
          </a:p>
          <a:p>
            <a:r>
              <a:rPr kumimoji="1" lang="en-US" altLang="ja-JP" err="1">
                <a:latin typeface="Cascadia Code Light" panose="020B0609020000020004" pitchFamily="49" charset="0"/>
                <a:ea typeface="Cascadia Code Light" panose="020B0609020000020004" pitchFamily="49" charset="0"/>
                <a:cs typeface="Cascadia Code Light" panose="020B0609020000020004" pitchFamily="49" charset="0"/>
              </a:rPr>
              <a:t>webhook_url</a:t>
            </a:r>
            <a:r>
              <a:rPr kumimoji="1" lang="en-US" altLang="ja-JP">
                <a:latin typeface="Cascadia Code Light" panose="020B0609020000020004" pitchFamily="49" charset="0"/>
                <a:ea typeface="Cascadia Code Light" panose="020B0609020000020004" pitchFamily="49" charset="0"/>
                <a:cs typeface="Cascadia Code Light" panose="020B0609020000020004" pitchFamily="49" charset="0"/>
              </a:rPr>
              <a:t> = </a:t>
            </a:r>
            <a:r>
              <a:rPr lang="en-US" altLang="ja-JP" err="1">
                <a:latin typeface="Cascadia Code Light" panose="020B0609020000020004" pitchFamily="49" charset="0"/>
                <a:ea typeface="Cascadia Code Light" panose="020B0609020000020004" pitchFamily="49" charset="0"/>
                <a:cs typeface="Cascadia Code Light" panose="020B0609020000020004" pitchFamily="49" charset="0"/>
              </a:rPr>
              <a:t>os.environ.get</a:t>
            </a:r>
            <a:r>
              <a:rPr kumimoji="1" lang="en-US" altLang="ja-JP">
                <a:latin typeface="Cascadia Code Light" panose="020B0609020000020004" pitchFamily="49" charset="0"/>
                <a:ea typeface="Cascadia Code Light" panose="020B0609020000020004" pitchFamily="49" charset="0"/>
                <a:cs typeface="Cascadia Code Light" panose="020B0609020000020004" pitchFamily="49" charset="0"/>
              </a:rPr>
              <a:t>(‘SLACK_WEBHOOK_URL’)</a:t>
            </a:r>
          </a:p>
        </p:txBody>
      </p:sp>
      <p:sp>
        <p:nvSpPr>
          <p:cNvPr id="9" name="テキスト ボックス 8">
            <a:extLst>
              <a:ext uri="{FF2B5EF4-FFF2-40B4-BE49-F238E27FC236}">
                <a16:creationId xmlns:a16="http://schemas.microsoft.com/office/drawing/2014/main" id="{77141AF1-46ED-219F-979C-6A4C6446433F}"/>
              </a:ext>
            </a:extLst>
          </p:cNvPr>
          <p:cNvSpPr txBox="1"/>
          <p:nvPr/>
        </p:nvSpPr>
        <p:spPr>
          <a:xfrm>
            <a:off x="1154730" y="5176991"/>
            <a:ext cx="9849242" cy="88870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ja-JP" altLang="en-US">
                <a:latin typeface="メイリオ" panose="020B0604030504040204" pitchFamily="50" charset="-128"/>
                <a:ea typeface="メイリオ" panose="020B0604030504040204" pitchFamily="50" charset="-128"/>
                <a:cs typeface="Cascadia Code Light" panose="020B0609020000020004" pitchFamily="49" charset="0"/>
              </a:rPr>
              <a:t>機密情報が直接コードに載らないため安全</a:t>
            </a:r>
            <a:endParaRPr lang="en-US" altLang="ja-JP">
              <a:latin typeface="メイリオ" panose="020B0604030504040204" pitchFamily="50" charset="-128"/>
              <a:ea typeface="メイリオ" panose="020B0604030504040204" pitchFamily="50" charset="-128"/>
              <a:cs typeface="Cascadia Code Light" panose="020B0609020000020004" pitchFamily="49" charset="0"/>
            </a:endParaRPr>
          </a:p>
          <a:p>
            <a:pPr marL="285750" indent="-285750">
              <a:lnSpc>
                <a:spcPct val="150000"/>
              </a:lnSpc>
              <a:buFont typeface="Arial" panose="020B0604020202020204" pitchFamily="34" charset="0"/>
              <a:buChar char="•"/>
            </a:pPr>
            <a:r>
              <a:rPr lang="ja-JP" altLang="en-US">
                <a:latin typeface="メイリオ" panose="020B0604030504040204" pitchFamily="50" charset="-128"/>
                <a:ea typeface="メイリオ" panose="020B0604030504040204" pitchFamily="50" charset="-128"/>
                <a:cs typeface="Cascadia Code Light" panose="020B0609020000020004" pitchFamily="49" charset="0"/>
              </a:rPr>
              <a:t>万一デバッグ用の</a:t>
            </a:r>
            <a:r>
              <a:rPr lang="en-US" altLang="ja-JP">
                <a:latin typeface="Cascadia Code Light" panose="020B0609020000020004" pitchFamily="49" charset="0"/>
                <a:ea typeface="Cascadia Code Light" panose="020B0609020000020004" pitchFamily="49" charset="0"/>
                <a:cs typeface="Cascadia Code Light" panose="020B0609020000020004" pitchFamily="49" charset="0"/>
              </a:rPr>
              <a:t>print</a:t>
            </a:r>
            <a:r>
              <a:rPr lang="ja-JP" altLang="en-US">
                <a:latin typeface="メイリオ" panose="020B0604030504040204" pitchFamily="50" charset="-128"/>
                <a:ea typeface="メイリオ" panose="020B0604030504040204" pitchFamily="50" charset="-128"/>
                <a:cs typeface="Cascadia Code Light" panose="020B0609020000020004" pitchFamily="49" charset="0"/>
              </a:rPr>
              <a:t>などが残っていても「</a:t>
            </a:r>
            <a:r>
              <a:rPr lang="en-US" altLang="ja-JP" b="1">
                <a:latin typeface="メイリオ" panose="020B0604030504040204" pitchFamily="50" charset="-128"/>
                <a:ea typeface="メイリオ" panose="020B0604030504040204" pitchFamily="50" charset="-128"/>
                <a:cs typeface="Cascadia Code Light" panose="020B0609020000020004" pitchFamily="49" charset="0"/>
              </a:rPr>
              <a:t>***</a:t>
            </a:r>
            <a:r>
              <a:rPr lang="ja-JP" altLang="en-US">
                <a:latin typeface="メイリオ" panose="020B0604030504040204" pitchFamily="50" charset="-128"/>
                <a:ea typeface="メイリオ" panose="020B0604030504040204" pitchFamily="50" charset="-128"/>
                <a:cs typeface="Cascadia Code Light" panose="020B0609020000020004" pitchFamily="49" charset="0"/>
              </a:rPr>
              <a:t>」のようにマスキング表示される</a:t>
            </a:r>
          </a:p>
        </p:txBody>
      </p:sp>
    </p:spTree>
    <p:extLst>
      <p:ext uri="{BB962C8B-B14F-4D97-AF65-F5344CB8AC3E}">
        <p14:creationId xmlns:p14="http://schemas.microsoft.com/office/powerpoint/2010/main" val="23261430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EE461-61D0-0CE6-E460-B7701784A04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AD94A5D-FC43-AFB3-D264-35C2B9C389BB}"/>
              </a:ext>
            </a:extLst>
          </p:cNvPr>
          <p:cNvSpPr>
            <a:spLocks noGrp="1"/>
          </p:cNvSpPr>
          <p:nvPr>
            <p:ph type="title"/>
          </p:nvPr>
        </p:nvSpPr>
        <p:spPr>
          <a:xfrm>
            <a:off x="759540" y="535713"/>
            <a:ext cx="10992577" cy="503555"/>
          </a:xfrm>
        </p:spPr>
        <p:txBody>
          <a:bodyPr/>
          <a:lstStyle/>
          <a:p>
            <a:r>
              <a:rPr lang="ja-JP" altLang="en-US" b="1">
                <a:solidFill>
                  <a:schemeClr val="tx2"/>
                </a:solidFill>
                <a:latin typeface="メイリオ" panose="020B0604030504040204" pitchFamily="50" charset="-128"/>
                <a:ea typeface="メイリオ" panose="020B0604030504040204" pitchFamily="50" charset="-128"/>
              </a:rPr>
              <a:t>研修⑤：ワークフロー作成：自動実行の完成</a:t>
            </a:r>
          </a:p>
        </p:txBody>
      </p:sp>
      <p:sp>
        <p:nvSpPr>
          <p:cNvPr id="4" name="スライド番号プレースホルダー 3">
            <a:extLst>
              <a:ext uri="{FF2B5EF4-FFF2-40B4-BE49-F238E27FC236}">
                <a16:creationId xmlns:a16="http://schemas.microsoft.com/office/drawing/2014/main" id="{BC5BC63E-0204-645C-2DD2-B4078E6B7C11}"/>
              </a:ext>
            </a:extLst>
          </p:cNvPr>
          <p:cNvSpPr>
            <a:spLocks noGrp="1"/>
          </p:cNvSpPr>
          <p:nvPr>
            <p:ph type="sldNum" sz="quarter" idx="12"/>
          </p:nvPr>
        </p:nvSpPr>
        <p:spPr/>
        <p:txBody>
          <a:bodyPr/>
          <a:lstStyle/>
          <a:p>
            <a:fld id="{AEA9F59F-5AEA-DB42-A066-0EDE44B4D5E7}" type="slidenum">
              <a:rPr lang="ja-JP" altLang="en-US" smtClean="0"/>
              <a:pPr/>
              <a:t>48</a:t>
            </a:fld>
            <a:endParaRPr lang="ja-JP" altLang="en-US"/>
          </a:p>
        </p:txBody>
      </p:sp>
      <p:sp>
        <p:nvSpPr>
          <p:cNvPr id="6" name="テキスト ボックス 5">
            <a:extLst>
              <a:ext uri="{FF2B5EF4-FFF2-40B4-BE49-F238E27FC236}">
                <a16:creationId xmlns:a16="http://schemas.microsoft.com/office/drawing/2014/main" id="{69C707EB-973A-D4E7-1A3E-72C5F502F462}"/>
              </a:ext>
            </a:extLst>
          </p:cNvPr>
          <p:cNvSpPr txBox="1"/>
          <p:nvPr/>
        </p:nvSpPr>
        <p:spPr>
          <a:xfrm>
            <a:off x="1220567" y="1215322"/>
            <a:ext cx="8915061" cy="1442703"/>
          </a:xfrm>
          <a:prstGeom prst="rect">
            <a:avLst/>
          </a:prstGeom>
          <a:noFill/>
        </p:spPr>
        <p:txBody>
          <a:bodyPr wrap="square" rtlCol="0">
            <a:spAutoFit/>
          </a:bodyPr>
          <a:lstStyle/>
          <a:p>
            <a:pPr>
              <a:lnSpc>
                <a:spcPct val="150000"/>
              </a:lnSpc>
            </a:pPr>
            <a:r>
              <a:rPr lang="ja-JP" altLang="en-US" sz="2400" b="1">
                <a:latin typeface="メイリオ" panose="020B0604030504040204" pitchFamily="50" charset="-128"/>
                <a:ea typeface="メイリオ" panose="020B0604030504040204" pitchFamily="50" charset="-128"/>
              </a:rPr>
              <a:t>実装例</a:t>
            </a:r>
            <a:r>
              <a:rPr lang="en-US" altLang="ja-JP" sz="2400" b="1">
                <a:latin typeface="メイリオ" panose="020B0604030504040204" pitchFamily="50" charset="-128"/>
                <a:ea typeface="メイリオ" panose="020B0604030504040204" pitchFamily="50" charset="-128"/>
              </a:rPr>
              <a:t>(</a:t>
            </a:r>
            <a:r>
              <a:rPr lang="ja-JP" altLang="en-US" sz="2400" b="1">
                <a:latin typeface="メイリオ" panose="020B0604030504040204" pitchFamily="50" charset="-128"/>
                <a:ea typeface="メイリオ" panose="020B0604030504040204" pitchFamily="50" charset="-128"/>
              </a:rPr>
              <a:t>リポジトリ設定</a:t>
            </a:r>
            <a:r>
              <a:rPr lang="en-US" altLang="ja-JP" sz="2400" b="1">
                <a:latin typeface="メイリオ" panose="020B0604030504040204" pitchFamily="50" charset="-128"/>
                <a:ea typeface="メイリオ" panose="020B0604030504040204" pitchFamily="50" charset="-128"/>
              </a:rPr>
              <a:t>)</a:t>
            </a:r>
          </a:p>
          <a:p>
            <a:pPr marL="285750" indent="-285750">
              <a:lnSpc>
                <a:spcPct val="150000"/>
              </a:lnSpc>
              <a:buFont typeface="Arial" panose="020B0604020202020204" pitchFamily="34" charset="0"/>
              <a:buChar char="•"/>
            </a:pPr>
            <a:r>
              <a:rPr lang="en-US" altLang="ja-JP">
                <a:latin typeface="メイリオ" panose="020B0604030504040204" pitchFamily="50" charset="-128"/>
                <a:ea typeface="メイリオ" panose="020B0604030504040204" pitchFamily="50" charset="-128"/>
              </a:rPr>
              <a:t>Settings -&gt; Secret and variables -&gt; Actions</a:t>
            </a:r>
            <a:r>
              <a:rPr lang="ja-JP" altLang="en-US">
                <a:latin typeface="メイリオ" panose="020B0604030504040204" pitchFamily="50" charset="-128"/>
                <a:ea typeface="メイリオ" panose="020B0604030504040204" pitchFamily="50" charset="-128"/>
              </a:rPr>
              <a:t>を開く</a:t>
            </a:r>
            <a:r>
              <a:rPr lang="en-US" altLang="ja-JP">
                <a:latin typeface="メイリオ" panose="020B0604030504040204" pitchFamily="50" charset="-128"/>
                <a:ea typeface="メイリオ" panose="020B0604030504040204" pitchFamily="50" charset="-128"/>
              </a:rPr>
              <a:t> </a:t>
            </a:r>
          </a:p>
          <a:p>
            <a:pPr marL="285750" indent="-285750">
              <a:lnSpc>
                <a:spcPct val="150000"/>
              </a:lnSpc>
              <a:buFont typeface="Arial" panose="020B0604020202020204" pitchFamily="34" charset="0"/>
              <a:buChar char="•"/>
            </a:pPr>
            <a:r>
              <a:rPr lang="en-US" altLang="ja-JP">
                <a:latin typeface="メイリオ" panose="020B0604030504040204" pitchFamily="50" charset="-128"/>
                <a:ea typeface="メイリオ" panose="020B0604030504040204" pitchFamily="50" charset="-128"/>
              </a:rPr>
              <a:t>Repository secrets</a:t>
            </a:r>
            <a:r>
              <a:rPr lang="ja-JP" altLang="en-US">
                <a:latin typeface="メイリオ" panose="020B0604030504040204" pitchFamily="50" charset="-128"/>
                <a:ea typeface="メイリオ" panose="020B0604030504040204" pitchFamily="50" charset="-128"/>
              </a:rPr>
              <a:t>を開き、</a:t>
            </a:r>
            <a:r>
              <a:rPr lang="en-US" altLang="ja-JP">
                <a:latin typeface="メイリオ" panose="020B0604030504040204" pitchFamily="50" charset="-128"/>
                <a:ea typeface="メイリオ" panose="020B0604030504040204" pitchFamily="50" charset="-128"/>
              </a:rPr>
              <a:t>key(</a:t>
            </a:r>
            <a:r>
              <a:rPr lang="ja-JP" altLang="en-US">
                <a:latin typeface="メイリオ" panose="020B0604030504040204" pitchFamily="50" charset="-128"/>
                <a:ea typeface="メイリオ" panose="020B0604030504040204" pitchFamily="50" charset="-128"/>
              </a:rPr>
              <a:t>変数名</a:t>
            </a:r>
            <a:r>
              <a:rPr lang="en-US" altLang="ja-JP">
                <a:latin typeface="メイリオ" panose="020B0604030504040204" pitchFamily="50" charset="-128"/>
                <a:ea typeface="メイリオ" panose="020B0604030504040204" pitchFamily="50" charset="-128"/>
              </a:rPr>
              <a:t>)</a:t>
            </a:r>
            <a:r>
              <a:rPr lang="ja-JP" altLang="en-US">
                <a:latin typeface="メイリオ" panose="020B0604030504040204" pitchFamily="50" charset="-128"/>
                <a:ea typeface="メイリオ" panose="020B0604030504040204" pitchFamily="50" charset="-128"/>
              </a:rPr>
              <a:t>と</a:t>
            </a:r>
            <a:r>
              <a:rPr lang="en-US" altLang="ja-JP">
                <a:latin typeface="メイリオ" panose="020B0604030504040204" pitchFamily="50" charset="-128"/>
                <a:ea typeface="メイリオ" panose="020B0604030504040204" pitchFamily="50" charset="-128"/>
              </a:rPr>
              <a:t>value(</a:t>
            </a:r>
            <a:r>
              <a:rPr lang="ja-JP" altLang="en-US">
                <a:latin typeface="メイリオ" panose="020B0604030504040204" pitchFamily="50" charset="-128"/>
                <a:ea typeface="メイリオ" panose="020B0604030504040204" pitchFamily="50" charset="-128"/>
              </a:rPr>
              <a:t>値</a:t>
            </a:r>
            <a:r>
              <a:rPr lang="en-US" altLang="ja-JP">
                <a:latin typeface="メイリオ" panose="020B0604030504040204" pitchFamily="50" charset="-128"/>
                <a:ea typeface="メイリオ" panose="020B0604030504040204" pitchFamily="50" charset="-128"/>
              </a:rPr>
              <a:t>)</a:t>
            </a:r>
            <a:r>
              <a:rPr lang="ja-JP" altLang="en-US">
                <a:latin typeface="メイリオ" panose="020B0604030504040204" pitchFamily="50" charset="-128"/>
                <a:ea typeface="メイリオ" panose="020B0604030504040204" pitchFamily="50" charset="-128"/>
              </a:rPr>
              <a:t>を設定する</a:t>
            </a:r>
            <a:endParaRPr lang="en-US" altLang="ja-JP">
              <a:latin typeface="メイリオ" panose="020B0604030504040204" pitchFamily="50" charset="-128"/>
              <a:ea typeface="メイリオ" panose="020B0604030504040204" pitchFamily="50" charset="-128"/>
            </a:endParaRPr>
          </a:p>
        </p:txBody>
      </p:sp>
      <p:pic>
        <p:nvPicPr>
          <p:cNvPr id="5" name="図 4">
            <a:extLst>
              <a:ext uri="{FF2B5EF4-FFF2-40B4-BE49-F238E27FC236}">
                <a16:creationId xmlns:a16="http://schemas.microsoft.com/office/drawing/2014/main" id="{D5C44BEB-037A-3D20-DF8D-C68497919A1C}"/>
              </a:ext>
            </a:extLst>
          </p:cNvPr>
          <p:cNvPicPr>
            <a:picLocks noChangeAspect="1"/>
          </p:cNvPicPr>
          <p:nvPr/>
        </p:nvPicPr>
        <p:blipFill>
          <a:blip r:embed="rId2"/>
          <a:srcRect/>
          <a:stretch/>
        </p:blipFill>
        <p:spPr>
          <a:xfrm>
            <a:off x="2708839" y="2765705"/>
            <a:ext cx="5938515" cy="3556582"/>
          </a:xfrm>
          <a:prstGeom prst="rect">
            <a:avLst/>
          </a:prstGeom>
        </p:spPr>
      </p:pic>
    </p:spTree>
    <p:extLst>
      <p:ext uri="{BB962C8B-B14F-4D97-AF65-F5344CB8AC3E}">
        <p14:creationId xmlns:p14="http://schemas.microsoft.com/office/powerpoint/2010/main" val="17073212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EA1EE-DA5C-B339-5114-A1759658D54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2429CA2-6273-4949-7A33-60FF9E2ECDC8}"/>
              </a:ext>
            </a:extLst>
          </p:cNvPr>
          <p:cNvSpPr>
            <a:spLocks noGrp="1"/>
          </p:cNvSpPr>
          <p:nvPr>
            <p:ph type="title"/>
          </p:nvPr>
        </p:nvSpPr>
        <p:spPr>
          <a:xfrm>
            <a:off x="759540" y="535713"/>
            <a:ext cx="10992577" cy="503555"/>
          </a:xfrm>
        </p:spPr>
        <p:txBody>
          <a:bodyPr/>
          <a:lstStyle/>
          <a:p>
            <a:r>
              <a:rPr lang="ja-JP" altLang="en-US" b="1">
                <a:solidFill>
                  <a:schemeClr val="tx2"/>
                </a:solidFill>
                <a:latin typeface="メイリオ" panose="020B0604030504040204" pitchFamily="50" charset="-128"/>
                <a:ea typeface="メイリオ" panose="020B0604030504040204" pitchFamily="50" charset="-128"/>
              </a:rPr>
              <a:t>研修⑤：ワークフロー作成：自動実行の完成</a:t>
            </a:r>
          </a:p>
        </p:txBody>
      </p:sp>
      <p:sp>
        <p:nvSpPr>
          <p:cNvPr id="4" name="スライド番号プレースホルダー 3">
            <a:extLst>
              <a:ext uri="{FF2B5EF4-FFF2-40B4-BE49-F238E27FC236}">
                <a16:creationId xmlns:a16="http://schemas.microsoft.com/office/drawing/2014/main" id="{F15880C6-F409-3BA1-E80E-8EB9E0248CFF}"/>
              </a:ext>
            </a:extLst>
          </p:cNvPr>
          <p:cNvSpPr>
            <a:spLocks noGrp="1"/>
          </p:cNvSpPr>
          <p:nvPr>
            <p:ph type="sldNum" sz="quarter" idx="12"/>
          </p:nvPr>
        </p:nvSpPr>
        <p:spPr/>
        <p:txBody>
          <a:bodyPr/>
          <a:lstStyle/>
          <a:p>
            <a:fld id="{AEA9F59F-5AEA-DB42-A066-0EDE44B4D5E7}" type="slidenum">
              <a:rPr lang="ja-JP" altLang="en-US" smtClean="0"/>
              <a:pPr/>
              <a:t>49</a:t>
            </a:fld>
            <a:endParaRPr lang="ja-JP" altLang="en-US"/>
          </a:p>
        </p:txBody>
      </p:sp>
      <p:sp>
        <p:nvSpPr>
          <p:cNvPr id="7" name="正方形/長方形 6">
            <a:extLst>
              <a:ext uri="{FF2B5EF4-FFF2-40B4-BE49-F238E27FC236}">
                <a16:creationId xmlns:a16="http://schemas.microsoft.com/office/drawing/2014/main" id="{4F3B914E-88E6-BC4F-8410-F91C48258257}"/>
              </a:ext>
            </a:extLst>
          </p:cNvPr>
          <p:cNvSpPr/>
          <p:nvPr/>
        </p:nvSpPr>
        <p:spPr>
          <a:xfrm>
            <a:off x="976746" y="1922319"/>
            <a:ext cx="10753252" cy="191192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endParaRPr lang="en-US" altLang="ja-JP">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altLang="ja-JP">
                <a:latin typeface="Cascadia Code Light" panose="020B0609020000020004" pitchFamily="49" charset="0"/>
                <a:ea typeface="Cascadia Code Light" panose="020B0609020000020004" pitchFamily="49" charset="0"/>
                <a:cs typeface="Cascadia Code Light" panose="020B0609020000020004" pitchFamily="49" charset="0"/>
              </a:rPr>
              <a:t>- name: Send test-information with Slack </a:t>
            </a:r>
            <a:r>
              <a:rPr lang="en-US" altLang="ja-JP">
                <a:solidFill>
                  <a:schemeClr val="bg1">
                    <a:lumMod val="65000"/>
                  </a:schemeClr>
                </a:solidFill>
                <a:latin typeface="Cascadia Code Light" panose="020B0609020000020004" pitchFamily="49" charset="0"/>
                <a:ea typeface="Cascadia Code Light" panose="020B0609020000020004" pitchFamily="49" charset="0"/>
                <a:cs typeface="Cascadia Code Light" panose="020B0609020000020004" pitchFamily="49" charset="0"/>
              </a:rPr>
              <a:t>#</a:t>
            </a:r>
            <a:r>
              <a:rPr lang="ja-JP" altLang="en-US">
                <a:solidFill>
                  <a:schemeClr val="bg1">
                    <a:lumMod val="65000"/>
                  </a:schemeClr>
                </a:solidFill>
                <a:latin typeface="メイリオ" panose="020B0604030504040204" pitchFamily="50" charset="-128"/>
                <a:ea typeface="メイリオ" panose="020B0604030504040204" pitchFamily="50" charset="-128"/>
                <a:cs typeface="Cascadia Code Light" panose="020B0609020000020004" pitchFamily="49" charset="0"/>
              </a:rPr>
              <a:t>テスト結果通知を</a:t>
            </a:r>
            <a:r>
              <a:rPr lang="en-US" altLang="ja-JP">
                <a:solidFill>
                  <a:schemeClr val="bg1">
                    <a:lumMod val="65000"/>
                  </a:schemeClr>
                </a:solidFill>
                <a:latin typeface="メイリオ" panose="020B0604030504040204" pitchFamily="50" charset="-128"/>
                <a:ea typeface="メイリオ" panose="020B0604030504040204" pitchFamily="50" charset="-128"/>
                <a:cs typeface="Cascadia Code Light" panose="020B0609020000020004" pitchFamily="49" charset="0"/>
              </a:rPr>
              <a:t>slack</a:t>
            </a:r>
            <a:r>
              <a:rPr lang="ja-JP" altLang="en-US">
                <a:solidFill>
                  <a:schemeClr val="bg1">
                    <a:lumMod val="65000"/>
                  </a:schemeClr>
                </a:solidFill>
                <a:latin typeface="メイリオ" panose="020B0604030504040204" pitchFamily="50" charset="-128"/>
                <a:ea typeface="メイリオ" panose="020B0604030504040204" pitchFamily="50" charset="-128"/>
                <a:cs typeface="Cascadia Code Light" panose="020B0609020000020004" pitchFamily="49" charset="0"/>
              </a:rPr>
              <a:t>に送信する</a:t>
            </a:r>
          </a:p>
          <a:p>
            <a:r>
              <a:rPr lang="ja-JP" altLang="en-US">
                <a:latin typeface="Cascadia Code Light" panose="020B0609020000020004" pitchFamily="49" charset="0"/>
                <a:cs typeface="Cascadia Code Light" panose="020B0609020000020004" pitchFamily="49" charset="0"/>
              </a:rPr>
              <a:t>  </a:t>
            </a:r>
            <a:r>
              <a:rPr lang="en-US" altLang="ja-JP">
                <a:latin typeface="Cascadia Code Light" panose="020B0609020000020004" pitchFamily="49" charset="0"/>
                <a:ea typeface="Cascadia Code Light" panose="020B0609020000020004" pitchFamily="49" charset="0"/>
                <a:cs typeface="Cascadia Code Light" panose="020B0609020000020004" pitchFamily="49" charset="0"/>
              </a:rPr>
              <a:t>run: |</a:t>
            </a:r>
          </a:p>
          <a:p>
            <a:r>
              <a:rPr lang="en-US" altLang="ja-JP">
                <a:latin typeface="Cascadia Code Light" panose="020B0609020000020004" pitchFamily="49" charset="0"/>
                <a:ea typeface="Cascadia Code Light" panose="020B0609020000020004" pitchFamily="49" charset="0"/>
                <a:cs typeface="Cascadia Code Light" panose="020B0609020000020004" pitchFamily="49" charset="0"/>
              </a:rPr>
              <a:t>    pip install </a:t>
            </a:r>
          </a:p>
          <a:p>
            <a:r>
              <a:rPr lang="en-US" altLang="ja-JP">
                <a:latin typeface="Cascadia Code Light" panose="020B0609020000020004" pitchFamily="49" charset="0"/>
                <a:ea typeface="Cascadia Code Light" panose="020B0609020000020004" pitchFamily="49" charset="0"/>
                <a:cs typeface="Cascadia Code Light" panose="020B0609020000020004" pitchFamily="49" charset="0"/>
              </a:rPr>
              <a:t>    python example_02_answer.py</a:t>
            </a:r>
          </a:p>
          <a:p>
            <a:r>
              <a:rPr lang="en-US" altLang="ja-JP">
                <a:latin typeface="Cascadia Code Light" panose="020B0609020000020004" pitchFamily="49" charset="0"/>
                <a:ea typeface="Cascadia Code Light" panose="020B0609020000020004" pitchFamily="49" charset="0"/>
                <a:cs typeface="Cascadia Code Light" panose="020B0609020000020004" pitchFamily="49" charset="0"/>
              </a:rPr>
              <a:t>  env : </a:t>
            </a:r>
          </a:p>
          <a:p>
            <a:r>
              <a:rPr lang="ja-JP" altLang="en-US">
                <a:latin typeface="Cascadia Code Light" panose="020B0609020000020004" pitchFamily="49" charset="0"/>
                <a:cs typeface="Cascadia Code Light" panose="020B0609020000020004" pitchFamily="49" charset="0"/>
              </a:rPr>
              <a:t>    </a:t>
            </a:r>
            <a:r>
              <a:rPr lang="en-US" altLang="ja-JP">
                <a:latin typeface="Cascadia Code Light" panose="020B0609020000020004" pitchFamily="49" charset="0"/>
                <a:ea typeface="Cascadia Code Light" panose="020B0609020000020004" pitchFamily="49" charset="0"/>
                <a:cs typeface="Cascadia Code Light" panose="020B0609020000020004" pitchFamily="49" charset="0"/>
              </a:rPr>
              <a:t>SLACK_WEBHOOK_URL : ${{ </a:t>
            </a:r>
            <a:r>
              <a:rPr lang="en-US" altLang="ja-JP" err="1">
                <a:latin typeface="Cascadia Code Light" panose="020B0609020000020004" pitchFamily="49" charset="0"/>
                <a:ea typeface="Cascadia Code Light" panose="020B0609020000020004" pitchFamily="49" charset="0"/>
                <a:cs typeface="Cascadia Code Light" panose="020B0609020000020004" pitchFamily="49" charset="0"/>
              </a:rPr>
              <a:t>secrets.SLACK_WEBHOOK_URL</a:t>
            </a:r>
            <a:r>
              <a:rPr lang="en-US" altLang="ja-JP">
                <a:latin typeface="Cascadia Code Light" panose="020B0609020000020004" pitchFamily="49" charset="0"/>
                <a:ea typeface="Cascadia Code Light" panose="020B0609020000020004" pitchFamily="49" charset="0"/>
                <a:cs typeface="Cascadia Code Light" panose="020B0609020000020004" pitchFamily="49" charset="0"/>
              </a:rPr>
              <a:t> }}</a:t>
            </a:r>
          </a:p>
          <a:p>
            <a:endParaRPr lang="en-US" altLang="ja-JP">
              <a:latin typeface="Cascadia Code Light" panose="020B0609020000020004" pitchFamily="49" charset="0"/>
              <a:ea typeface="Cascadia Code Light" panose="020B0609020000020004" pitchFamily="49" charset="0"/>
              <a:cs typeface="Cascadia Code Light" panose="020B0609020000020004" pitchFamily="49" charset="0"/>
            </a:endParaRPr>
          </a:p>
        </p:txBody>
      </p:sp>
      <p:sp>
        <p:nvSpPr>
          <p:cNvPr id="3" name="テキスト ボックス 2">
            <a:extLst>
              <a:ext uri="{FF2B5EF4-FFF2-40B4-BE49-F238E27FC236}">
                <a16:creationId xmlns:a16="http://schemas.microsoft.com/office/drawing/2014/main" id="{F67357EB-25C4-33B3-B76D-417FAED4E4EB}"/>
              </a:ext>
            </a:extLst>
          </p:cNvPr>
          <p:cNvSpPr txBox="1"/>
          <p:nvPr/>
        </p:nvSpPr>
        <p:spPr>
          <a:xfrm>
            <a:off x="976746" y="1364260"/>
            <a:ext cx="2826327" cy="461665"/>
          </a:xfrm>
          <a:prstGeom prst="rect">
            <a:avLst/>
          </a:prstGeom>
          <a:noFill/>
        </p:spPr>
        <p:txBody>
          <a:bodyPr wrap="square" rtlCol="0">
            <a:spAutoFit/>
          </a:bodyPr>
          <a:lstStyle/>
          <a:p>
            <a:r>
              <a:rPr kumimoji="1" lang="ja-JP" altLang="en-US" sz="2400" b="1">
                <a:latin typeface="メイリオ" panose="020B0604030504040204" pitchFamily="50" charset="-128"/>
                <a:ea typeface="メイリオ" panose="020B0604030504040204" pitchFamily="50" charset="-128"/>
              </a:rPr>
              <a:t>実装例</a:t>
            </a:r>
            <a:r>
              <a:rPr kumimoji="1" lang="en-US" altLang="ja-JP" sz="2400" b="1">
                <a:latin typeface="メイリオ" panose="020B0604030504040204" pitchFamily="50" charset="-128"/>
                <a:ea typeface="メイリオ" panose="020B0604030504040204" pitchFamily="50" charset="-128"/>
              </a:rPr>
              <a:t>(*.</a:t>
            </a:r>
            <a:r>
              <a:rPr kumimoji="1" lang="en-US" altLang="ja-JP" sz="2400" b="1" err="1">
                <a:latin typeface="メイリオ" panose="020B0604030504040204" pitchFamily="50" charset="-128"/>
                <a:ea typeface="メイリオ" panose="020B0604030504040204" pitchFamily="50" charset="-128"/>
              </a:rPr>
              <a:t>yaml</a:t>
            </a:r>
            <a:r>
              <a:rPr kumimoji="1" lang="en-US" altLang="ja-JP" sz="2400" b="1">
                <a:latin typeface="メイリオ" panose="020B0604030504040204" pitchFamily="50" charset="-128"/>
                <a:ea typeface="メイリオ" panose="020B0604030504040204" pitchFamily="50" charset="-128"/>
              </a:rPr>
              <a:t>)</a:t>
            </a:r>
            <a:endParaRPr kumimoji="1" lang="ja-JP" altLang="en-US" sz="2400" b="1">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3A6A5095-8D02-DBDE-E831-B6D346C93AEA}"/>
              </a:ext>
            </a:extLst>
          </p:cNvPr>
          <p:cNvSpPr/>
          <p:nvPr/>
        </p:nvSpPr>
        <p:spPr>
          <a:xfrm>
            <a:off x="976746" y="4549640"/>
            <a:ext cx="8654288" cy="1318724"/>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r>
              <a:rPr lang="en-US" altLang="ja-JP">
                <a:latin typeface="Cascadia Code Light" panose="020B0609020000020004" pitchFamily="49" charset="0"/>
                <a:ea typeface="Cascadia Code Light" panose="020B0609020000020004" pitchFamily="49" charset="0"/>
                <a:cs typeface="Cascadia Code Light" panose="020B0609020000020004" pitchFamily="49" charset="0"/>
              </a:rPr>
              <a:t>i</a:t>
            </a:r>
            <a:r>
              <a:rPr kumimoji="1" lang="en-US" altLang="ja-JP">
                <a:latin typeface="Cascadia Code Light" panose="020B0609020000020004" pitchFamily="49" charset="0"/>
                <a:ea typeface="Cascadia Code Light" panose="020B0609020000020004" pitchFamily="49" charset="0"/>
                <a:cs typeface="Cascadia Code Light" panose="020B0609020000020004" pitchFamily="49" charset="0"/>
              </a:rPr>
              <a:t>mport </a:t>
            </a:r>
            <a:r>
              <a:rPr kumimoji="1" lang="en-US" altLang="ja-JP" err="1">
                <a:latin typeface="Cascadia Code Light" panose="020B0609020000020004" pitchFamily="49" charset="0"/>
                <a:ea typeface="Cascadia Code Light" panose="020B0609020000020004" pitchFamily="49" charset="0"/>
                <a:cs typeface="Cascadia Code Light" panose="020B0609020000020004" pitchFamily="49" charset="0"/>
              </a:rPr>
              <a:t>os</a:t>
            </a:r>
            <a:endParaRPr kumimoji="1" lang="en-US" altLang="ja-JP">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altLang="ja-JP">
                <a:latin typeface="Cascadia Code Light" panose="020B0609020000020004" pitchFamily="49" charset="0"/>
                <a:ea typeface="Cascadia Code Light" panose="020B0609020000020004" pitchFamily="49" charset="0"/>
                <a:cs typeface="Cascadia Code Light" panose="020B0609020000020004" pitchFamily="49" charset="0"/>
              </a:rPr>
              <a:t>…</a:t>
            </a:r>
            <a:endParaRPr kumimoji="1" lang="en-US" altLang="ja-JP">
              <a:latin typeface="Cascadia Code Light" panose="020B0609020000020004" pitchFamily="49" charset="0"/>
              <a:ea typeface="Cascadia Code Light" panose="020B0609020000020004" pitchFamily="49" charset="0"/>
              <a:cs typeface="Cascadia Code Light" panose="020B0609020000020004" pitchFamily="49" charset="0"/>
            </a:endParaRPr>
          </a:p>
          <a:p>
            <a:r>
              <a:rPr kumimoji="1" lang="en-US" altLang="ja-JP" err="1">
                <a:latin typeface="Cascadia Code Light" panose="020B0609020000020004" pitchFamily="49" charset="0"/>
                <a:ea typeface="Cascadia Code Light" panose="020B0609020000020004" pitchFamily="49" charset="0"/>
                <a:cs typeface="Cascadia Code Light" panose="020B0609020000020004" pitchFamily="49" charset="0"/>
              </a:rPr>
              <a:t>webhook_url</a:t>
            </a:r>
            <a:r>
              <a:rPr kumimoji="1" lang="en-US" altLang="ja-JP">
                <a:latin typeface="Cascadia Code Light" panose="020B0609020000020004" pitchFamily="49" charset="0"/>
                <a:ea typeface="Cascadia Code Light" panose="020B0609020000020004" pitchFamily="49" charset="0"/>
                <a:cs typeface="Cascadia Code Light" panose="020B0609020000020004" pitchFamily="49" charset="0"/>
              </a:rPr>
              <a:t> = </a:t>
            </a:r>
            <a:r>
              <a:rPr lang="en-US" altLang="ja-JP" err="1">
                <a:latin typeface="Cascadia Code Light" panose="020B0609020000020004" pitchFamily="49" charset="0"/>
                <a:ea typeface="Cascadia Code Light" panose="020B0609020000020004" pitchFamily="49" charset="0"/>
                <a:cs typeface="Cascadia Code Light" panose="020B0609020000020004" pitchFamily="49" charset="0"/>
              </a:rPr>
              <a:t>os.environ.get</a:t>
            </a:r>
            <a:r>
              <a:rPr kumimoji="1" lang="en-US" altLang="ja-JP">
                <a:latin typeface="Cascadia Code Light" panose="020B0609020000020004" pitchFamily="49" charset="0"/>
                <a:ea typeface="Cascadia Code Light" panose="020B0609020000020004" pitchFamily="49" charset="0"/>
                <a:cs typeface="Cascadia Code Light" panose="020B0609020000020004" pitchFamily="49" charset="0"/>
              </a:rPr>
              <a:t>(‘SLACK_WEBHOOK_URL’)</a:t>
            </a:r>
          </a:p>
        </p:txBody>
      </p:sp>
      <p:sp>
        <p:nvSpPr>
          <p:cNvPr id="9" name="テキスト ボックス 8">
            <a:extLst>
              <a:ext uri="{FF2B5EF4-FFF2-40B4-BE49-F238E27FC236}">
                <a16:creationId xmlns:a16="http://schemas.microsoft.com/office/drawing/2014/main" id="{286C5D97-30FC-F387-305D-92913017DC65}"/>
              </a:ext>
            </a:extLst>
          </p:cNvPr>
          <p:cNvSpPr txBox="1"/>
          <p:nvPr/>
        </p:nvSpPr>
        <p:spPr>
          <a:xfrm>
            <a:off x="976746" y="4061267"/>
            <a:ext cx="3043197" cy="461665"/>
          </a:xfrm>
          <a:prstGeom prst="rect">
            <a:avLst/>
          </a:prstGeom>
          <a:noFill/>
        </p:spPr>
        <p:txBody>
          <a:bodyPr wrap="square" rtlCol="0">
            <a:spAutoFit/>
          </a:bodyPr>
          <a:lstStyle/>
          <a:p>
            <a:r>
              <a:rPr kumimoji="1" lang="ja-JP" altLang="en-US" sz="2400" b="1">
                <a:latin typeface="メイリオ" panose="020B0604030504040204" pitchFamily="50" charset="-128"/>
                <a:ea typeface="メイリオ" panose="020B0604030504040204" pitchFamily="50" charset="-128"/>
              </a:rPr>
              <a:t>実装例</a:t>
            </a:r>
            <a:r>
              <a:rPr kumimoji="1" lang="en-US" altLang="ja-JP" sz="2400" b="1">
                <a:latin typeface="メイリオ" panose="020B0604030504040204" pitchFamily="50" charset="-128"/>
                <a:ea typeface="メイリオ" panose="020B0604030504040204" pitchFamily="50" charset="-128"/>
              </a:rPr>
              <a:t>(*.</a:t>
            </a:r>
            <a:r>
              <a:rPr kumimoji="1" lang="en-US" altLang="ja-JP" sz="2400" b="1" err="1">
                <a:latin typeface="メイリオ" panose="020B0604030504040204" pitchFamily="50" charset="-128"/>
                <a:ea typeface="メイリオ" panose="020B0604030504040204" pitchFamily="50" charset="-128"/>
              </a:rPr>
              <a:t>py</a:t>
            </a:r>
            <a:r>
              <a:rPr kumimoji="1" lang="en-US" altLang="ja-JP" sz="2400" b="1">
                <a:latin typeface="メイリオ" panose="020B0604030504040204" pitchFamily="50" charset="-128"/>
                <a:ea typeface="メイリオ" panose="020B0604030504040204" pitchFamily="50" charset="-128"/>
              </a:rPr>
              <a:t>)</a:t>
            </a:r>
            <a:endParaRPr kumimoji="1" lang="ja-JP" altLang="en-US" sz="2400" b="1">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68230620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906EF-D29B-E52D-3279-5A85BD01356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D0ADFD8-BC12-7DF6-9A6D-44A4F6B50E15}"/>
              </a:ext>
            </a:extLst>
          </p:cNvPr>
          <p:cNvSpPr>
            <a:spLocks noGrp="1"/>
          </p:cNvSpPr>
          <p:nvPr>
            <p:ph type="title"/>
          </p:nvPr>
        </p:nvSpPr>
        <p:spPr>
          <a:xfrm>
            <a:off x="759541" y="535713"/>
            <a:ext cx="11098162" cy="503555"/>
          </a:xfrm>
        </p:spPr>
        <p:txBody>
          <a:bodyPr/>
          <a:lstStyle/>
          <a:p>
            <a:r>
              <a:rPr lang="ja-JP" altLang="en-US" b="1">
                <a:solidFill>
                  <a:schemeClr val="tx2"/>
                </a:solidFill>
                <a:latin typeface="メイリオ" panose="020B0604030504040204" pitchFamily="50" charset="-128"/>
                <a:ea typeface="メイリオ" panose="020B0604030504040204" pitchFamily="50" charset="-128"/>
              </a:rPr>
              <a:t>研修⑤：ワークフロー作成：自動実行の完成</a:t>
            </a:r>
            <a:endParaRPr lang="ja-JP" altLang="en-US" b="1">
              <a:latin typeface="メイリオ" panose="020B0604030504040204" pitchFamily="50" charset="-128"/>
              <a:ea typeface="メイリオ" panose="020B0604030504040204" pitchFamily="50" charset="-128"/>
            </a:endParaRPr>
          </a:p>
        </p:txBody>
      </p:sp>
      <p:sp>
        <p:nvSpPr>
          <p:cNvPr id="4" name="スライド番号プレースホルダー 3">
            <a:extLst>
              <a:ext uri="{FF2B5EF4-FFF2-40B4-BE49-F238E27FC236}">
                <a16:creationId xmlns:a16="http://schemas.microsoft.com/office/drawing/2014/main" id="{F507E7E3-B051-D117-05A4-F82E5FADFF82}"/>
              </a:ext>
            </a:extLst>
          </p:cNvPr>
          <p:cNvSpPr>
            <a:spLocks noGrp="1"/>
          </p:cNvSpPr>
          <p:nvPr>
            <p:ph type="sldNum" sz="quarter" idx="12"/>
          </p:nvPr>
        </p:nvSpPr>
        <p:spPr/>
        <p:txBody>
          <a:bodyPr/>
          <a:lstStyle/>
          <a:p>
            <a:fld id="{AEA9F59F-5AEA-DB42-A066-0EDE44B4D5E7}" type="slidenum">
              <a:rPr lang="ja-JP" altLang="en-US" smtClean="0"/>
              <a:pPr/>
              <a:t>50</a:t>
            </a:fld>
            <a:endParaRPr lang="ja-JP" altLang="en-US"/>
          </a:p>
        </p:txBody>
      </p:sp>
      <p:sp>
        <p:nvSpPr>
          <p:cNvPr id="5" name="タイトル 1">
            <a:extLst>
              <a:ext uri="{FF2B5EF4-FFF2-40B4-BE49-F238E27FC236}">
                <a16:creationId xmlns:a16="http://schemas.microsoft.com/office/drawing/2014/main" id="{75C20953-29D4-9149-9A84-4ADC46AB4743}"/>
              </a:ext>
            </a:extLst>
          </p:cNvPr>
          <p:cNvSpPr txBox="1">
            <a:spLocks/>
          </p:cNvSpPr>
          <p:nvPr/>
        </p:nvSpPr>
        <p:spPr>
          <a:xfrm>
            <a:off x="1431823" y="1164136"/>
            <a:ext cx="9328354" cy="487975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3200" b="0" i="0" kern="1200">
                <a:solidFill>
                  <a:srgbClr val="004098"/>
                </a:solidFill>
                <a:latin typeface="Yu Gothic Medium" panose="020B0400000000000000" pitchFamily="34" charset="-128"/>
                <a:ea typeface="Yu Gothic Medium" panose="020B0400000000000000" pitchFamily="34" charset="-128"/>
                <a:cs typeface="+mj-cs"/>
              </a:defRPr>
            </a:lvl1pPr>
          </a:lstStyle>
          <a:p>
            <a:pPr>
              <a:lnSpc>
                <a:spcPct val="150000"/>
              </a:lnSpc>
            </a:pPr>
            <a:r>
              <a:rPr lang="ja-JP" altLang="en-US" sz="2000" b="1">
                <a:solidFill>
                  <a:schemeClr val="tx1"/>
                </a:solidFill>
                <a:latin typeface="メイリオ" panose="020B0604030504040204" pitchFamily="50" charset="-128"/>
                <a:ea typeface="メイリオ" panose="020B0604030504040204" pitchFamily="50" charset="-128"/>
              </a:rPr>
              <a:t>例題⑤</a:t>
            </a:r>
            <a:r>
              <a:rPr lang="ja-JP" altLang="en-US" sz="2000">
                <a:solidFill>
                  <a:schemeClr val="tx1"/>
                </a:solidFill>
                <a:latin typeface="メイリオ" panose="020B0604030504040204" pitchFamily="50" charset="-128"/>
                <a:ea typeface="メイリオ" panose="020B0604030504040204" pitchFamily="50" charset="-128"/>
              </a:rPr>
              <a:t>：例題②～④で実装したスクリプトを自動で実行するワークフロー</a:t>
            </a:r>
            <a:br>
              <a:rPr lang="en-US" altLang="ja-JP" sz="2000">
                <a:solidFill>
                  <a:schemeClr val="tx1"/>
                </a:solidFill>
                <a:latin typeface="メイリオ" panose="020B0604030504040204" pitchFamily="50" charset="-128"/>
                <a:ea typeface="メイリオ" panose="020B0604030504040204" pitchFamily="50" charset="-128"/>
              </a:rPr>
            </a:br>
            <a:r>
              <a:rPr lang="ja-JP" altLang="en-US" sz="2000">
                <a:solidFill>
                  <a:schemeClr val="tx1"/>
                </a:solidFill>
                <a:latin typeface="メイリオ" panose="020B0604030504040204" pitchFamily="50" charset="-128"/>
                <a:ea typeface="メイリオ" panose="020B0604030504040204" pitchFamily="50" charset="-128"/>
              </a:rPr>
              <a:t>　　　　</a:t>
            </a:r>
            <a:r>
              <a:rPr lang="en-US" altLang="ja-JP" sz="2000">
                <a:solidFill>
                  <a:schemeClr val="tx1"/>
                </a:solidFill>
                <a:latin typeface="メイリオ" panose="020B0604030504040204" pitchFamily="50" charset="-128"/>
                <a:ea typeface="メイリオ" panose="020B0604030504040204" pitchFamily="50" charset="-128"/>
              </a:rPr>
              <a:t>(=</a:t>
            </a:r>
            <a:r>
              <a:rPr lang="en-US" altLang="ja-JP" sz="2000" err="1">
                <a:solidFill>
                  <a:schemeClr val="tx1"/>
                </a:solidFill>
                <a:latin typeface="メイリオ" panose="020B0604030504040204" pitchFamily="50" charset="-128"/>
                <a:ea typeface="メイリオ" panose="020B0604030504040204" pitchFamily="50" charset="-128"/>
              </a:rPr>
              <a:t>yaml</a:t>
            </a:r>
            <a:r>
              <a:rPr lang="ja-JP" altLang="en-US" sz="2000">
                <a:solidFill>
                  <a:schemeClr val="tx1"/>
                </a:solidFill>
                <a:latin typeface="メイリオ" panose="020B0604030504040204" pitchFamily="50" charset="-128"/>
                <a:ea typeface="メイリオ" panose="020B0604030504040204" pitchFamily="50" charset="-128"/>
              </a:rPr>
              <a:t>ファイル</a:t>
            </a:r>
            <a:r>
              <a:rPr lang="en-US" altLang="ja-JP" sz="2000">
                <a:solidFill>
                  <a:schemeClr val="tx1"/>
                </a:solidFill>
                <a:latin typeface="メイリオ" panose="020B0604030504040204" pitchFamily="50" charset="-128"/>
                <a:ea typeface="メイリオ" panose="020B0604030504040204" pitchFamily="50" charset="-128"/>
              </a:rPr>
              <a:t>)</a:t>
            </a:r>
            <a:r>
              <a:rPr lang="ja-JP" altLang="en-US" sz="2000">
                <a:solidFill>
                  <a:schemeClr val="tx1"/>
                </a:solidFill>
                <a:latin typeface="メイリオ" panose="020B0604030504040204" pitchFamily="50" charset="-128"/>
                <a:ea typeface="メイリオ" panose="020B0604030504040204" pitchFamily="50" charset="-128"/>
              </a:rPr>
              <a:t>を実装せよ</a:t>
            </a:r>
            <a:r>
              <a:rPr lang="ja-JP" altLang="en-US" sz="2000">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。ただし、以下の要件を満たすこと。</a:t>
            </a:r>
            <a:br>
              <a:rPr lang="en-US" altLang="ja-JP" sz="2000">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br>
            <a:r>
              <a:rPr lang="ja-JP" altLang="en-US" sz="2000">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　　　　また、ワークフローが正常に動く状態のリポジトリを確認する。</a:t>
            </a:r>
            <a:endParaRPr lang="en-US" altLang="ja-JP" sz="2000">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endParaRPr>
          </a:p>
          <a:p>
            <a:pPr>
              <a:lnSpc>
                <a:spcPct val="150000"/>
              </a:lnSpc>
            </a:pPr>
            <a:r>
              <a:rPr lang="ja-JP" altLang="en-US" sz="2000" b="1">
                <a:solidFill>
                  <a:schemeClr val="tx1"/>
                </a:solidFill>
                <a:latin typeface="メイリオ" panose="020B0604030504040204" pitchFamily="50" charset="-128"/>
                <a:ea typeface="メイリオ" panose="020B0604030504040204" pitchFamily="50" charset="-128"/>
              </a:rPr>
              <a:t>要件</a:t>
            </a:r>
            <a:r>
              <a:rPr lang="ja-JP" altLang="en-US" sz="2000">
                <a:solidFill>
                  <a:schemeClr val="tx1"/>
                </a:solidFill>
                <a:latin typeface="メイリオ" panose="020B0604030504040204" pitchFamily="50" charset="-128"/>
                <a:ea typeface="メイリオ" panose="020B0604030504040204" pitchFamily="50" charset="-128"/>
              </a:rPr>
              <a:t>：</a:t>
            </a:r>
          </a:p>
          <a:p>
            <a:pPr marL="914400" lvl="1" indent="-457200">
              <a:lnSpc>
                <a:spcPct val="150000"/>
              </a:lnSpc>
              <a:buFont typeface="Arial" panose="020B0604020202020204" pitchFamily="34" charset="0"/>
              <a:buChar char="•"/>
            </a:pPr>
            <a:r>
              <a:rPr lang="ja-JP" altLang="en-US" b="1">
                <a:latin typeface="メイリオ" panose="020B0604030504040204" pitchFamily="50" charset="-128"/>
                <a:ea typeface="メイリオ" panose="020B0604030504040204" pitchFamily="50" charset="-128"/>
              </a:rPr>
              <a:t>テスト実行については省略する</a:t>
            </a:r>
            <a:endParaRPr lang="en-US" altLang="ja-JP" b="1">
              <a:latin typeface="メイリオ" panose="020B0604030504040204" pitchFamily="50" charset="-128"/>
              <a:ea typeface="メイリオ" panose="020B0604030504040204" pitchFamily="50" charset="-128"/>
            </a:endParaRPr>
          </a:p>
          <a:p>
            <a:pPr marL="1371600" lvl="2" indent="-457200">
              <a:lnSpc>
                <a:spcPct val="150000"/>
              </a:lnSpc>
              <a:buFont typeface="Arial" panose="020B0604020202020204" pitchFamily="34" charset="0"/>
              <a:buChar char="•"/>
            </a:pPr>
            <a:r>
              <a:rPr lang="ja-JP" altLang="en-US">
                <a:latin typeface="メイリオ" panose="020B0604030504040204" pitchFamily="50" charset="-128"/>
                <a:ea typeface="メイリオ" panose="020B0604030504040204" pitchFamily="50" charset="-128"/>
              </a:rPr>
              <a:t>配置済みの</a:t>
            </a:r>
            <a:r>
              <a:rPr lang="en-US" altLang="ja-JP" err="1">
                <a:latin typeface="メイリオ" panose="020B0604030504040204" pitchFamily="50" charset="-128"/>
                <a:ea typeface="メイリオ" panose="020B0604030504040204" pitchFamily="50" charset="-128"/>
              </a:rPr>
              <a:t>report.json</a:t>
            </a:r>
            <a:r>
              <a:rPr lang="ja-JP" altLang="en-US">
                <a:latin typeface="メイリオ" panose="020B0604030504040204" pitchFamily="50" charset="-128"/>
                <a:ea typeface="メイリオ" panose="020B0604030504040204" pitchFamily="50" charset="-128"/>
              </a:rPr>
              <a:t>をテスト実行結果と仮定して設計する</a:t>
            </a:r>
            <a:endParaRPr lang="en-US" altLang="ja-JP">
              <a:latin typeface="メイリオ" panose="020B0604030504040204" pitchFamily="50" charset="-128"/>
              <a:ea typeface="メイリオ" panose="020B0604030504040204" pitchFamily="50" charset="-128"/>
            </a:endParaRPr>
          </a:p>
          <a:p>
            <a:pPr marL="914400" lvl="1" indent="-457200">
              <a:lnSpc>
                <a:spcPct val="150000"/>
              </a:lnSpc>
              <a:buFont typeface="Arial" panose="020B0604020202020204" pitchFamily="34" charset="0"/>
              <a:buChar char="•"/>
            </a:pPr>
            <a:r>
              <a:rPr lang="en-US" altLang="ja-JP" b="1">
                <a:latin typeface="メイリオ" panose="020B0604030504040204" pitchFamily="50" charset="-128"/>
                <a:ea typeface="メイリオ" panose="020B0604030504040204" pitchFamily="50" charset="-128"/>
              </a:rPr>
              <a:t>m</a:t>
            </a:r>
            <a:r>
              <a:rPr lang="en-US" altLang="ja-JP" b="1">
                <a:solidFill>
                  <a:schemeClr val="tx1"/>
                </a:solidFill>
                <a:latin typeface="メイリオ" panose="020B0604030504040204" pitchFamily="50" charset="-128"/>
                <a:ea typeface="メイリオ" panose="020B0604030504040204" pitchFamily="50" charset="-128"/>
              </a:rPr>
              <a:t>ain</a:t>
            </a:r>
            <a:r>
              <a:rPr lang="ja-JP" altLang="en-US" b="1">
                <a:solidFill>
                  <a:schemeClr val="tx1"/>
                </a:solidFill>
                <a:latin typeface="メイリオ" panose="020B0604030504040204" pitchFamily="50" charset="-128"/>
                <a:ea typeface="メイリオ" panose="020B0604030504040204" pitchFamily="50" charset="-128"/>
              </a:rPr>
              <a:t>ブランチへの</a:t>
            </a:r>
            <a:r>
              <a:rPr lang="en-US" altLang="ja-JP" b="1">
                <a:solidFill>
                  <a:schemeClr val="tx1"/>
                </a:solidFill>
                <a:latin typeface="メイリオ" panose="020B0604030504040204" pitchFamily="50" charset="-128"/>
                <a:ea typeface="メイリオ" panose="020B0604030504040204" pitchFamily="50" charset="-128"/>
              </a:rPr>
              <a:t>push</a:t>
            </a:r>
            <a:r>
              <a:rPr lang="ja-JP" altLang="en-US">
                <a:solidFill>
                  <a:schemeClr val="tx1"/>
                </a:solidFill>
                <a:latin typeface="メイリオ" panose="020B0604030504040204" pitchFamily="50" charset="-128"/>
                <a:ea typeface="メイリオ" panose="020B0604030504040204" pitchFamily="50" charset="-128"/>
              </a:rPr>
              <a:t>をトリガーとする</a:t>
            </a:r>
            <a:endParaRPr lang="en-US" altLang="ja-JP">
              <a:solidFill>
                <a:schemeClr val="tx1"/>
              </a:solidFill>
              <a:latin typeface="メイリオ" panose="020B0604030504040204" pitchFamily="50" charset="-128"/>
              <a:ea typeface="メイリオ" panose="020B0604030504040204" pitchFamily="50" charset="-128"/>
            </a:endParaRPr>
          </a:p>
          <a:p>
            <a:pPr marL="914400" lvl="1" indent="-457200">
              <a:lnSpc>
                <a:spcPct val="150000"/>
              </a:lnSpc>
              <a:buFont typeface="Arial" panose="020B0604020202020204" pitchFamily="34" charset="0"/>
              <a:buChar char="•"/>
            </a:pPr>
            <a:r>
              <a:rPr lang="en-US" altLang="ja-JP">
                <a:latin typeface="メイリオ" panose="020B0604030504040204" pitchFamily="50" charset="-128"/>
                <a:ea typeface="メイリオ" panose="020B0604030504040204" pitchFamily="50" charset="-128"/>
              </a:rPr>
              <a:t>API</a:t>
            </a:r>
            <a:r>
              <a:rPr lang="ja-JP" altLang="en-US">
                <a:latin typeface="メイリオ" panose="020B0604030504040204" pitchFamily="50" charset="-128"/>
                <a:ea typeface="メイリオ" panose="020B0604030504040204" pitchFamily="50" charset="-128"/>
              </a:rPr>
              <a:t>トークンや</a:t>
            </a:r>
            <a:r>
              <a:rPr lang="en-US" altLang="ja-JP">
                <a:latin typeface="メイリオ" panose="020B0604030504040204" pitchFamily="50" charset="-128"/>
                <a:ea typeface="メイリオ" panose="020B0604030504040204" pitchFamily="50" charset="-128"/>
              </a:rPr>
              <a:t>webhook URL</a:t>
            </a:r>
            <a:r>
              <a:rPr lang="ja-JP" altLang="en-US">
                <a:latin typeface="メイリオ" panose="020B0604030504040204" pitchFamily="50" charset="-128"/>
                <a:ea typeface="メイリオ" panose="020B0604030504040204" pitchFamily="50" charset="-128"/>
              </a:rPr>
              <a:t>などは</a:t>
            </a:r>
            <a:r>
              <a:rPr lang="ja-JP" altLang="en-US" b="1">
                <a:latin typeface="メイリオ" panose="020B0604030504040204" pitchFamily="50" charset="-128"/>
                <a:ea typeface="メイリオ" panose="020B0604030504040204" pitchFamily="50" charset="-128"/>
              </a:rPr>
              <a:t>環境変数</a:t>
            </a:r>
            <a:r>
              <a:rPr lang="en-US" altLang="ja-JP" b="1">
                <a:latin typeface="メイリオ" panose="020B0604030504040204" pitchFamily="50" charset="-128"/>
                <a:ea typeface="メイリオ" panose="020B0604030504040204" pitchFamily="50" charset="-128"/>
              </a:rPr>
              <a:t>(secrets)</a:t>
            </a:r>
            <a:r>
              <a:rPr lang="ja-JP" altLang="en-US">
                <a:latin typeface="メイリオ" panose="020B0604030504040204" pitchFamily="50" charset="-128"/>
                <a:ea typeface="メイリオ" panose="020B0604030504040204" pitchFamily="50" charset="-128"/>
              </a:rPr>
              <a:t>を用いて取得する</a:t>
            </a:r>
            <a:endParaRPr lang="en-US" altLang="ja-JP">
              <a:latin typeface="メイリオ" panose="020B0604030504040204" pitchFamily="50" charset="-128"/>
              <a:ea typeface="メイリオ" panose="020B0604030504040204" pitchFamily="50" charset="-128"/>
            </a:endParaRPr>
          </a:p>
          <a:p>
            <a:pPr marL="914400" lvl="1" indent="-457200">
              <a:lnSpc>
                <a:spcPct val="150000"/>
              </a:lnSpc>
              <a:buFont typeface="Arial" panose="020B0604020202020204" pitchFamily="34" charset="0"/>
              <a:buChar char="•"/>
            </a:pPr>
            <a:r>
              <a:rPr lang="ja-JP" altLang="en-US">
                <a:latin typeface="メイリオ" panose="020B0604030504040204" pitchFamily="50" charset="-128"/>
                <a:ea typeface="メイリオ" panose="020B0604030504040204" pitchFamily="50" charset="-128"/>
              </a:rPr>
              <a:t>下記ファイルを</a:t>
            </a:r>
            <a:r>
              <a:rPr lang="ja-JP" altLang="en-US" b="1">
                <a:latin typeface="メイリオ" panose="020B0604030504040204" pitchFamily="50" charset="-128"/>
                <a:ea typeface="メイリオ" panose="020B0604030504040204" pitchFamily="50" charset="-128"/>
              </a:rPr>
              <a:t>アーティファクトで取得できる</a:t>
            </a:r>
            <a:r>
              <a:rPr lang="ja-JP" altLang="en-US">
                <a:latin typeface="メイリオ" panose="020B0604030504040204" pitchFamily="50" charset="-128"/>
                <a:ea typeface="メイリオ" panose="020B0604030504040204" pitchFamily="50" charset="-128"/>
              </a:rPr>
              <a:t>ようにする</a:t>
            </a:r>
            <a:endParaRPr lang="en-US" altLang="ja-JP">
              <a:latin typeface="メイリオ" panose="020B0604030504040204" pitchFamily="50" charset="-128"/>
              <a:ea typeface="メイリオ" panose="020B0604030504040204" pitchFamily="50" charset="-128"/>
            </a:endParaRPr>
          </a:p>
          <a:p>
            <a:pPr marL="1371600" lvl="2" indent="-457200">
              <a:lnSpc>
                <a:spcPct val="150000"/>
              </a:lnSpc>
              <a:buFont typeface="Arial" panose="020B0604020202020204" pitchFamily="34" charset="0"/>
              <a:buChar char="•"/>
            </a:pPr>
            <a:r>
              <a:rPr lang="ja-JP" altLang="en-US">
                <a:latin typeface="メイリオ" panose="020B0604030504040204" pitchFamily="50" charset="-128"/>
                <a:ea typeface="メイリオ" panose="020B0604030504040204" pitchFamily="50" charset="-128"/>
              </a:rPr>
              <a:t>実行結果の</a:t>
            </a:r>
            <a:r>
              <a:rPr lang="en-US" altLang="ja-JP">
                <a:latin typeface="メイリオ" panose="020B0604030504040204" pitchFamily="50" charset="-128"/>
                <a:ea typeface="メイリオ" panose="020B0604030504040204" pitchFamily="50" charset="-128"/>
              </a:rPr>
              <a:t>xlsx</a:t>
            </a:r>
            <a:r>
              <a:rPr lang="ja-JP" altLang="en-US">
                <a:latin typeface="メイリオ" panose="020B0604030504040204" pitchFamily="50" charset="-128"/>
                <a:ea typeface="メイリオ" panose="020B0604030504040204" pitchFamily="50" charset="-128"/>
              </a:rPr>
              <a:t>ファイル</a:t>
            </a:r>
            <a:endParaRPr lang="en-US" altLang="ja-JP">
              <a:latin typeface="メイリオ" panose="020B0604030504040204" pitchFamily="50" charset="-128"/>
              <a:ea typeface="メイリオ" panose="020B0604030504040204" pitchFamily="50" charset="-128"/>
            </a:endParaRPr>
          </a:p>
          <a:p>
            <a:pPr marL="1371600" lvl="2" indent="-457200">
              <a:lnSpc>
                <a:spcPct val="150000"/>
              </a:lnSpc>
              <a:buFont typeface="Arial" panose="020B0604020202020204" pitchFamily="34" charset="0"/>
              <a:buChar char="•"/>
            </a:pPr>
            <a:r>
              <a:rPr lang="ja-JP" altLang="en-US">
                <a:latin typeface="メイリオ" panose="020B0604030504040204" pitchFamily="50" charset="-128"/>
                <a:ea typeface="メイリオ" panose="020B0604030504040204" pitchFamily="50" charset="-128"/>
              </a:rPr>
              <a:t>生成</a:t>
            </a:r>
            <a:r>
              <a:rPr lang="en-US" altLang="ja-JP">
                <a:latin typeface="メイリオ" panose="020B0604030504040204" pitchFamily="50" charset="-128"/>
                <a:ea typeface="メイリオ" panose="020B0604030504040204" pitchFamily="50" charset="-128"/>
              </a:rPr>
              <a:t>AI</a:t>
            </a:r>
            <a:r>
              <a:rPr lang="ja-JP" altLang="en-US">
                <a:latin typeface="メイリオ" panose="020B0604030504040204" pitchFamily="50" charset="-128"/>
                <a:ea typeface="メイリオ" panose="020B0604030504040204" pitchFamily="50" charset="-128"/>
              </a:rPr>
              <a:t>を用いて作成したレポートファイル</a:t>
            </a:r>
            <a:endParaRPr lang="en-US" altLang="ja-JP">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8786C6AD-7587-6B1C-D088-A32FE149F1BA}"/>
              </a:ext>
            </a:extLst>
          </p:cNvPr>
          <p:cNvSpPr/>
          <p:nvPr/>
        </p:nvSpPr>
        <p:spPr>
          <a:xfrm>
            <a:off x="1331508" y="3067291"/>
            <a:ext cx="9954228" cy="2976596"/>
          </a:xfrm>
          <a:prstGeom prst="rect">
            <a:avLst/>
          </a:prstGeom>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Tree>
    <p:extLst>
      <p:ext uri="{BB962C8B-B14F-4D97-AF65-F5344CB8AC3E}">
        <p14:creationId xmlns:p14="http://schemas.microsoft.com/office/powerpoint/2010/main" val="23499134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5126E-9759-B3B1-CF86-5B162E6D0A7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EB6E425-B176-A38C-3DB8-B5E5C28F8340}"/>
              </a:ext>
            </a:extLst>
          </p:cNvPr>
          <p:cNvSpPr>
            <a:spLocks noGrp="1"/>
          </p:cNvSpPr>
          <p:nvPr>
            <p:ph type="title"/>
          </p:nvPr>
        </p:nvSpPr>
        <p:spPr>
          <a:xfrm>
            <a:off x="759541" y="535713"/>
            <a:ext cx="11098162" cy="503555"/>
          </a:xfrm>
        </p:spPr>
        <p:txBody>
          <a:bodyPr/>
          <a:lstStyle/>
          <a:p>
            <a:r>
              <a:rPr lang="ja-JP" altLang="en-US" b="1">
                <a:solidFill>
                  <a:schemeClr val="tx2"/>
                </a:solidFill>
                <a:latin typeface="メイリオ" panose="020B0604030504040204" pitchFamily="50" charset="-128"/>
                <a:ea typeface="メイリオ" panose="020B0604030504040204" pitchFamily="50" charset="-128"/>
              </a:rPr>
              <a:t>研修⑤：ワークフロー作成：自動実行の完成</a:t>
            </a:r>
            <a:endParaRPr lang="ja-JP" altLang="en-US" b="1">
              <a:latin typeface="メイリオ" panose="020B0604030504040204" pitchFamily="50" charset="-128"/>
              <a:ea typeface="メイリオ" panose="020B0604030504040204" pitchFamily="50" charset="-128"/>
            </a:endParaRPr>
          </a:p>
        </p:txBody>
      </p:sp>
      <p:sp>
        <p:nvSpPr>
          <p:cNvPr id="4" name="スライド番号プレースホルダー 3">
            <a:extLst>
              <a:ext uri="{FF2B5EF4-FFF2-40B4-BE49-F238E27FC236}">
                <a16:creationId xmlns:a16="http://schemas.microsoft.com/office/drawing/2014/main" id="{19C4D57F-77F7-39B8-3DDF-397DBEC0251A}"/>
              </a:ext>
            </a:extLst>
          </p:cNvPr>
          <p:cNvSpPr>
            <a:spLocks noGrp="1"/>
          </p:cNvSpPr>
          <p:nvPr>
            <p:ph type="sldNum" sz="quarter" idx="12"/>
          </p:nvPr>
        </p:nvSpPr>
        <p:spPr/>
        <p:txBody>
          <a:bodyPr/>
          <a:lstStyle/>
          <a:p>
            <a:fld id="{AEA9F59F-5AEA-DB42-A066-0EDE44B4D5E7}" type="slidenum">
              <a:rPr lang="ja-JP" altLang="en-US" smtClean="0"/>
              <a:pPr/>
              <a:t>51</a:t>
            </a:fld>
            <a:endParaRPr lang="ja-JP" altLang="en-US"/>
          </a:p>
        </p:txBody>
      </p:sp>
      <p:sp>
        <p:nvSpPr>
          <p:cNvPr id="5" name="タイトル 1">
            <a:extLst>
              <a:ext uri="{FF2B5EF4-FFF2-40B4-BE49-F238E27FC236}">
                <a16:creationId xmlns:a16="http://schemas.microsoft.com/office/drawing/2014/main" id="{09ED9A5C-9866-D418-6C05-38A282F703D3}"/>
              </a:ext>
            </a:extLst>
          </p:cNvPr>
          <p:cNvSpPr txBox="1">
            <a:spLocks/>
          </p:cNvSpPr>
          <p:nvPr/>
        </p:nvSpPr>
        <p:spPr>
          <a:xfrm>
            <a:off x="1431823" y="1164137"/>
            <a:ext cx="9328354" cy="140544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3200" b="0" i="0" kern="1200">
                <a:solidFill>
                  <a:srgbClr val="004098"/>
                </a:solidFill>
                <a:latin typeface="Yu Gothic Medium" panose="020B0400000000000000" pitchFamily="34" charset="-128"/>
                <a:ea typeface="Yu Gothic Medium" panose="020B0400000000000000" pitchFamily="34" charset="-128"/>
                <a:cs typeface="+mj-cs"/>
              </a:defRPr>
            </a:lvl1pPr>
          </a:lstStyle>
          <a:p>
            <a:pPr>
              <a:lnSpc>
                <a:spcPct val="150000"/>
              </a:lnSpc>
            </a:pPr>
            <a:r>
              <a:rPr lang="ja-JP" altLang="en-US" sz="2000" b="1">
                <a:solidFill>
                  <a:schemeClr val="tx1"/>
                </a:solidFill>
                <a:latin typeface="メイリオ" panose="020B0604030504040204" pitchFamily="50" charset="-128"/>
                <a:ea typeface="メイリオ" panose="020B0604030504040204" pitchFamily="50" charset="-128"/>
              </a:rPr>
              <a:t>ヒント⑤</a:t>
            </a:r>
            <a:r>
              <a:rPr lang="en-US" altLang="ja-JP" sz="2000" b="1">
                <a:solidFill>
                  <a:schemeClr val="tx1"/>
                </a:solidFill>
                <a:latin typeface="メイリオ" panose="020B0604030504040204" pitchFamily="50" charset="-128"/>
                <a:ea typeface="メイリオ" panose="020B0604030504040204" pitchFamily="50" charset="-128"/>
              </a:rPr>
              <a:t>-1</a:t>
            </a:r>
            <a:r>
              <a:rPr lang="ja-JP" altLang="en-US" sz="2000">
                <a:solidFill>
                  <a:schemeClr val="tx1"/>
                </a:solidFill>
                <a:latin typeface="メイリオ" panose="020B0604030504040204" pitchFamily="50" charset="-128"/>
                <a:ea typeface="メイリオ" panose="020B0604030504040204" pitchFamily="50" charset="-128"/>
              </a:rPr>
              <a:t>：ディレクトリ</a:t>
            </a:r>
            <a:r>
              <a:rPr lang="en-US" altLang="ja-JP" sz="2000">
                <a:solidFill>
                  <a:schemeClr val="tx1"/>
                </a:solidFill>
                <a:latin typeface="メイリオ" panose="020B0604030504040204" pitchFamily="50" charset="-128"/>
                <a:ea typeface="メイリオ" panose="020B0604030504040204" pitchFamily="50" charset="-128"/>
              </a:rPr>
              <a:t>/</a:t>
            </a:r>
            <a:r>
              <a:rPr lang="ja-JP" altLang="en-US" sz="2000">
                <a:solidFill>
                  <a:schemeClr val="tx1"/>
                </a:solidFill>
                <a:latin typeface="メイリオ" panose="020B0604030504040204" pitchFamily="50" charset="-128"/>
                <a:ea typeface="メイリオ" panose="020B0604030504040204" pitchFamily="50" charset="-128"/>
              </a:rPr>
              <a:t>ファイルの配置</a:t>
            </a:r>
            <a:r>
              <a:rPr lang="en-US" altLang="ja-JP" sz="2000">
                <a:solidFill>
                  <a:schemeClr val="tx1"/>
                </a:solidFill>
                <a:latin typeface="メイリオ" panose="020B0604030504040204" pitchFamily="50" charset="-128"/>
                <a:ea typeface="メイリオ" panose="020B0604030504040204" pitchFamily="50" charset="-128"/>
              </a:rPr>
              <a:t>(</a:t>
            </a:r>
            <a:r>
              <a:rPr lang="ja-JP" altLang="en-US" sz="2000" u="sng">
                <a:solidFill>
                  <a:schemeClr val="tx1"/>
                </a:solidFill>
                <a:latin typeface="メイリオ" panose="020B0604030504040204" pitchFamily="50" charset="-128"/>
                <a:ea typeface="メイリオ" panose="020B0604030504040204" pitchFamily="50" charset="-128"/>
              </a:rPr>
              <a:t>下線</a:t>
            </a:r>
            <a:r>
              <a:rPr lang="ja-JP" altLang="en-US" sz="2000">
                <a:solidFill>
                  <a:schemeClr val="tx1"/>
                </a:solidFill>
                <a:latin typeface="メイリオ" panose="020B0604030504040204" pitchFamily="50" charset="-128"/>
                <a:ea typeface="メイリオ" panose="020B0604030504040204" pitchFamily="50" charset="-128"/>
              </a:rPr>
              <a:t>が実装が必要なファイル</a:t>
            </a:r>
            <a:r>
              <a:rPr lang="en-US" altLang="ja-JP" sz="2000">
                <a:solidFill>
                  <a:schemeClr val="tx1"/>
                </a:solidFill>
                <a:latin typeface="メイリオ" panose="020B0604030504040204" pitchFamily="50" charset="-128"/>
                <a:ea typeface="メイリオ" panose="020B0604030504040204" pitchFamily="50" charset="-128"/>
              </a:rPr>
              <a:t>)</a:t>
            </a:r>
          </a:p>
        </p:txBody>
      </p:sp>
      <p:sp>
        <p:nvSpPr>
          <p:cNvPr id="3" name="正方形/長方形 2">
            <a:extLst>
              <a:ext uri="{FF2B5EF4-FFF2-40B4-BE49-F238E27FC236}">
                <a16:creationId xmlns:a16="http://schemas.microsoft.com/office/drawing/2014/main" id="{E6AF284A-B352-D7A9-FC81-6280CB53F1B4}"/>
              </a:ext>
            </a:extLst>
          </p:cNvPr>
          <p:cNvSpPr/>
          <p:nvPr/>
        </p:nvSpPr>
        <p:spPr>
          <a:xfrm>
            <a:off x="1610810" y="2281093"/>
            <a:ext cx="8970380" cy="3530279"/>
          </a:xfrm>
          <a:prstGeom prst="rect">
            <a:avLst/>
          </a:prstGeom>
          <a:ln/>
        </p:spPr>
        <p:style>
          <a:lnRef idx="2">
            <a:schemeClr val="accent2"/>
          </a:lnRef>
          <a:fillRef idx="1">
            <a:schemeClr val="lt1"/>
          </a:fillRef>
          <a:effectRef idx="0">
            <a:schemeClr val="accent2"/>
          </a:effectRef>
          <a:fontRef idx="minor">
            <a:schemeClr val="dk1"/>
          </a:fontRef>
        </p:style>
        <p:txBody>
          <a:bodyPr rtlCol="0" anchor="ctr"/>
          <a:lstStyle/>
          <a:p>
            <a:pPr>
              <a:lnSpc>
                <a:spcPct val="150000"/>
              </a:lnSpc>
            </a:pPr>
            <a:r>
              <a:rPr lang="ja-JP" altLang="en-US">
                <a:solidFill>
                  <a:schemeClr val="tx1"/>
                </a:solidFill>
                <a:latin typeface="Cascadia Code ExtraLight" panose="020B0609020000020004" pitchFamily="49" charset="0"/>
                <a:ea typeface="メイリオ" panose="020B0604030504040204" pitchFamily="50" charset="-128"/>
                <a:cs typeface="Cascadia Code ExtraLight" panose="020B0609020000020004" pitchFamily="49" charset="0"/>
              </a:rPr>
              <a:t>📁</a:t>
            </a:r>
            <a:r>
              <a:rPr lang="en-US" altLang="ja-JP">
                <a:solidFill>
                  <a:schemeClr val="tx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a:t>
            </a:r>
            <a:r>
              <a:rPr lang="en-US" altLang="ja-JP" err="1">
                <a:solidFill>
                  <a:schemeClr val="tx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github</a:t>
            </a:r>
            <a:endParaRPr lang="en-US" altLang="ja-JP">
              <a:solidFill>
                <a:schemeClr val="tx1"/>
              </a:solidFill>
              <a:latin typeface="Cascadia Code ExtraLight" panose="020B0609020000020004" pitchFamily="49" charset="0"/>
              <a:ea typeface="Cascadia Code ExtraLight" panose="020B0609020000020004" pitchFamily="49" charset="0"/>
              <a:cs typeface="Cascadia Code ExtraLight" panose="020B0609020000020004" pitchFamily="49" charset="0"/>
            </a:endParaRPr>
          </a:p>
          <a:p>
            <a:pPr>
              <a:lnSpc>
                <a:spcPct val="150000"/>
              </a:lnSpc>
            </a:pPr>
            <a:r>
              <a:rPr lang="en-US" altLang="ja-JP">
                <a:solidFill>
                  <a:schemeClr val="tx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a:t>
            </a:r>
            <a:r>
              <a:rPr lang="ja-JP" altLang="en-US">
                <a:solidFill>
                  <a:schemeClr val="tx1"/>
                </a:solidFill>
                <a:latin typeface="Cascadia Code ExtraLight" panose="020B0609020000020004" pitchFamily="49" charset="0"/>
                <a:ea typeface="メイリオ" panose="020B0604030504040204" pitchFamily="50" charset="-128"/>
                <a:cs typeface="Cascadia Code ExtraLight" panose="020B0609020000020004" pitchFamily="49" charset="0"/>
              </a:rPr>
              <a:t>📁</a:t>
            </a:r>
            <a:r>
              <a:rPr lang="en-US" altLang="ja-JP">
                <a:solidFill>
                  <a:schemeClr val="tx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workflows</a:t>
            </a:r>
          </a:p>
          <a:p>
            <a:pPr>
              <a:lnSpc>
                <a:spcPct val="150000"/>
              </a:lnSpc>
            </a:pPr>
            <a:r>
              <a:rPr lang="en-US" altLang="ja-JP">
                <a:solidFill>
                  <a:schemeClr val="tx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a:t>
            </a:r>
            <a:r>
              <a:rPr lang="ja-JP" altLang="en-US">
                <a:solidFill>
                  <a:schemeClr val="tx1"/>
                </a:solidFill>
                <a:latin typeface="Cascadia Code ExtraLight" panose="020B0609020000020004" pitchFamily="49" charset="0"/>
                <a:ea typeface="メイリオ" panose="020B0604030504040204" pitchFamily="50" charset="-128"/>
                <a:cs typeface="Cascadia Code ExtraLight" panose="020B0609020000020004" pitchFamily="49" charset="0"/>
              </a:rPr>
              <a:t>📝</a:t>
            </a:r>
            <a:r>
              <a:rPr lang="en-US" altLang="ja-JP" u="sng">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rPr>
              <a:t>05_workflow_runner.yaml</a:t>
            </a:r>
          </a:p>
          <a:p>
            <a:pPr>
              <a:lnSpc>
                <a:spcPct val="150000"/>
              </a:lnSpc>
            </a:pPr>
            <a:r>
              <a:rPr lang="ja-JP" altLang="en-US">
                <a:solidFill>
                  <a:schemeClr val="tx1"/>
                </a:solidFill>
                <a:latin typeface="Cascadia Code ExtraLight" panose="020B0609020000020004" pitchFamily="49" charset="0"/>
                <a:ea typeface="メイリオ" panose="020B0604030504040204" pitchFamily="50" charset="-128"/>
                <a:cs typeface="Cascadia Code ExtraLight" panose="020B0609020000020004" pitchFamily="49" charset="0"/>
              </a:rPr>
              <a:t>📝</a:t>
            </a:r>
            <a:r>
              <a:rPr lang="en-US" altLang="ja-JP" err="1">
                <a:solidFill>
                  <a:schemeClr val="tx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report.json</a:t>
            </a:r>
            <a:r>
              <a:rPr lang="en-US" altLang="ja-JP">
                <a:solidFill>
                  <a:schemeClr val="tx1"/>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 </a:t>
            </a:r>
            <a:r>
              <a:rPr lang="en-US" altLang="ja-JP">
                <a:solidFill>
                  <a:schemeClr val="bg1">
                    <a:lumMod val="65000"/>
                  </a:schemeClr>
                </a:solidFill>
                <a:latin typeface="Cascadia Code ExtraLight" panose="020B0609020000020004" pitchFamily="49" charset="0"/>
                <a:ea typeface="Cascadia Code ExtraLight" panose="020B0609020000020004" pitchFamily="49" charset="0"/>
                <a:cs typeface="Cascadia Code ExtraLight" panose="020B0609020000020004" pitchFamily="49" charset="0"/>
              </a:rPr>
              <a:t>#</a:t>
            </a:r>
            <a:r>
              <a:rPr lang="ja-JP" altLang="en-US">
                <a:solidFill>
                  <a:schemeClr val="bg1">
                    <a:lumMod val="65000"/>
                  </a:schemeClr>
                </a:solidFill>
                <a:latin typeface="Cascadia Code ExtraLight" panose="020B0609020000020004" pitchFamily="49" charset="0"/>
                <a:ea typeface="メイリオ" panose="020B0604030504040204" pitchFamily="50" charset="-128"/>
                <a:cs typeface="Cascadia Code ExtraLight" panose="020B0609020000020004" pitchFamily="49" charset="0"/>
              </a:rPr>
              <a:t>テスト実行の結果と仮定する</a:t>
            </a:r>
            <a:endParaRPr lang="en-US" altLang="ja-JP">
              <a:solidFill>
                <a:schemeClr val="bg1">
                  <a:lumMod val="65000"/>
                </a:schemeClr>
              </a:solidFill>
              <a:latin typeface="Cascadia Code ExtraLight" panose="020B0609020000020004" pitchFamily="49" charset="0"/>
              <a:ea typeface="メイリオ" panose="020B0604030504040204" pitchFamily="50" charset="-128"/>
              <a:cs typeface="Cascadia Code ExtraLight" panose="020B0609020000020004" pitchFamily="49" charset="0"/>
            </a:endParaRPr>
          </a:p>
          <a:p>
            <a:pPr>
              <a:lnSpc>
                <a:spcPct val="150000"/>
              </a:lnSpc>
            </a:pPr>
            <a:r>
              <a:rPr lang="ja-JP" altLang="en-US" u="sng">
                <a:solidFill>
                  <a:schemeClr val="bg1">
                    <a:lumMod val="65000"/>
                  </a:schemeClr>
                </a:solidFill>
                <a:latin typeface="Cascadia Code Light" panose="020B0609020000020004" pitchFamily="49" charset="0"/>
                <a:ea typeface="メイリオ" panose="020B0604030504040204" pitchFamily="50" charset="-128"/>
                <a:cs typeface="Cascadia Code Light" panose="020B0609020000020004" pitchFamily="49" charset="0"/>
              </a:rPr>
              <a:t>📝</a:t>
            </a:r>
            <a:r>
              <a:rPr lang="en-US" altLang="ja-JP" u="sng">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rPr>
              <a:t>02_xlsx_converter.py</a:t>
            </a:r>
          </a:p>
          <a:p>
            <a:pPr>
              <a:lnSpc>
                <a:spcPct val="150000"/>
              </a:lnSpc>
            </a:pPr>
            <a:r>
              <a:rPr lang="ja-JP" altLang="en-US" u="sng">
                <a:solidFill>
                  <a:schemeClr val="tx1"/>
                </a:solidFill>
                <a:latin typeface="Cascadia Code Light" panose="020B0609020000020004" pitchFamily="49" charset="0"/>
                <a:ea typeface="Cascadia Code ExtraLight" panose="020B0609020000020004" pitchFamily="49" charset="0"/>
                <a:cs typeface="Cascadia Code Light" panose="020B0609020000020004" pitchFamily="49" charset="0"/>
              </a:rPr>
              <a:t>📝</a:t>
            </a:r>
            <a:r>
              <a:rPr lang="en-US" altLang="ja-JP" u="sng">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rPr>
              <a:t>03_slack_messagenger.py</a:t>
            </a:r>
          </a:p>
          <a:p>
            <a:pPr>
              <a:lnSpc>
                <a:spcPct val="150000"/>
              </a:lnSpc>
            </a:pPr>
            <a:r>
              <a:rPr lang="ja-JP" altLang="en-US" u="sng">
                <a:solidFill>
                  <a:schemeClr val="tx1"/>
                </a:solidFill>
                <a:latin typeface="Cascadia Code Light" panose="020B0609020000020004" pitchFamily="49" charset="0"/>
                <a:ea typeface="Cascadia Code ExtraLight" panose="020B0609020000020004" pitchFamily="49" charset="0"/>
                <a:cs typeface="Cascadia Code Light" panose="020B0609020000020004" pitchFamily="49" charset="0"/>
              </a:rPr>
              <a:t>📝</a:t>
            </a:r>
            <a:r>
              <a:rPr lang="en-US" altLang="ja-JP" u="sng">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rPr>
              <a:t>04_veriGen_reporter.py</a:t>
            </a:r>
          </a:p>
        </p:txBody>
      </p:sp>
    </p:spTree>
    <p:extLst>
      <p:ext uri="{BB962C8B-B14F-4D97-AF65-F5344CB8AC3E}">
        <p14:creationId xmlns:p14="http://schemas.microsoft.com/office/powerpoint/2010/main" val="20629480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D0AD9-9112-DD85-753C-C52210571DE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E84C642-7AFD-C062-9B30-C6EFD1F08FC6}"/>
              </a:ext>
            </a:extLst>
          </p:cNvPr>
          <p:cNvSpPr>
            <a:spLocks noGrp="1"/>
          </p:cNvSpPr>
          <p:nvPr>
            <p:ph type="title"/>
          </p:nvPr>
        </p:nvSpPr>
        <p:spPr>
          <a:xfrm>
            <a:off x="759541" y="535713"/>
            <a:ext cx="11098162" cy="503555"/>
          </a:xfrm>
        </p:spPr>
        <p:txBody>
          <a:bodyPr/>
          <a:lstStyle/>
          <a:p>
            <a:r>
              <a:rPr lang="ja-JP" altLang="en-US" b="1">
                <a:solidFill>
                  <a:schemeClr val="tx2"/>
                </a:solidFill>
                <a:latin typeface="メイリオ" panose="020B0604030504040204" pitchFamily="50" charset="-128"/>
                <a:ea typeface="メイリオ" panose="020B0604030504040204" pitchFamily="50" charset="-128"/>
              </a:rPr>
              <a:t>研修⑤：ワークフロー作成：自動実行の完成</a:t>
            </a:r>
            <a:endParaRPr lang="ja-JP" altLang="en-US" b="1">
              <a:latin typeface="メイリオ" panose="020B0604030504040204" pitchFamily="50" charset="-128"/>
              <a:ea typeface="メイリオ" panose="020B0604030504040204" pitchFamily="50" charset="-128"/>
            </a:endParaRPr>
          </a:p>
        </p:txBody>
      </p:sp>
      <p:sp>
        <p:nvSpPr>
          <p:cNvPr id="4" name="スライド番号プレースホルダー 3">
            <a:extLst>
              <a:ext uri="{FF2B5EF4-FFF2-40B4-BE49-F238E27FC236}">
                <a16:creationId xmlns:a16="http://schemas.microsoft.com/office/drawing/2014/main" id="{8AFD5EC6-5071-78A2-9DD7-522FCE814E77}"/>
              </a:ext>
            </a:extLst>
          </p:cNvPr>
          <p:cNvSpPr>
            <a:spLocks noGrp="1"/>
          </p:cNvSpPr>
          <p:nvPr>
            <p:ph type="sldNum" sz="quarter" idx="12"/>
          </p:nvPr>
        </p:nvSpPr>
        <p:spPr/>
        <p:txBody>
          <a:bodyPr/>
          <a:lstStyle/>
          <a:p>
            <a:fld id="{AEA9F59F-5AEA-DB42-A066-0EDE44B4D5E7}" type="slidenum">
              <a:rPr lang="ja-JP" altLang="en-US" smtClean="0"/>
              <a:pPr/>
              <a:t>52</a:t>
            </a:fld>
            <a:endParaRPr lang="ja-JP" altLang="en-US"/>
          </a:p>
        </p:txBody>
      </p:sp>
      <p:sp>
        <p:nvSpPr>
          <p:cNvPr id="5" name="タイトル 1">
            <a:extLst>
              <a:ext uri="{FF2B5EF4-FFF2-40B4-BE49-F238E27FC236}">
                <a16:creationId xmlns:a16="http://schemas.microsoft.com/office/drawing/2014/main" id="{CD24FF5F-B15D-0558-4AD2-8372A30D5034}"/>
              </a:ext>
            </a:extLst>
          </p:cNvPr>
          <p:cNvSpPr txBox="1">
            <a:spLocks/>
          </p:cNvSpPr>
          <p:nvPr/>
        </p:nvSpPr>
        <p:spPr>
          <a:xfrm>
            <a:off x="1431823" y="1164136"/>
            <a:ext cx="9459954" cy="374352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3200" b="0" i="0" kern="1200">
                <a:solidFill>
                  <a:srgbClr val="004098"/>
                </a:solidFill>
                <a:latin typeface="Yu Gothic Medium" panose="020B0400000000000000" pitchFamily="34" charset="-128"/>
                <a:ea typeface="Yu Gothic Medium" panose="020B0400000000000000" pitchFamily="34" charset="-128"/>
                <a:cs typeface="+mj-cs"/>
              </a:defRPr>
            </a:lvl1pPr>
          </a:lstStyle>
          <a:p>
            <a:pPr>
              <a:lnSpc>
                <a:spcPct val="150000"/>
              </a:lnSpc>
            </a:pPr>
            <a:r>
              <a:rPr lang="ja-JP" altLang="en-US" sz="2000" b="1">
                <a:solidFill>
                  <a:schemeClr val="tx1"/>
                </a:solidFill>
                <a:latin typeface="メイリオ" panose="020B0604030504040204" pitchFamily="50" charset="-128"/>
                <a:ea typeface="メイリオ" panose="020B0604030504040204" pitchFamily="50" charset="-128"/>
              </a:rPr>
              <a:t>ヒント⑤</a:t>
            </a:r>
            <a:r>
              <a:rPr lang="en-US" altLang="ja-JP" sz="2000" b="1">
                <a:solidFill>
                  <a:schemeClr val="tx1"/>
                </a:solidFill>
                <a:latin typeface="メイリオ" panose="020B0604030504040204" pitchFamily="50" charset="-128"/>
                <a:ea typeface="メイリオ" panose="020B0604030504040204" pitchFamily="50" charset="-128"/>
              </a:rPr>
              <a:t>-2</a:t>
            </a:r>
            <a:r>
              <a:rPr lang="ja-JP" altLang="en-US" sz="2000">
                <a:solidFill>
                  <a:schemeClr val="tx1"/>
                </a:solidFill>
                <a:latin typeface="メイリオ" panose="020B0604030504040204" pitchFamily="50" charset="-128"/>
                <a:ea typeface="メイリオ" panose="020B0604030504040204" pitchFamily="50" charset="-128"/>
              </a:rPr>
              <a:t>：</a:t>
            </a:r>
            <a:endParaRPr lang="en-US" altLang="ja-JP" sz="2000">
              <a:solidFill>
                <a:schemeClr val="tx1"/>
              </a:solidFill>
              <a:latin typeface="メイリオ" panose="020B0604030504040204" pitchFamily="50" charset="-128"/>
              <a:ea typeface="メイリオ" panose="020B0604030504040204" pitchFamily="50" charset="-128"/>
            </a:endParaRPr>
          </a:p>
          <a:p>
            <a:pPr marL="342900" indent="-342900">
              <a:lnSpc>
                <a:spcPct val="150000"/>
              </a:lnSpc>
              <a:buFont typeface="Arial" panose="020B0604020202020204" pitchFamily="34" charset="0"/>
              <a:buChar char="•"/>
            </a:pPr>
            <a:r>
              <a:rPr lang="ja-JP" altLang="en-US" sz="2000">
                <a:solidFill>
                  <a:schemeClr val="tx1"/>
                </a:solidFill>
                <a:latin typeface="メイリオ" panose="020B0604030504040204" pitchFamily="50" charset="-128"/>
                <a:ea typeface="メイリオ" panose="020B0604030504040204" pitchFamily="50" charset="-128"/>
              </a:rPr>
              <a:t>研修②～④で作成したスクリプトにも一部修正を加えてください。</a:t>
            </a:r>
            <a:endParaRPr lang="en-US" altLang="ja-JP" sz="2000">
              <a:solidFill>
                <a:schemeClr val="tx1"/>
              </a:solidFill>
              <a:latin typeface="メイリオ" panose="020B0604030504040204" pitchFamily="50" charset="-128"/>
              <a:ea typeface="メイリオ" panose="020B0604030504040204" pitchFamily="50" charset="-128"/>
            </a:endParaRPr>
          </a:p>
          <a:p>
            <a:pPr marL="800100" lvl="1" indent="-342900">
              <a:lnSpc>
                <a:spcPct val="150000"/>
              </a:lnSpc>
              <a:buFont typeface="Arial" panose="020B0604020202020204" pitchFamily="34" charset="0"/>
              <a:buChar char="•"/>
            </a:pPr>
            <a:r>
              <a:rPr lang="en-US" altLang="ja-JP">
                <a:solidFill>
                  <a:schemeClr val="tx1"/>
                </a:solidFill>
                <a:latin typeface="メイリオ" panose="020B0604030504040204" pitchFamily="50" charset="-128"/>
                <a:ea typeface="メイリオ" panose="020B0604030504040204" pitchFamily="50" charset="-128"/>
              </a:rPr>
              <a:t>API</a:t>
            </a:r>
            <a:r>
              <a:rPr lang="ja-JP" altLang="en-US">
                <a:solidFill>
                  <a:schemeClr val="tx1"/>
                </a:solidFill>
                <a:latin typeface="メイリオ" panose="020B0604030504040204" pitchFamily="50" charset="-128"/>
                <a:ea typeface="メイリオ" panose="020B0604030504040204" pitchFamily="50" charset="-128"/>
              </a:rPr>
              <a:t>キーや</a:t>
            </a:r>
            <a:r>
              <a:rPr lang="en-US" altLang="ja-JP">
                <a:solidFill>
                  <a:schemeClr val="tx1"/>
                </a:solidFill>
                <a:latin typeface="メイリオ" panose="020B0604030504040204" pitchFamily="50" charset="-128"/>
                <a:ea typeface="メイリオ" panose="020B0604030504040204" pitchFamily="50" charset="-128"/>
              </a:rPr>
              <a:t>Webhook URL</a:t>
            </a:r>
            <a:r>
              <a:rPr lang="ja-JP" altLang="en-US">
                <a:solidFill>
                  <a:schemeClr val="tx1"/>
                </a:solidFill>
                <a:latin typeface="メイリオ" panose="020B0604030504040204" pitchFamily="50" charset="-128"/>
                <a:ea typeface="メイリオ" panose="020B0604030504040204" pitchFamily="50" charset="-128"/>
              </a:rPr>
              <a:t>など機密情報についてはハードコードせず、</a:t>
            </a:r>
            <a:br>
              <a:rPr lang="en-US" altLang="ja-JP">
                <a:solidFill>
                  <a:schemeClr val="tx1"/>
                </a:solidFill>
                <a:latin typeface="メイリオ" panose="020B0604030504040204" pitchFamily="50" charset="-128"/>
                <a:ea typeface="メイリオ" panose="020B0604030504040204" pitchFamily="50" charset="-128"/>
              </a:rPr>
            </a:br>
            <a:r>
              <a:rPr lang="en-US" altLang="ja-JP" b="1">
                <a:solidFill>
                  <a:schemeClr val="tx1"/>
                </a:solidFill>
                <a:latin typeface="メイリオ" panose="020B0604030504040204" pitchFamily="50" charset="-128"/>
                <a:ea typeface="メイリオ" panose="020B0604030504040204" pitchFamily="50" charset="-128"/>
              </a:rPr>
              <a:t>GitHub</a:t>
            </a:r>
            <a:r>
              <a:rPr lang="ja-JP" altLang="en-US" b="1">
                <a:solidFill>
                  <a:schemeClr val="tx1"/>
                </a:solidFill>
                <a:latin typeface="メイリオ" panose="020B0604030504040204" pitchFamily="50" charset="-128"/>
                <a:ea typeface="メイリオ" panose="020B0604030504040204" pitchFamily="50" charset="-128"/>
              </a:rPr>
              <a:t> </a:t>
            </a:r>
            <a:r>
              <a:rPr lang="en-US" altLang="ja-JP" b="1">
                <a:solidFill>
                  <a:schemeClr val="tx1"/>
                </a:solidFill>
                <a:latin typeface="メイリオ" panose="020B0604030504040204" pitchFamily="50" charset="-128"/>
                <a:ea typeface="メイリオ" panose="020B0604030504040204" pitchFamily="50" charset="-128"/>
              </a:rPr>
              <a:t>Actions</a:t>
            </a:r>
            <a:r>
              <a:rPr lang="ja-JP" altLang="en-US" b="1">
                <a:solidFill>
                  <a:schemeClr val="tx1"/>
                </a:solidFill>
                <a:latin typeface="メイリオ" panose="020B0604030504040204" pitchFamily="50" charset="-128"/>
                <a:ea typeface="メイリオ" panose="020B0604030504040204" pitchFamily="50" charset="-128"/>
              </a:rPr>
              <a:t>の環境変数から取得する</a:t>
            </a:r>
            <a:r>
              <a:rPr lang="ja-JP" altLang="en-US">
                <a:solidFill>
                  <a:schemeClr val="tx1"/>
                </a:solidFill>
                <a:latin typeface="メイリオ" panose="020B0604030504040204" pitchFamily="50" charset="-128"/>
                <a:ea typeface="メイリオ" panose="020B0604030504040204" pitchFamily="50" charset="-128"/>
              </a:rPr>
              <a:t>こと</a:t>
            </a:r>
            <a:endParaRPr lang="en-US" altLang="ja-JP">
              <a:solidFill>
                <a:schemeClr val="tx1"/>
              </a:solidFill>
              <a:latin typeface="メイリオ" panose="020B0604030504040204" pitchFamily="50" charset="-128"/>
              <a:ea typeface="メイリオ" panose="020B0604030504040204" pitchFamily="50" charset="-128"/>
            </a:endParaRPr>
          </a:p>
          <a:p>
            <a:pPr marL="342900" indent="-342900">
              <a:lnSpc>
                <a:spcPct val="150000"/>
              </a:lnSpc>
              <a:buFont typeface="Arial" panose="020B0604020202020204" pitchFamily="34" charset="0"/>
              <a:buChar char="•"/>
            </a:pPr>
            <a:r>
              <a:rPr lang="en-US" altLang="ja-JP" sz="2000" err="1">
                <a:solidFill>
                  <a:schemeClr val="tx1"/>
                </a:solidFill>
                <a:latin typeface="メイリオ" panose="020B0604030504040204" pitchFamily="50" charset="-128"/>
                <a:ea typeface="メイリオ" panose="020B0604030504040204" pitchFamily="50" charset="-128"/>
              </a:rPr>
              <a:t>Yaml</a:t>
            </a:r>
            <a:r>
              <a:rPr lang="ja-JP" altLang="en-US" sz="2000">
                <a:solidFill>
                  <a:schemeClr val="tx1"/>
                </a:solidFill>
                <a:latin typeface="メイリオ" panose="020B0604030504040204" pitchFamily="50" charset="-128"/>
                <a:ea typeface="メイリオ" panose="020B0604030504040204" pitchFamily="50" charset="-128"/>
              </a:rPr>
              <a:t>ファイルについて：</a:t>
            </a:r>
            <a:endParaRPr lang="en-US" altLang="ja-JP" sz="2000">
              <a:solidFill>
                <a:schemeClr val="tx1"/>
              </a:solidFill>
              <a:latin typeface="メイリオ" panose="020B0604030504040204" pitchFamily="50" charset="-128"/>
              <a:ea typeface="メイリオ" panose="020B0604030504040204" pitchFamily="50" charset="-128"/>
            </a:endParaRPr>
          </a:p>
          <a:p>
            <a:pPr marL="800100" lvl="1" indent="-342900">
              <a:lnSpc>
                <a:spcPct val="150000"/>
              </a:lnSpc>
              <a:buFont typeface="Arial" panose="020B0604020202020204" pitchFamily="34" charset="0"/>
              <a:buChar char="•"/>
            </a:pPr>
            <a:r>
              <a:rPr lang="ja-JP" altLang="en-US">
                <a:latin typeface="メイリオ" panose="020B0604030504040204" pitchFamily="50" charset="-128"/>
                <a:ea typeface="メイリオ" panose="020B0604030504040204" pitchFamily="50" charset="-128"/>
              </a:rPr>
              <a:t>実行コマンド</a:t>
            </a:r>
            <a:r>
              <a:rPr lang="en-US" altLang="ja-JP">
                <a:latin typeface="メイリオ" panose="020B0604030504040204" pitchFamily="50" charset="-128"/>
                <a:ea typeface="メイリオ" panose="020B0604030504040204" pitchFamily="50" charset="-128"/>
              </a:rPr>
              <a:t>(python )</a:t>
            </a:r>
            <a:r>
              <a:rPr lang="ja-JP" altLang="en-US">
                <a:latin typeface="メイリオ" panose="020B0604030504040204" pitchFamily="50" charset="-128"/>
                <a:ea typeface="メイリオ" panose="020B0604030504040204" pitchFamily="50" charset="-128"/>
              </a:rPr>
              <a:t>だけでは動かないので、</a:t>
            </a:r>
            <a:br>
              <a:rPr lang="en-US" altLang="ja-JP">
                <a:latin typeface="メイリオ" panose="020B0604030504040204" pitchFamily="50" charset="-128"/>
                <a:ea typeface="メイリオ" panose="020B0604030504040204" pitchFamily="50" charset="-128"/>
              </a:rPr>
            </a:br>
            <a:r>
              <a:rPr lang="ja-JP" altLang="en-US" b="1">
                <a:latin typeface="メイリオ" panose="020B0604030504040204" pitchFamily="50" charset="-128"/>
                <a:ea typeface="メイリオ" panose="020B0604030504040204" pitchFamily="50" charset="-128"/>
              </a:rPr>
              <a:t>使用する</a:t>
            </a:r>
            <a:r>
              <a:rPr lang="en-US" altLang="ja-JP" b="1">
                <a:latin typeface="メイリオ" panose="020B0604030504040204" pitchFamily="50" charset="-128"/>
                <a:ea typeface="メイリオ" panose="020B0604030504040204" pitchFamily="50" charset="-128"/>
              </a:rPr>
              <a:t>pip</a:t>
            </a:r>
            <a:r>
              <a:rPr lang="ja-JP" altLang="en-US" b="1">
                <a:latin typeface="メイリオ" panose="020B0604030504040204" pitchFamily="50" charset="-128"/>
                <a:ea typeface="メイリオ" panose="020B0604030504040204" pitchFamily="50" charset="-128"/>
              </a:rPr>
              <a:t>パッケージをインストールする記述</a:t>
            </a:r>
            <a:r>
              <a:rPr lang="ja-JP" altLang="en-US">
                <a:latin typeface="メイリオ" panose="020B0604030504040204" pitchFamily="50" charset="-128"/>
                <a:ea typeface="メイリオ" panose="020B0604030504040204" pitchFamily="50" charset="-128"/>
              </a:rPr>
              <a:t>を忘れないこと</a:t>
            </a:r>
            <a:endParaRPr lang="en-US" altLang="ja-JP">
              <a:solidFill>
                <a:schemeClr val="tx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4946239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F8B96-7B58-C227-4DE3-295D72DDABD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8B37240-3461-FFCE-E4F0-C6CA8A52BCBC}"/>
              </a:ext>
            </a:extLst>
          </p:cNvPr>
          <p:cNvSpPr>
            <a:spLocks noGrp="1"/>
          </p:cNvSpPr>
          <p:nvPr>
            <p:ph type="title"/>
          </p:nvPr>
        </p:nvSpPr>
        <p:spPr>
          <a:xfrm>
            <a:off x="759541" y="535713"/>
            <a:ext cx="11098162" cy="503555"/>
          </a:xfrm>
        </p:spPr>
        <p:txBody>
          <a:bodyPr/>
          <a:lstStyle/>
          <a:p>
            <a:r>
              <a:rPr lang="ja-JP" altLang="en-US" b="1">
                <a:solidFill>
                  <a:schemeClr val="tx2"/>
                </a:solidFill>
                <a:latin typeface="メイリオ" panose="020B0604030504040204" pitchFamily="50" charset="-128"/>
                <a:ea typeface="メイリオ" panose="020B0604030504040204" pitchFamily="50" charset="-128"/>
              </a:rPr>
              <a:t>研修⑤：ワークフロー作成：自動実行の完成</a:t>
            </a:r>
            <a:endParaRPr lang="ja-JP" altLang="en-US" b="1">
              <a:latin typeface="メイリオ" panose="020B0604030504040204" pitchFamily="50" charset="-128"/>
              <a:ea typeface="メイリオ" panose="020B0604030504040204" pitchFamily="50" charset="-128"/>
            </a:endParaRPr>
          </a:p>
        </p:txBody>
      </p:sp>
      <p:sp>
        <p:nvSpPr>
          <p:cNvPr id="4" name="スライド番号プレースホルダー 3">
            <a:extLst>
              <a:ext uri="{FF2B5EF4-FFF2-40B4-BE49-F238E27FC236}">
                <a16:creationId xmlns:a16="http://schemas.microsoft.com/office/drawing/2014/main" id="{D494C853-7A9E-E8FE-A1F4-35E09D7AA873}"/>
              </a:ext>
            </a:extLst>
          </p:cNvPr>
          <p:cNvSpPr>
            <a:spLocks noGrp="1"/>
          </p:cNvSpPr>
          <p:nvPr>
            <p:ph type="sldNum" sz="quarter" idx="12"/>
          </p:nvPr>
        </p:nvSpPr>
        <p:spPr/>
        <p:txBody>
          <a:bodyPr/>
          <a:lstStyle/>
          <a:p>
            <a:fld id="{AEA9F59F-5AEA-DB42-A066-0EDE44B4D5E7}" type="slidenum">
              <a:rPr lang="ja-JP" altLang="en-US" smtClean="0"/>
              <a:pPr/>
              <a:t>53</a:t>
            </a:fld>
            <a:endParaRPr lang="ja-JP" altLang="en-US"/>
          </a:p>
        </p:txBody>
      </p:sp>
      <p:sp>
        <p:nvSpPr>
          <p:cNvPr id="5" name="タイトル 1">
            <a:extLst>
              <a:ext uri="{FF2B5EF4-FFF2-40B4-BE49-F238E27FC236}">
                <a16:creationId xmlns:a16="http://schemas.microsoft.com/office/drawing/2014/main" id="{D665675F-5D1D-9CFF-0618-0DD0BC11D527}"/>
              </a:ext>
            </a:extLst>
          </p:cNvPr>
          <p:cNvSpPr txBox="1">
            <a:spLocks/>
          </p:cNvSpPr>
          <p:nvPr/>
        </p:nvSpPr>
        <p:spPr>
          <a:xfrm>
            <a:off x="1431823" y="1785395"/>
            <a:ext cx="9328354" cy="383990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3200" b="0" i="0" kern="1200">
                <a:solidFill>
                  <a:srgbClr val="004098"/>
                </a:solidFill>
                <a:latin typeface="Yu Gothic Medium" panose="020B0400000000000000" pitchFamily="34" charset="-128"/>
                <a:ea typeface="Yu Gothic Medium" panose="020B0400000000000000" pitchFamily="34" charset="-128"/>
                <a:cs typeface="+mj-cs"/>
              </a:defRPr>
            </a:lvl1pPr>
          </a:lstStyle>
          <a:p>
            <a:pPr>
              <a:lnSpc>
                <a:spcPct val="150000"/>
              </a:lnSpc>
            </a:pPr>
            <a:r>
              <a:rPr lang="ja-JP" altLang="en-US" sz="2000" b="1">
                <a:solidFill>
                  <a:schemeClr val="tx1"/>
                </a:solidFill>
                <a:latin typeface="メイリオ" panose="020B0604030504040204" pitchFamily="50" charset="-128"/>
                <a:ea typeface="メイリオ" panose="020B0604030504040204" pitchFamily="50" charset="-128"/>
              </a:rPr>
              <a:t>発展課題⑤</a:t>
            </a:r>
            <a:r>
              <a:rPr lang="ja-JP" altLang="en-US" sz="2000">
                <a:solidFill>
                  <a:schemeClr val="tx1"/>
                </a:solidFill>
                <a:latin typeface="メイリオ" panose="020B0604030504040204" pitchFamily="50" charset="-128"/>
                <a:ea typeface="メイリオ" panose="020B0604030504040204" pitchFamily="50" charset="-128"/>
              </a:rPr>
              <a:t>：出力したアーティファクトの識別性を上げるために、</a:t>
            </a:r>
            <a:br>
              <a:rPr lang="en-US" altLang="ja-JP" sz="2000">
                <a:solidFill>
                  <a:schemeClr val="tx1"/>
                </a:solidFill>
                <a:latin typeface="メイリオ" panose="020B0604030504040204" pitchFamily="50" charset="-128"/>
                <a:ea typeface="メイリオ" panose="020B0604030504040204" pitchFamily="50" charset="-128"/>
              </a:rPr>
            </a:br>
            <a:r>
              <a:rPr lang="ja-JP" altLang="en-US" sz="2000">
                <a:solidFill>
                  <a:schemeClr val="tx1"/>
                </a:solidFill>
                <a:latin typeface="メイリオ" panose="020B0604030504040204" pitchFamily="50" charset="-128"/>
                <a:ea typeface="メイリオ" panose="020B0604030504040204" pitchFamily="50" charset="-128"/>
              </a:rPr>
              <a:t>　　　　　　</a:t>
            </a:r>
            <a:r>
              <a:rPr lang="ja-JP" altLang="en-US" sz="2000" b="1">
                <a:solidFill>
                  <a:schemeClr val="tx1"/>
                </a:solidFill>
                <a:latin typeface="メイリオ" panose="020B0604030504040204" pitchFamily="50" charset="-128"/>
                <a:ea typeface="メイリオ" panose="020B0604030504040204" pitchFamily="50" charset="-128"/>
              </a:rPr>
              <a:t>名称にタイムスタンプ</a:t>
            </a:r>
            <a:r>
              <a:rPr lang="en-US" altLang="ja-JP" sz="2000" b="1">
                <a:solidFill>
                  <a:schemeClr val="tx1"/>
                </a:solidFill>
                <a:latin typeface="メイリオ" panose="020B0604030504040204" pitchFamily="50" charset="-128"/>
                <a:ea typeface="メイリオ" panose="020B0604030504040204" pitchFamily="50" charset="-128"/>
              </a:rPr>
              <a:t>(</a:t>
            </a:r>
            <a:r>
              <a:rPr lang="ja-JP" altLang="en-US" sz="2000" b="1">
                <a:solidFill>
                  <a:schemeClr val="tx1"/>
                </a:solidFill>
                <a:latin typeface="メイリオ" panose="020B0604030504040204" pitchFamily="50" charset="-128"/>
                <a:ea typeface="メイリオ" panose="020B0604030504040204" pitchFamily="50" charset="-128"/>
              </a:rPr>
              <a:t>例：</a:t>
            </a:r>
            <a:r>
              <a:rPr lang="en-US" altLang="ja-JP" sz="2000" b="1">
                <a:solidFill>
                  <a:schemeClr val="tx1"/>
                </a:solidFill>
                <a:latin typeface="メイリオ" panose="020B0604030504040204" pitchFamily="50" charset="-128"/>
                <a:ea typeface="メイリオ" panose="020B0604030504040204" pitchFamily="50" charset="-128"/>
              </a:rPr>
              <a:t>report_20251203.zip)</a:t>
            </a:r>
            <a:r>
              <a:rPr lang="ja-JP" altLang="en-US" sz="2000" b="1">
                <a:solidFill>
                  <a:schemeClr val="tx1"/>
                </a:solidFill>
                <a:latin typeface="メイリオ" panose="020B0604030504040204" pitchFamily="50" charset="-128"/>
                <a:ea typeface="メイリオ" panose="020B0604030504040204" pitchFamily="50" charset="-128"/>
              </a:rPr>
              <a:t>を</a:t>
            </a:r>
            <a:br>
              <a:rPr lang="en-US" altLang="ja-JP" sz="2000" b="1">
                <a:solidFill>
                  <a:schemeClr val="tx1"/>
                </a:solidFill>
                <a:latin typeface="メイリオ" panose="020B0604030504040204" pitchFamily="50" charset="-128"/>
                <a:ea typeface="メイリオ" panose="020B0604030504040204" pitchFamily="50" charset="-128"/>
              </a:rPr>
            </a:br>
            <a:r>
              <a:rPr lang="ja-JP" altLang="en-US" sz="2000" b="1">
                <a:solidFill>
                  <a:schemeClr val="tx1"/>
                </a:solidFill>
                <a:latin typeface="メイリオ" panose="020B0604030504040204" pitchFamily="50" charset="-128"/>
                <a:ea typeface="メイリオ" panose="020B0604030504040204" pitchFamily="50" charset="-128"/>
              </a:rPr>
              <a:t>　　　　　　付加する方法</a:t>
            </a:r>
            <a:r>
              <a:rPr lang="ja-JP" altLang="en-US" sz="2000">
                <a:solidFill>
                  <a:schemeClr val="tx1"/>
                </a:solidFill>
                <a:latin typeface="メイリオ" panose="020B0604030504040204" pitchFamily="50" charset="-128"/>
                <a:ea typeface="メイリオ" panose="020B0604030504040204" pitchFamily="50" charset="-128"/>
              </a:rPr>
              <a:t>について考えてみましょう。</a:t>
            </a:r>
            <a:endParaRPr lang="en-US" altLang="ja-JP" sz="2000">
              <a:solidFill>
                <a:schemeClr val="tx1"/>
              </a:solidFill>
              <a:latin typeface="メイリオ" panose="020B0604030504040204" pitchFamily="50" charset="-128"/>
              <a:ea typeface="メイリオ" panose="020B0604030504040204" pitchFamily="50" charset="-128"/>
            </a:endParaRPr>
          </a:p>
          <a:p>
            <a:pPr>
              <a:lnSpc>
                <a:spcPct val="150000"/>
              </a:lnSpc>
            </a:pPr>
            <a:r>
              <a:rPr lang="ja-JP" altLang="en-US" sz="2000" b="1">
                <a:solidFill>
                  <a:schemeClr val="tx1"/>
                </a:solidFill>
                <a:latin typeface="メイリオ" panose="020B0604030504040204" pitchFamily="50" charset="-128"/>
                <a:ea typeface="メイリオ" panose="020B0604030504040204" pitchFamily="50" charset="-128"/>
              </a:rPr>
              <a:t>ヒント</a:t>
            </a:r>
            <a:r>
              <a:rPr lang="ja-JP" altLang="en-US" sz="2000">
                <a:solidFill>
                  <a:schemeClr val="tx1"/>
                </a:solidFill>
                <a:latin typeface="メイリオ" panose="020B0604030504040204" pitchFamily="50" charset="-128"/>
                <a:ea typeface="メイリオ" panose="020B0604030504040204" pitchFamily="50" charset="-128"/>
              </a:rPr>
              <a:t>：</a:t>
            </a:r>
          </a:p>
          <a:p>
            <a:pPr marL="914400" lvl="1" indent="-457200">
              <a:lnSpc>
                <a:spcPct val="150000"/>
              </a:lnSpc>
              <a:buFont typeface="Arial" panose="020B0604020202020204" pitchFamily="34" charset="0"/>
              <a:buChar char="•"/>
            </a:pPr>
            <a:r>
              <a:rPr lang="ja-JP" altLang="en-US">
                <a:latin typeface="メイリオ" panose="020B0604030504040204" pitchFamily="50" charset="-128"/>
                <a:ea typeface="メイリオ" panose="020B0604030504040204" pitchFamily="50" charset="-128"/>
              </a:rPr>
              <a:t>これまでのスクリプトでの実行とは異なり、</a:t>
            </a:r>
            <a:br>
              <a:rPr lang="en-US" altLang="ja-JP">
                <a:latin typeface="メイリオ" panose="020B0604030504040204" pitchFamily="50" charset="-128"/>
                <a:ea typeface="メイリオ" panose="020B0604030504040204" pitchFamily="50" charset="-128"/>
              </a:rPr>
            </a:br>
            <a:r>
              <a:rPr lang="ja-JP" altLang="en-US">
                <a:latin typeface="メイリオ" panose="020B0604030504040204" pitchFamily="50" charset="-128"/>
                <a:ea typeface="メイリオ" panose="020B0604030504040204" pitchFamily="50" charset="-128"/>
              </a:rPr>
              <a:t>ファイル名を</a:t>
            </a:r>
            <a:r>
              <a:rPr lang="en-US" altLang="ja-JP" err="1">
                <a:latin typeface="メイリオ" panose="020B0604030504040204" pitchFamily="50" charset="-128"/>
                <a:ea typeface="メイリオ" panose="020B0604030504040204" pitchFamily="50" charset="-128"/>
              </a:rPr>
              <a:t>yaml</a:t>
            </a:r>
            <a:r>
              <a:rPr lang="ja-JP" altLang="en-US">
                <a:latin typeface="メイリオ" panose="020B0604030504040204" pitchFamily="50" charset="-128"/>
                <a:ea typeface="メイリオ" panose="020B0604030504040204" pitchFamily="50" charset="-128"/>
              </a:rPr>
              <a:t>上で指定する必要があります。</a:t>
            </a:r>
            <a:endParaRPr lang="en-US" altLang="ja-JP">
              <a:latin typeface="メイリオ" panose="020B0604030504040204" pitchFamily="50" charset="-128"/>
              <a:ea typeface="メイリオ" panose="020B0604030504040204" pitchFamily="50" charset="-128"/>
            </a:endParaRPr>
          </a:p>
          <a:p>
            <a:pPr marL="914400" lvl="1" indent="-457200">
              <a:lnSpc>
                <a:spcPct val="150000"/>
              </a:lnSpc>
              <a:buFont typeface="Arial" panose="020B0604020202020204" pitchFamily="34" charset="0"/>
              <a:buChar char="•"/>
            </a:pPr>
            <a:r>
              <a:rPr lang="ja-JP" altLang="en-US">
                <a:latin typeface="メイリオ" panose="020B0604030504040204" pitchFamily="50" charset="-128"/>
                <a:ea typeface="メイリオ" panose="020B0604030504040204" pitchFamily="50" charset="-128"/>
              </a:rPr>
              <a:t>ヒント：</a:t>
            </a:r>
            <a:br>
              <a:rPr lang="en-US" altLang="ja-JP">
                <a:latin typeface="メイリオ" panose="020B0604030504040204" pitchFamily="50" charset="-128"/>
                <a:ea typeface="メイリオ" panose="020B0604030504040204" pitchFamily="50" charset="-128"/>
              </a:rPr>
            </a:br>
            <a:r>
              <a:rPr lang="en-US" altLang="ja-JP">
                <a:latin typeface="メイリオ" panose="020B0604030504040204" pitchFamily="50" charset="-128"/>
                <a:ea typeface="メイリオ" panose="020B0604030504040204" pitchFamily="50" charset="-128"/>
                <a:hlinkClick r:id="rId2"/>
              </a:rPr>
              <a:t>https://qiita.com/itouuuuuuuuu/items/ebf0d4c306b54747374f</a:t>
            </a:r>
            <a:endParaRPr lang="en-US" altLang="ja-JP">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4702441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3D5B3-AD29-C1DB-1229-BEF3149CA68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16F9141-F66D-0056-87E4-32D1321FF25F}"/>
              </a:ext>
            </a:extLst>
          </p:cNvPr>
          <p:cNvSpPr>
            <a:spLocks noGrp="1"/>
          </p:cNvSpPr>
          <p:nvPr>
            <p:ph type="title"/>
          </p:nvPr>
        </p:nvSpPr>
        <p:spPr>
          <a:xfrm>
            <a:off x="759541" y="535713"/>
            <a:ext cx="11098162" cy="503555"/>
          </a:xfrm>
        </p:spPr>
        <p:txBody>
          <a:bodyPr/>
          <a:lstStyle/>
          <a:p>
            <a:r>
              <a:rPr lang="ja-JP" altLang="en-US" b="1">
                <a:solidFill>
                  <a:schemeClr val="tx2"/>
                </a:solidFill>
                <a:latin typeface="メイリオ" panose="020B0604030504040204" pitchFamily="50" charset="-128"/>
                <a:ea typeface="メイリオ" panose="020B0604030504040204" pitchFamily="50" charset="-128"/>
              </a:rPr>
              <a:t>研修⑤：ワークフロー作成：自動実行の完成</a:t>
            </a:r>
            <a:endParaRPr lang="ja-JP" altLang="en-US" b="1">
              <a:latin typeface="メイリオ" panose="020B0604030504040204" pitchFamily="50" charset="-128"/>
              <a:ea typeface="メイリオ" panose="020B0604030504040204" pitchFamily="50" charset="-128"/>
            </a:endParaRPr>
          </a:p>
        </p:txBody>
      </p:sp>
      <p:sp>
        <p:nvSpPr>
          <p:cNvPr id="4" name="スライド番号プレースホルダー 3">
            <a:extLst>
              <a:ext uri="{FF2B5EF4-FFF2-40B4-BE49-F238E27FC236}">
                <a16:creationId xmlns:a16="http://schemas.microsoft.com/office/drawing/2014/main" id="{B532F421-8CBA-290D-603D-1C68C7C2319F}"/>
              </a:ext>
            </a:extLst>
          </p:cNvPr>
          <p:cNvSpPr>
            <a:spLocks noGrp="1"/>
          </p:cNvSpPr>
          <p:nvPr>
            <p:ph type="sldNum" sz="quarter" idx="12"/>
          </p:nvPr>
        </p:nvSpPr>
        <p:spPr/>
        <p:txBody>
          <a:bodyPr/>
          <a:lstStyle/>
          <a:p>
            <a:fld id="{AEA9F59F-5AEA-DB42-A066-0EDE44B4D5E7}" type="slidenum">
              <a:rPr lang="ja-JP" altLang="en-US" smtClean="0"/>
              <a:pPr/>
              <a:t>54</a:t>
            </a:fld>
            <a:endParaRPr lang="ja-JP" altLang="en-US"/>
          </a:p>
        </p:txBody>
      </p:sp>
      <p:sp>
        <p:nvSpPr>
          <p:cNvPr id="3" name="正方形/長方形 2">
            <a:extLst>
              <a:ext uri="{FF2B5EF4-FFF2-40B4-BE49-F238E27FC236}">
                <a16:creationId xmlns:a16="http://schemas.microsoft.com/office/drawing/2014/main" id="{8279416A-BEC9-D3EF-EBAE-BCA27AD164AC}"/>
              </a:ext>
            </a:extLst>
          </p:cNvPr>
          <p:cNvSpPr/>
          <p:nvPr/>
        </p:nvSpPr>
        <p:spPr>
          <a:xfrm>
            <a:off x="889819" y="1843656"/>
            <a:ext cx="10412362" cy="1184679"/>
          </a:xfrm>
          <a:prstGeom prst="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kumimoji="1" lang="ja-JP" altLang="en-US">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配布ファイル</a:t>
            </a:r>
            <a:r>
              <a:rPr kumimoji="1" lang="en-US" altLang="ja-JP">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a:t>
            </a:r>
            <a:r>
              <a:rPr kumimoji="1" lang="en-US" altLang="ja-JP">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rPr>
              <a:t>example05_answer.</a:t>
            </a:r>
            <a:r>
              <a:rPr lang="en-US" altLang="ja-JP">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rPr>
              <a:t>yaml</a:t>
            </a:r>
            <a:r>
              <a:rPr kumimoji="1" lang="en-US" altLang="ja-JP">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a:t>
            </a:r>
            <a:r>
              <a:rPr kumimoji="1" lang="ja-JP" altLang="en-US">
                <a:solidFill>
                  <a:schemeClr val="tx1"/>
                </a:solidFill>
                <a:latin typeface="メイリオ" panose="020B0604030504040204" pitchFamily="50" charset="-128"/>
                <a:ea typeface="メイリオ" panose="020B0604030504040204" pitchFamily="50" charset="-128"/>
                <a:cs typeface="Cascadia Code Light" panose="020B0609020000020004" pitchFamily="49" charset="0"/>
              </a:rPr>
              <a:t>を参照のこと</a:t>
            </a:r>
          </a:p>
        </p:txBody>
      </p:sp>
      <p:sp>
        <p:nvSpPr>
          <p:cNvPr id="6" name="タイトル 1">
            <a:extLst>
              <a:ext uri="{FF2B5EF4-FFF2-40B4-BE49-F238E27FC236}">
                <a16:creationId xmlns:a16="http://schemas.microsoft.com/office/drawing/2014/main" id="{8A784E31-BAF9-3236-5AEA-F11AD6A70483}"/>
              </a:ext>
            </a:extLst>
          </p:cNvPr>
          <p:cNvSpPr txBox="1">
            <a:spLocks/>
          </p:cNvSpPr>
          <p:nvPr/>
        </p:nvSpPr>
        <p:spPr>
          <a:xfrm>
            <a:off x="889819" y="3429000"/>
            <a:ext cx="10515600" cy="277503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3200" b="0" i="0" kern="1200">
                <a:solidFill>
                  <a:srgbClr val="004098"/>
                </a:solidFill>
                <a:latin typeface="Yu Gothic Medium" panose="020B0400000000000000" pitchFamily="34" charset="-128"/>
                <a:ea typeface="Yu Gothic Medium" panose="020B0400000000000000" pitchFamily="34" charset="-128"/>
                <a:cs typeface="+mj-cs"/>
              </a:defRPr>
            </a:lvl1pPr>
          </a:lstStyle>
          <a:p>
            <a:pPr>
              <a:lnSpc>
                <a:spcPct val="150000"/>
              </a:lnSpc>
            </a:pPr>
            <a:r>
              <a:rPr lang="ja-JP" altLang="en-US" sz="2400" b="1">
                <a:solidFill>
                  <a:schemeClr val="tx1"/>
                </a:solidFill>
                <a:latin typeface="メイリオ" panose="020B0604030504040204" pitchFamily="50" charset="-128"/>
                <a:ea typeface="メイリオ" panose="020B0604030504040204" pitchFamily="50" charset="-128"/>
              </a:rPr>
              <a:t>確認ポイント</a:t>
            </a:r>
          </a:p>
          <a:p>
            <a:pPr marL="914400" lvl="1" indent="-457200">
              <a:lnSpc>
                <a:spcPct val="150000"/>
              </a:lnSpc>
              <a:buFont typeface="Arial" panose="020B0604020202020204" pitchFamily="34" charset="0"/>
              <a:buChar char="•"/>
            </a:pPr>
            <a:r>
              <a:rPr lang="en-US" altLang="ja-JP" sz="1600">
                <a:latin typeface="メイリオ" panose="020B0604030504040204" pitchFamily="50" charset="-128"/>
                <a:ea typeface="メイリオ" panose="020B0604030504040204" pitchFamily="50" charset="-128"/>
              </a:rPr>
              <a:t>main</a:t>
            </a:r>
            <a:r>
              <a:rPr lang="ja-JP" altLang="en-US" sz="1600">
                <a:latin typeface="メイリオ" panose="020B0604030504040204" pitchFamily="50" charset="-128"/>
                <a:ea typeface="メイリオ" panose="020B0604030504040204" pitchFamily="50" charset="-128"/>
              </a:rPr>
              <a:t>ブランチへの</a:t>
            </a:r>
            <a:r>
              <a:rPr lang="en-US" altLang="ja-JP" sz="1600">
                <a:latin typeface="メイリオ" panose="020B0604030504040204" pitchFamily="50" charset="-128"/>
                <a:ea typeface="メイリオ" panose="020B0604030504040204" pitchFamily="50" charset="-128"/>
              </a:rPr>
              <a:t>push</a:t>
            </a:r>
            <a:r>
              <a:rPr lang="ja-JP" altLang="en-US" sz="1600">
                <a:latin typeface="メイリオ" panose="020B0604030504040204" pitchFamily="50" charset="-128"/>
                <a:ea typeface="メイリオ" panose="020B0604030504040204" pitchFamily="50" charset="-128"/>
              </a:rPr>
              <a:t>をトリガーとすることを明示できているか</a:t>
            </a:r>
            <a:endParaRPr lang="en-US" altLang="ja-JP" sz="1600">
              <a:latin typeface="メイリオ" panose="020B0604030504040204" pitchFamily="50" charset="-128"/>
              <a:ea typeface="メイリオ" panose="020B0604030504040204" pitchFamily="50" charset="-128"/>
            </a:endParaRPr>
          </a:p>
          <a:p>
            <a:pPr marL="914400" lvl="1" indent="-457200">
              <a:lnSpc>
                <a:spcPct val="150000"/>
              </a:lnSpc>
              <a:buFont typeface="Arial" panose="020B0604020202020204" pitchFamily="34" charset="0"/>
              <a:buChar char="•"/>
            </a:pPr>
            <a:r>
              <a:rPr lang="ja-JP" altLang="en-US" sz="1600">
                <a:latin typeface="メイリオ" panose="020B0604030504040204" pitchFamily="50" charset="-128"/>
                <a:ea typeface="メイリオ" panose="020B0604030504040204" pitchFamily="50" charset="-128"/>
              </a:rPr>
              <a:t>環境変数</a:t>
            </a:r>
            <a:r>
              <a:rPr lang="en-US" altLang="ja-JP" sz="1600">
                <a:latin typeface="メイリオ" panose="020B0604030504040204" pitchFamily="50" charset="-128"/>
                <a:ea typeface="メイリオ" panose="020B0604030504040204" pitchFamily="50" charset="-128"/>
              </a:rPr>
              <a:t>(secrets)</a:t>
            </a:r>
            <a:r>
              <a:rPr lang="ja-JP" altLang="en-US" sz="1600">
                <a:latin typeface="メイリオ" panose="020B0604030504040204" pitchFamily="50" charset="-128"/>
                <a:ea typeface="メイリオ" panose="020B0604030504040204" pitchFamily="50" charset="-128"/>
              </a:rPr>
              <a:t>の取り扱いを必要とするスクリプトを正常に書き換えられているか</a:t>
            </a:r>
            <a:endParaRPr lang="en-US" altLang="ja-JP" sz="1600">
              <a:latin typeface="メイリオ" panose="020B0604030504040204" pitchFamily="50" charset="-128"/>
              <a:ea typeface="メイリオ" panose="020B0604030504040204" pitchFamily="50" charset="-128"/>
            </a:endParaRPr>
          </a:p>
          <a:p>
            <a:pPr marL="1371600" lvl="2" indent="-457200">
              <a:lnSpc>
                <a:spcPct val="150000"/>
              </a:lnSpc>
              <a:buFont typeface="Arial" panose="020B0604020202020204" pitchFamily="34" charset="0"/>
              <a:buChar char="•"/>
            </a:pPr>
            <a:r>
              <a:rPr lang="ja-JP" altLang="en-US" sz="1600">
                <a:latin typeface="メイリオ" panose="020B0604030504040204" pitchFamily="50" charset="-128"/>
                <a:ea typeface="メイリオ" panose="020B0604030504040204" pitchFamily="50" charset="-128"/>
              </a:rPr>
              <a:t>それらのスクリプトが正常に動作しているか</a:t>
            </a:r>
            <a:endParaRPr lang="en-US" altLang="ja-JP" sz="1600">
              <a:latin typeface="メイリオ" panose="020B0604030504040204" pitchFamily="50" charset="-128"/>
              <a:ea typeface="メイリオ" panose="020B0604030504040204" pitchFamily="50" charset="-128"/>
            </a:endParaRPr>
          </a:p>
          <a:p>
            <a:pPr marL="914400" lvl="1" indent="-457200">
              <a:lnSpc>
                <a:spcPct val="150000"/>
              </a:lnSpc>
              <a:buFont typeface="Arial" panose="020B0604020202020204" pitchFamily="34" charset="0"/>
              <a:buChar char="•"/>
            </a:pPr>
            <a:r>
              <a:rPr lang="ja-JP" altLang="en-US" sz="1600">
                <a:latin typeface="メイリオ" panose="020B0604030504040204" pitchFamily="50" charset="-128"/>
                <a:ea typeface="メイリオ" panose="020B0604030504040204" pitchFamily="50" charset="-128"/>
              </a:rPr>
              <a:t>環境変数</a:t>
            </a:r>
            <a:r>
              <a:rPr lang="en-US" altLang="ja-JP" sz="1600">
                <a:latin typeface="メイリオ" panose="020B0604030504040204" pitchFamily="50" charset="-128"/>
                <a:ea typeface="メイリオ" panose="020B0604030504040204" pitchFamily="50" charset="-128"/>
              </a:rPr>
              <a:t>(secrets)</a:t>
            </a:r>
            <a:r>
              <a:rPr lang="ja-JP" altLang="en-US" sz="1600">
                <a:latin typeface="メイリオ" panose="020B0604030504040204" pitchFamily="50" charset="-128"/>
                <a:ea typeface="メイリオ" panose="020B0604030504040204" pitchFamily="50" charset="-128"/>
              </a:rPr>
              <a:t>を適切にリポジトリに設定できているか</a:t>
            </a:r>
            <a:endParaRPr lang="en-US" altLang="ja-JP" sz="1600">
              <a:latin typeface="メイリオ" panose="020B0604030504040204" pitchFamily="50" charset="-128"/>
              <a:ea typeface="メイリオ" panose="020B0604030504040204" pitchFamily="50" charset="-128"/>
            </a:endParaRPr>
          </a:p>
          <a:p>
            <a:pPr marL="1371600" lvl="2" indent="-457200">
              <a:lnSpc>
                <a:spcPct val="150000"/>
              </a:lnSpc>
              <a:buFont typeface="Arial" panose="020B0604020202020204" pitchFamily="34" charset="0"/>
              <a:buChar char="•"/>
            </a:pPr>
            <a:r>
              <a:rPr lang="ja-JP" altLang="en-US" sz="1600">
                <a:latin typeface="メイリオ" panose="020B0604030504040204" pitchFamily="50" charset="-128"/>
                <a:ea typeface="メイリオ" panose="020B0604030504040204" pitchFamily="50" charset="-128"/>
              </a:rPr>
              <a:t>各変数の役割が明確な命名がされているか</a:t>
            </a:r>
            <a:endParaRPr lang="en-US" altLang="ja-JP" sz="1600">
              <a:latin typeface="メイリオ" panose="020B0604030504040204" pitchFamily="50" charset="-128"/>
              <a:ea typeface="メイリオ" panose="020B0604030504040204" pitchFamily="50" charset="-128"/>
            </a:endParaRPr>
          </a:p>
        </p:txBody>
      </p:sp>
      <p:sp>
        <p:nvSpPr>
          <p:cNvPr id="5" name="タイトル 1">
            <a:extLst>
              <a:ext uri="{FF2B5EF4-FFF2-40B4-BE49-F238E27FC236}">
                <a16:creationId xmlns:a16="http://schemas.microsoft.com/office/drawing/2014/main" id="{5D6ADC18-0035-A330-24DE-257DFA33742A}"/>
              </a:ext>
            </a:extLst>
          </p:cNvPr>
          <p:cNvSpPr txBox="1">
            <a:spLocks/>
          </p:cNvSpPr>
          <p:nvPr/>
        </p:nvSpPr>
        <p:spPr>
          <a:xfrm>
            <a:off x="889819" y="1223446"/>
            <a:ext cx="10515600" cy="62021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3200" b="0" i="0" kern="1200">
                <a:solidFill>
                  <a:srgbClr val="004098"/>
                </a:solidFill>
                <a:latin typeface="Yu Gothic Medium" panose="020B0400000000000000" pitchFamily="34" charset="-128"/>
                <a:ea typeface="Yu Gothic Medium" panose="020B0400000000000000" pitchFamily="34" charset="-128"/>
                <a:cs typeface="+mj-cs"/>
              </a:defRPr>
            </a:lvl1pPr>
          </a:lstStyle>
          <a:p>
            <a:pPr>
              <a:lnSpc>
                <a:spcPct val="150000"/>
              </a:lnSpc>
            </a:pPr>
            <a:r>
              <a:rPr lang="ja-JP" altLang="en-US" sz="2400" b="1">
                <a:solidFill>
                  <a:schemeClr val="tx1"/>
                </a:solidFill>
                <a:latin typeface="メイリオ" panose="020B0604030504040204" pitchFamily="50" charset="-128"/>
                <a:ea typeface="メイリオ" panose="020B0604030504040204" pitchFamily="50" charset="-128"/>
              </a:rPr>
              <a:t>回答例</a:t>
            </a:r>
          </a:p>
        </p:txBody>
      </p:sp>
    </p:spTree>
    <p:extLst>
      <p:ext uri="{BB962C8B-B14F-4D97-AF65-F5344CB8AC3E}">
        <p14:creationId xmlns:p14="http://schemas.microsoft.com/office/powerpoint/2010/main" val="3643035258"/>
      </p:ext>
    </p:extLst>
  </p:cSld>
  <p:clrMapOvr>
    <a:masterClrMapping/>
  </p:clrMapOvr>
  <p:extLst>
    <p:ext uri="{6950BFC3-D8DA-4A85-94F7-54DA5524770B}">
      <p188:commentRel xmlns:p188="http://schemas.microsoft.com/office/powerpoint/2018/8/main" r:id="rId2"/>
    </p:ext>
  </p:extLs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54B2A-BED4-2220-D4FC-AFBD4C25F8F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732316C-50D9-13B9-46D1-36F218ED1FEB}"/>
              </a:ext>
            </a:extLst>
          </p:cNvPr>
          <p:cNvSpPr>
            <a:spLocks noGrp="1"/>
          </p:cNvSpPr>
          <p:nvPr>
            <p:ph type="title"/>
          </p:nvPr>
        </p:nvSpPr>
        <p:spPr>
          <a:xfrm>
            <a:off x="759541" y="535713"/>
            <a:ext cx="11098162" cy="503555"/>
          </a:xfrm>
        </p:spPr>
        <p:txBody>
          <a:bodyPr/>
          <a:lstStyle/>
          <a:p>
            <a:r>
              <a:rPr lang="ja-JP" altLang="en-US" b="1">
                <a:solidFill>
                  <a:schemeClr val="tx2"/>
                </a:solidFill>
                <a:latin typeface="メイリオ" panose="020B0604030504040204" pitchFamily="50" charset="-128"/>
                <a:ea typeface="メイリオ" panose="020B0604030504040204" pitchFamily="50" charset="-128"/>
              </a:rPr>
              <a:t>おわりに</a:t>
            </a:r>
            <a:endParaRPr lang="ja-JP" altLang="en-US" b="1">
              <a:latin typeface="メイリオ" panose="020B0604030504040204" pitchFamily="50" charset="-128"/>
              <a:ea typeface="メイリオ" panose="020B0604030504040204" pitchFamily="50" charset="-128"/>
            </a:endParaRPr>
          </a:p>
        </p:txBody>
      </p:sp>
      <p:sp>
        <p:nvSpPr>
          <p:cNvPr id="4" name="スライド番号プレースホルダー 3">
            <a:extLst>
              <a:ext uri="{FF2B5EF4-FFF2-40B4-BE49-F238E27FC236}">
                <a16:creationId xmlns:a16="http://schemas.microsoft.com/office/drawing/2014/main" id="{8B792EA9-E7B4-0333-DE9C-FC5299DC21BD}"/>
              </a:ext>
            </a:extLst>
          </p:cNvPr>
          <p:cNvSpPr>
            <a:spLocks noGrp="1"/>
          </p:cNvSpPr>
          <p:nvPr>
            <p:ph type="sldNum" sz="quarter" idx="12"/>
          </p:nvPr>
        </p:nvSpPr>
        <p:spPr/>
        <p:txBody>
          <a:bodyPr/>
          <a:lstStyle/>
          <a:p>
            <a:fld id="{AEA9F59F-5AEA-DB42-A066-0EDE44B4D5E7}" type="slidenum">
              <a:rPr lang="ja-JP" altLang="en-US" smtClean="0"/>
              <a:pPr/>
              <a:t>55</a:t>
            </a:fld>
            <a:endParaRPr lang="ja-JP" altLang="en-US"/>
          </a:p>
        </p:txBody>
      </p:sp>
      <p:sp>
        <p:nvSpPr>
          <p:cNvPr id="6" name="タイトル 1">
            <a:extLst>
              <a:ext uri="{FF2B5EF4-FFF2-40B4-BE49-F238E27FC236}">
                <a16:creationId xmlns:a16="http://schemas.microsoft.com/office/drawing/2014/main" id="{2A395A25-7590-84EA-57B2-FE2C16851B73}"/>
              </a:ext>
            </a:extLst>
          </p:cNvPr>
          <p:cNvSpPr txBox="1">
            <a:spLocks/>
          </p:cNvSpPr>
          <p:nvPr/>
        </p:nvSpPr>
        <p:spPr>
          <a:xfrm>
            <a:off x="1573860" y="1248685"/>
            <a:ext cx="9469523" cy="436062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3200" b="0" i="0" kern="1200">
                <a:solidFill>
                  <a:srgbClr val="004098"/>
                </a:solidFill>
                <a:latin typeface="Yu Gothic Medium" panose="020B0400000000000000" pitchFamily="34" charset="-128"/>
                <a:ea typeface="Yu Gothic Medium" panose="020B0400000000000000" pitchFamily="34" charset="-128"/>
                <a:cs typeface="+mj-cs"/>
              </a:defRPr>
            </a:lvl1pPr>
          </a:lstStyle>
          <a:p>
            <a:pPr>
              <a:lnSpc>
                <a:spcPct val="150000"/>
              </a:lnSpc>
            </a:pPr>
            <a:r>
              <a:rPr lang="ja-JP" altLang="en-US" sz="2400" b="1">
                <a:solidFill>
                  <a:schemeClr val="tx1"/>
                </a:solidFill>
                <a:latin typeface="メイリオ" panose="020B0604030504040204" pitchFamily="50" charset="-128"/>
                <a:ea typeface="メイリオ" panose="020B0604030504040204" pitchFamily="50" charset="-128"/>
              </a:rPr>
              <a:t>受講お疲れさまでした！</a:t>
            </a:r>
          </a:p>
          <a:p>
            <a:pPr marL="914400" lvl="1" indent="-457200">
              <a:lnSpc>
                <a:spcPct val="150000"/>
              </a:lnSpc>
              <a:buFont typeface="Arial" panose="020B0604020202020204" pitchFamily="34" charset="0"/>
              <a:buChar char="•"/>
            </a:pPr>
            <a:r>
              <a:rPr lang="ja-JP" altLang="en-US">
                <a:latin typeface="メイリオ" panose="020B0604030504040204" pitchFamily="50" charset="-128"/>
                <a:ea typeface="メイリオ" panose="020B0604030504040204" pitchFamily="50" charset="-128"/>
              </a:rPr>
              <a:t>ややヘビーな内容ではありましたが、</a:t>
            </a:r>
            <a:br>
              <a:rPr lang="en-US" altLang="ja-JP">
                <a:latin typeface="メイリオ" panose="020B0604030504040204" pitchFamily="50" charset="-128"/>
                <a:ea typeface="メイリオ" panose="020B0604030504040204" pitchFamily="50" charset="-128"/>
              </a:rPr>
            </a:br>
            <a:r>
              <a:rPr lang="ja-JP" altLang="en-US">
                <a:latin typeface="メイリオ" panose="020B0604030504040204" pitchFamily="50" charset="-128"/>
                <a:ea typeface="メイリオ" panose="020B0604030504040204" pitchFamily="50" charset="-128"/>
              </a:rPr>
              <a:t>自動テストを運用するアーキテクチャについての理解は深まったでしょうか？</a:t>
            </a:r>
            <a:endParaRPr lang="en-US" altLang="ja-JP">
              <a:latin typeface="メイリオ" panose="020B0604030504040204" pitchFamily="50" charset="-128"/>
              <a:ea typeface="メイリオ" panose="020B0604030504040204" pitchFamily="50" charset="-128"/>
            </a:endParaRPr>
          </a:p>
          <a:p>
            <a:pPr marL="914400" lvl="1" indent="-457200">
              <a:lnSpc>
                <a:spcPct val="150000"/>
              </a:lnSpc>
              <a:buFont typeface="Arial" panose="020B0604020202020204" pitchFamily="34" charset="0"/>
              <a:buChar char="•"/>
            </a:pPr>
            <a:r>
              <a:rPr lang="ja-JP" altLang="en-US">
                <a:latin typeface="メイリオ" panose="020B0604030504040204" pitchFamily="50" charset="-128"/>
                <a:ea typeface="メイリオ" panose="020B0604030504040204" pitchFamily="50" charset="-128"/>
              </a:rPr>
              <a:t>この研修で学んだことはほんの一部です。</a:t>
            </a:r>
            <a:br>
              <a:rPr lang="en-US" altLang="ja-JP">
                <a:latin typeface="メイリオ" panose="020B0604030504040204" pitchFamily="50" charset="-128"/>
                <a:ea typeface="メイリオ" panose="020B0604030504040204" pitchFamily="50" charset="-128"/>
              </a:rPr>
            </a:br>
            <a:r>
              <a:rPr lang="ja-JP" altLang="en-US">
                <a:latin typeface="メイリオ" panose="020B0604030504040204" pitchFamily="50" charset="-128"/>
                <a:ea typeface="メイリオ" panose="020B0604030504040204" pitchFamily="50" charset="-128"/>
              </a:rPr>
              <a:t>要件が間に合わずに研修への採用を見送った手順も数多くあります。</a:t>
            </a:r>
            <a:endParaRPr lang="en-US" altLang="ja-JP">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2848715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BC339-E653-7419-695E-E9B27FA8274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21EF289-9B50-A5A5-3F33-D4A04D34248C}"/>
              </a:ext>
            </a:extLst>
          </p:cNvPr>
          <p:cNvSpPr>
            <a:spLocks noGrp="1"/>
          </p:cNvSpPr>
          <p:nvPr>
            <p:ph type="title"/>
          </p:nvPr>
        </p:nvSpPr>
        <p:spPr>
          <a:xfrm>
            <a:off x="759541" y="535713"/>
            <a:ext cx="11098162" cy="503555"/>
          </a:xfrm>
        </p:spPr>
        <p:txBody>
          <a:bodyPr/>
          <a:lstStyle/>
          <a:p>
            <a:r>
              <a:rPr lang="ja-JP" altLang="en-US" b="1">
                <a:solidFill>
                  <a:schemeClr val="tx2"/>
                </a:solidFill>
                <a:latin typeface="メイリオ" panose="020B0604030504040204" pitchFamily="50" charset="-128"/>
                <a:ea typeface="メイリオ" panose="020B0604030504040204" pitchFamily="50" charset="-128"/>
              </a:rPr>
              <a:t>おわりに</a:t>
            </a:r>
            <a:endParaRPr lang="ja-JP" altLang="en-US" b="1">
              <a:latin typeface="メイリオ" panose="020B0604030504040204" pitchFamily="50" charset="-128"/>
              <a:ea typeface="メイリオ" panose="020B0604030504040204" pitchFamily="50" charset="-128"/>
            </a:endParaRPr>
          </a:p>
        </p:txBody>
      </p:sp>
      <p:sp>
        <p:nvSpPr>
          <p:cNvPr id="4" name="スライド番号プレースホルダー 3">
            <a:extLst>
              <a:ext uri="{FF2B5EF4-FFF2-40B4-BE49-F238E27FC236}">
                <a16:creationId xmlns:a16="http://schemas.microsoft.com/office/drawing/2014/main" id="{0A55C3EC-2FA3-F527-C05E-671B3453FC3C}"/>
              </a:ext>
            </a:extLst>
          </p:cNvPr>
          <p:cNvSpPr>
            <a:spLocks noGrp="1"/>
          </p:cNvSpPr>
          <p:nvPr>
            <p:ph type="sldNum" sz="quarter" idx="12"/>
          </p:nvPr>
        </p:nvSpPr>
        <p:spPr/>
        <p:txBody>
          <a:bodyPr/>
          <a:lstStyle/>
          <a:p>
            <a:fld id="{AEA9F59F-5AEA-DB42-A066-0EDE44B4D5E7}" type="slidenum">
              <a:rPr lang="ja-JP" altLang="en-US" smtClean="0"/>
              <a:pPr/>
              <a:t>56</a:t>
            </a:fld>
            <a:endParaRPr lang="ja-JP" altLang="en-US"/>
          </a:p>
        </p:txBody>
      </p:sp>
      <p:sp>
        <p:nvSpPr>
          <p:cNvPr id="6" name="タイトル 1">
            <a:extLst>
              <a:ext uri="{FF2B5EF4-FFF2-40B4-BE49-F238E27FC236}">
                <a16:creationId xmlns:a16="http://schemas.microsoft.com/office/drawing/2014/main" id="{362B128F-947E-39A7-D6E4-0B9990B26D14}"/>
              </a:ext>
            </a:extLst>
          </p:cNvPr>
          <p:cNvSpPr txBox="1">
            <a:spLocks/>
          </p:cNvSpPr>
          <p:nvPr/>
        </p:nvSpPr>
        <p:spPr>
          <a:xfrm>
            <a:off x="1562285" y="1929388"/>
            <a:ext cx="9469523" cy="299922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3200" b="0" i="0" kern="1200">
                <a:solidFill>
                  <a:srgbClr val="004098"/>
                </a:solidFill>
                <a:latin typeface="Yu Gothic Medium" panose="020B0400000000000000" pitchFamily="34" charset="-128"/>
                <a:ea typeface="Yu Gothic Medium" panose="020B0400000000000000" pitchFamily="34" charset="-128"/>
                <a:cs typeface="+mj-cs"/>
              </a:defRPr>
            </a:lvl1pPr>
          </a:lstStyle>
          <a:p>
            <a:pPr>
              <a:lnSpc>
                <a:spcPct val="150000"/>
              </a:lnSpc>
            </a:pPr>
            <a:r>
              <a:rPr lang="ja-JP" altLang="en-US" sz="2400" b="1">
                <a:solidFill>
                  <a:schemeClr val="tx1"/>
                </a:solidFill>
                <a:latin typeface="メイリオ" panose="020B0604030504040204" pitchFamily="50" charset="-128"/>
                <a:ea typeface="メイリオ" panose="020B0604030504040204" pitchFamily="50" charset="-128"/>
              </a:rPr>
              <a:t>更なるキーワード　例えば</a:t>
            </a:r>
            <a:r>
              <a:rPr lang="en-US" altLang="ja-JP" sz="2400" b="1">
                <a:solidFill>
                  <a:schemeClr val="tx1"/>
                </a:solidFill>
                <a:latin typeface="メイリオ" panose="020B0604030504040204" pitchFamily="50" charset="-128"/>
                <a:ea typeface="メイリオ" panose="020B0604030504040204" pitchFamily="50" charset="-128"/>
              </a:rPr>
              <a:t>…</a:t>
            </a:r>
            <a:endParaRPr lang="ja-JP" altLang="en-US" sz="2400" b="1">
              <a:solidFill>
                <a:schemeClr val="tx1"/>
              </a:solidFill>
              <a:latin typeface="メイリオ" panose="020B0604030504040204" pitchFamily="50" charset="-128"/>
              <a:ea typeface="メイリオ" panose="020B0604030504040204" pitchFamily="50" charset="-128"/>
            </a:endParaRPr>
          </a:p>
          <a:p>
            <a:pPr marL="914400" lvl="1" indent="-457200">
              <a:lnSpc>
                <a:spcPct val="150000"/>
              </a:lnSpc>
              <a:buFont typeface="Arial" panose="020B0604020202020204" pitchFamily="34" charset="0"/>
              <a:buChar char="•"/>
            </a:pPr>
            <a:r>
              <a:rPr lang="ja-JP" altLang="en-US">
                <a:latin typeface="メイリオ" panose="020B0604030504040204" pitchFamily="50" charset="-128"/>
                <a:ea typeface="メイリオ" panose="020B0604030504040204" pitchFamily="50" charset="-128"/>
              </a:rPr>
              <a:t>「データセットを用いた</a:t>
            </a:r>
            <a:r>
              <a:rPr lang="ja-JP" altLang="en-US" b="1">
                <a:latin typeface="メイリオ" panose="020B0604030504040204" pitchFamily="50" charset="-128"/>
                <a:ea typeface="メイリオ" panose="020B0604030504040204" pitchFamily="50" charset="-128"/>
              </a:rPr>
              <a:t>テスト結果のダッシュボード作成</a:t>
            </a:r>
            <a:r>
              <a:rPr lang="ja-JP" altLang="en-US">
                <a:latin typeface="メイリオ" panose="020B0604030504040204" pitchFamily="50" charset="-128"/>
                <a:ea typeface="メイリオ" panose="020B0604030504040204" pitchFamily="50" charset="-128"/>
              </a:rPr>
              <a:t>」</a:t>
            </a:r>
            <a:endParaRPr lang="en-US" altLang="ja-JP">
              <a:latin typeface="メイリオ" panose="020B0604030504040204" pitchFamily="50" charset="-128"/>
              <a:ea typeface="メイリオ" panose="020B0604030504040204" pitchFamily="50" charset="-128"/>
            </a:endParaRPr>
          </a:p>
          <a:p>
            <a:pPr marL="914400" lvl="1" indent="-457200">
              <a:lnSpc>
                <a:spcPct val="150000"/>
              </a:lnSpc>
              <a:buFont typeface="Arial" panose="020B0604020202020204" pitchFamily="34" charset="0"/>
              <a:buChar char="•"/>
            </a:pPr>
            <a:r>
              <a:rPr lang="ja-JP" altLang="en-US">
                <a:latin typeface="メイリオ" panose="020B0604030504040204" pitchFamily="50" charset="-128"/>
                <a:ea typeface="メイリオ" panose="020B0604030504040204" pitchFamily="50" charset="-128"/>
              </a:rPr>
              <a:t>「</a:t>
            </a:r>
            <a:r>
              <a:rPr lang="en-US" altLang="ja-JP">
                <a:latin typeface="メイリオ" panose="020B0604030504040204" pitchFamily="50" charset="-128"/>
                <a:ea typeface="メイリオ" panose="020B0604030504040204" pitchFamily="50" charset="-128"/>
              </a:rPr>
              <a:t>requirement.txt</a:t>
            </a:r>
            <a:r>
              <a:rPr lang="ja-JP" altLang="en-US">
                <a:latin typeface="メイリオ" panose="020B0604030504040204" pitchFamily="50" charset="-128"/>
                <a:ea typeface="メイリオ" panose="020B0604030504040204" pitchFamily="50" charset="-128"/>
              </a:rPr>
              <a:t>による</a:t>
            </a:r>
            <a:r>
              <a:rPr lang="ja-JP" altLang="en-US" b="1">
                <a:latin typeface="メイリオ" panose="020B0604030504040204" pitchFamily="50" charset="-128"/>
                <a:ea typeface="メイリオ" panose="020B0604030504040204" pitchFamily="50" charset="-128"/>
              </a:rPr>
              <a:t>パッケージの管理</a:t>
            </a:r>
            <a:r>
              <a:rPr lang="ja-JP" altLang="en-US">
                <a:latin typeface="メイリオ" panose="020B0604030504040204" pitchFamily="50" charset="-128"/>
                <a:ea typeface="メイリオ" panose="020B0604030504040204" pitchFamily="50" charset="-128"/>
              </a:rPr>
              <a:t>」</a:t>
            </a:r>
            <a:br>
              <a:rPr lang="en-US" altLang="ja-JP">
                <a:latin typeface="メイリオ" panose="020B0604030504040204" pitchFamily="50" charset="-128"/>
                <a:ea typeface="メイリオ" panose="020B0604030504040204" pitchFamily="50" charset="-128"/>
              </a:rPr>
            </a:br>
            <a:r>
              <a:rPr lang="ja-JP" altLang="en-US">
                <a:latin typeface="メイリオ" panose="020B0604030504040204" pitchFamily="50" charset="-128"/>
                <a:ea typeface="メイリオ" panose="020B0604030504040204" pitchFamily="50" charset="-128"/>
              </a:rPr>
              <a:t>「</a:t>
            </a:r>
            <a:r>
              <a:rPr lang="en-US" altLang="ja-JP" err="1">
                <a:latin typeface="メイリオ" panose="020B0604030504040204" pitchFamily="50" charset="-128"/>
                <a:ea typeface="メイリオ" panose="020B0604030504040204" pitchFamily="50" charset="-128"/>
              </a:rPr>
              <a:t>dependabot</a:t>
            </a:r>
            <a:r>
              <a:rPr lang="ja-JP" altLang="en-US">
                <a:latin typeface="メイリオ" panose="020B0604030504040204" pitchFamily="50" charset="-128"/>
                <a:ea typeface="メイリオ" panose="020B0604030504040204" pitchFamily="50" charset="-128"/>
              </a:rPr>
              <a:t>によるパッケージの</a:t>
            </a:r>
            <a:r>
              <a:rPr lang="ja-JP" altLang="en-US" b="1">
                <a:latin typeface="メイリオ" panose="020B0604030504040204" pitchFamily="50" charset="-128"/>
                <a:ea typeface="メイリオ" panose="020B0604030504040204" pitchFamily="50" charset="-128"/>
              </a:rPr>
              <a:t>バージョン監視</a:t>
            </a:r>
            <a:r>
              <a:rPr lang="ja-JP" altLang="en-US">
                <a:latin typeface="メイリオ" panose="020B0604030504040204" pitchFamily="50" charset="-128"/>
                <a:ea typeface="メイリオ" panose="020B0604030504040204" pitchFamily="50" charset="-128"/>
              </a:rPr>
              <a:t>」</a:t>
            </a:r>
            <a:endParaRPr lang="en-US" altLang="ja-JP">
              <a:latin typeface="メイリオ" panose="020B0604030504040204" pitchFamily="50" charset="-128"/>
              <a:ea typeface="メイリオ" panose="020B0604030504040204" pitchFamily="50" charset="-128"/>
            </a:endParaRPr>
          </a:p>
          <a:p>
            <a:pPr marL="914400" lvl="1" indent="-457200">
              <a:lnSpc>
                <a:spcPct val="150000"/>
              </a:lnSpc>
              <a:buFont typeface="Arial" panose="020B0604020202020204" pitchFamily="34" charset="0"/>
              <a:buChar char="•"/>
            </a:pPr>
            <a:r>
              <a:rPr lang="ja-JP" altLang="en-US">
                <a:latin typeface="メイリオ" panose="020B0604030504040204" pitchFamily="50" charset="-128"/>
                <a:ea typeface="メイリオ" panose="020B0604030504040204" pitchFamily="50" charset="-128"/>
              </a:rPr>
              <a:t>「</a:t>
            </a:r>
            <a:r>
              <a:rPr lang="en-US" altLang="ja-JP" b="1">
                <a:latin typeface="メイリオ" panose="020B0604030504040204" pitchFamily="50" charset="-128"/>
                <a:ea typeface="メイリオ" panose="020B0604030504040204" pitchFamily="50" charset="-128"/>
              </a:rPr>
              <a:t>IP</a:t>
            </a:r>
            <a:r>
              <a:rPr lang="ja-JP" altLang="en-US" b="1">
                <a:latin typeface="メイリオ" panose="020B0604030504040204" pitchFamily="50" charset="-128"/>
                <a:ea typeface="メイリオ" panose="020B0604030504040204" pitchFamily="50" charset="-128"/>
              </a:rPr>
              <a:t>アドレスファイアウォール</a:t>
            </a:r>
            <a:r>
              <a:rPr lang="ja-JP" altLang="en-US">
                <a:latin typeface="メイリオ" panose="020B0604030504040204" pitchFamily="50" charset="-128"/>
                <a:ea typeface="メイリオ" panose="020B0604030504040204" pitchFamily="50" charset="-128"/>
              </a:rPr>
              <a:t>に対応するためのツール選定」</a:t>
            </a:r>
            <a:endParaRPr lang="en-US" altLang="ja-JP">
              <a:latin typeface="メイリオ" panose="020B0604030504040204" pitchFamily="50" charset="-128"/>
              <a:ea typeface="メイリオ" panose="020B0604030504040204" pitchFamily="50" charset="-128"/>
            </a:endParaRPr>
          </a:p>
          <a:p>
            <a:pPr lvl="1">
              <a:lnSpc>
                <a:spcPct val="150000"/>
              </a:lnSpc>
            </a:pPr>
            <a:br>
              <a:rPr lang="en-US" altLang="ja-JP" b="1">
                <a:latin typeface="メイリオ" panose="020B0604030504040204" pitchFamily="50" charset="-128"/>
                <a:ea typeface="メイリオ" panose="020B0604030504040204" pitchFamily="50" charset="-128"/>
              </a:rPr>
            </a:br>
            <a:r>
              <a:rPr lang="ja-JP" altLang="en-US">
                <a:latin typeface="メイリオ" panose="020B0604030504040204" pitchFamily="50" charset="-128"/>
                <a:ea typeface="メイリオ" panose="020B0604030504040204" pitchFamily="50" charset="-128"/>
              </a:rPr>
              <a:t>などなど</a:t>
            </a:r>
            <a:r>
              <a:rPr lang="en-US" altLang="ja-JP">
                <a:latin typeface="メイリオ" panose="020B0604030504040204" pitchFamily="50" charset="-128"/>
                <a:ea typeface="メイリオ" panose="020B0604030504040204" pitchFamily="50" charset="-128"/>
              </a:rPr>
              <a:t>…</a:t>
            </a:r>
            <a:endParaRPr lang="en-US" altLang="ja-JP" b="1">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429020803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EEB0736-FD42-CCEA-62DE-36305592B680}"/>
              </a:ext>
            </a:extLst>
          </p:cNvPr>
          <p:cNvSpPr>
            <a:spLocks noGrp="1"/>
          </p:cNvSpPr>
          <p:nvPr>
            <p:ph type="ctrTitle"/>
          </p:nvPr>
        </p:nvSpPr>
        <p:spPr/>
        <p:txBody>
          <a:bodyPr>
            <a:normAutofit fontScale="90000"/>
          </a:bodyPr>
          <a:lstStyle/>
          <a:p>
            <a:r>
              <a:rPr kumimoji="1" lang="en-US" altLang="ja-JP"/>
              <a:t>EOF</a:t>
            </a:r>
            <a:endParaRPr kumimoji="1" lang="ja-JP" altLang="en-US"/>
          </a:p>
        </p:txBody>
      </p:sp>
      <p:sp>
        <p:nvSpPr>
          <p:cNvPr id="3" name="コンテンツ プレースホルダー 2">
            <a:extLst>
              <a:ext uri="{FF2B5EF4-FFF2-40B4-BE49-F238E27FC236}">
                <a16:creationId xmlns:a16="http://schemas.microsoft.com/office/drawing/2014/main" id="{77A2D4D8-5B7E-203B-B01C-4A47DB891465}"/>
              </a:ext>
            </a:extLst>
          </p:cNvPr>
          <p:cNvSpPr>
            <a:spLocks noGrp="1"/>
          </p:cNvSpPr>
          <p:nvPr>
            <p:ph sz="quarter" idx="15"/>
          </p:nvPr>
        </p:nvSpPr>
        <p:spPr/>
        <p:txBody>
          <a:bodyPr/>
          <a:lstStyle/>
          <a:p>
            <a:r>
              <a:rPr kumimoji="1" lang="ja-JP" altLang="en-US"/>
              <a:t>株式会社ベリサーブ函館</a:t>
            </a:r>
          </a:p>
        </p:txBody>
      </p:sp>
    </p:spTree>
    <p:extLst>
      <p:ext uri="{BB962C8B-B14F-4D97-AF65-F5344CB8AC3E}">
        <p14:creationId xmlns:p14="http://schemas.microsoft.com/office/powerpoint/2010/main" val="972811055"/>
      </p:ext>
    </p:extLst>
  </p:cSld>
  <p:clrMapOvr>
    <a:masterClrMapping/>
  </p:clrMapOvr>
</p:sld>
</file>

<file path=ppt/theme/theme1.xml><?xml version="1.0" encoding="utf-8"?>
<a:theme xmlns:a="http://schemas.openxmlformats.org/drawingml/2006/main" name="社内用">
  <a:themeElements>
    <a:clrScheme name="ユーザー定義 10">
      <a:dk1>
        <a:srgbClr val="000000"/>
      </a:dk1>
      <a:lt1>
        <a:srgbClr val="FFFFFF"/>
      </a:lt1>
      <a:dk2>
        <a:srgbClr val="003F98"/>
      </a:dk2>
      <a:lt2>
        <a:srgbClr val="C31271"/>
      </a:lt2>
      <a:accent1>
        <a:srgbClr val="003F98"/>
      </a:accent1>
      <a:accent2>
        <a:srgbClr val="969696"/>
      </a:accent2>
      <a:accent3>
        <a:srgbClr val="A5A5A5"/>
      </a:accent3>
      <a:accent4>
        <a:srgbClr val="B3B3B3"/>
      </a:accent4>
      <a:accent5>
        <a:srgbClr val="FF6500"/>
      </a:accent5>
      <a:accent6>
        <a:srgbClr val="211100"/>
      </a:accent6>
      <a:hlink>
        <a:srgbClr val="9454C3"/>
      </a:hlink>
      <a:folHlink>
        <a:srgbClr val="3EBBF0"/>
      </a:folHlink>
    </a:clrScheme>
    <a:fontScheme name="ベリサーブ">
      <a:majorFont>
        <a:latin typeface="游ゴシック"/>
        <a:ea typeface="游ゴシック"/>
        <a:cs typeface=""/>
      </a:majorFont>
      <a:minorFont>
        <a:latin typeface="游ゴシック Medium"/>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38100">
          <a:solidFill>
            <a:srgbClr val="004098"/>
          </a:solidFill>
        </a:ln>
      </a:spPr>
      <a:bodyPr rtlCol="0" anchor="ctr"/>
      <a:lstStyle>
        <a:defPPr algn="ctr">
          <a:defRPr kumimoji="1"/>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A70B7DA46CE8DE46A30B259CD4AA3E5E" ma:contentTypeVersion="29" ma:contentTypeDescription="新しいドキュメントを作成します。" ma:contentTypeScope="" ma:versionID="b56105c6a63efbc86e32b8f68cf1e054">
  <xsd:schema xmlns:xsd="http://www.w3.org/2001/XMLSchema" xmlns:xs="http://www.w3.org/2001/XMLSchema" xmlns:p="http://schemas.microsoft.com/office/2006/metadata/properties" xmlns:ns2="22028a0e-05b3-44ef-aabb-743349d9d864" xmlns:ns3="5ba7de3b-f4cf-42fa-8e88-1ac49f750ce2" targetNamespace="http://schemas.microsoft.com/office/2006/metadata/properties" ma:root="true" ma:fieldsID="085089896735222846116b871b625eb6" ns2:_="" ns3:_="">
    <xsd:import namespace="22028a0e-05b3-44ef-aabb-743349d9d864"/>
    <xsd:import namespace="5ba7de3b-f4cf-42fa-8e88-1ac49f750ce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agicPod" minOccurs="0"/>
                <xsd:element ref="ns2:Autify" minOccurs="0"/>
                <xsd:element ref="ns2:mabl" minOccurs="0"/>
                <xsd:element ref="ns2:Appium" minOccurs="0"/>
                <xsd:element ref="ns2:Selenium" minOccurs="0"/>
                <xsd:element ref="ns2:UFTOne" minOccurs="0"/>
                <xsd:element ref="ns2:Git_x30fb_GitHub" minOccurs="0"/>
                <xsd:element ref="ns2:Playwright" minOccurs="0"/>
                <xsd:element ref="ns2:Docker" minOccurs="0"/>
                <xsd:element ref="ns2:Jenkins" minOccurs="0"/>
                <xsd:element ref="ns2:CircleCI" minOccurs="0"/>
                <xsd:element ref="ns2:_x30bf__x30b0_"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2028a0e-05b3-44ef-aabb-743349d9d86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画像タグ" ma:readOnly="false" ma:fieldId="{5cf76f15-5ced-4ddc-b409-7134ff3c332f}" ma:taxonomyMulti="true" ma:sspId="3afd7d5b-aa94-4c14-94c5-0a562e085b1e" ma:termSetId="09814cd3-568e-fe90-9814-8d621ff8fb84" ma:anchorId="fba54fb3-c3e1-fe81-a776-ca4b69148c4d" ma:open="true" ma:isKeyword="false">
      <xsd:complexType>
        <xsd:sequence>
          <xsd:element ref="pc:Terms" minOccurs="0" maxOccurs="1"/>
        </xsd:sequence>
      </xsd:complexType>
    </xsd:element>
    <xsd:element name="MagicPod" ma:index="21" nillable="true" ma:displayName="MagicPod" ma:default="0" ma:format="Dropdown" ma:indexed="true" ma:internalName="MagicPod">
      <xsd:simpleType>
        <xsd:restriction base="dms:Boolean"/>
      </xsd:simpleType>
    </xsd:element>
    <xsd:element name="Autify" ma:index="22" nillable="true" ma:displayName="Autify" ma:default="0" ma:format="Dropdown" ma:indexed="true" ma:internalName="Autify">
      <xsd:simpleType>
        <xsd:restriction base="dms:Boolean"/>
      </xsd:simpleType>
    </xsd:element>
    <xsd:element name="mabl" ma:index="23" nillable="true" ma:displayName="mabl" ma:default="0" ma:format="Dropdown" ma:indexed="true" ma:internalName="mabl">
      <xsd:simpleType>
        <xsd:restriction base="dms:Boolean"/>
      </xsd:simpleType>
    </xsd:element>
    <xsd:element name="Appium" ma:index="24" nillable="true" ma:displayName="Appium" ma:default="0" ma:format="Dropdown" ma:indexed="true" ma:internalName="Appium">
      <xsd:simpleType>
        <xsd:restriction base="dms:Boolean"/>
      </xsd:simpleType>
    </xsd:element>
    <xsd:element name="Selenium" ma:index="25" nillable="true" ma:displayName="Selenium" ma:default="0" ma:format="Dropdown" ma:indexed="true" ma:internalName="Selenium">
      <xsd:simpleType>
        <xsd:restriction base="dms:Boolean"/>
      </xsd:simpleType>
    </xsd:element>
    <xsd:element name="UFTOne" ma:index="26" nillable="true" ma:displayName="UFT One" ma:default="0" ma:format="Dropdown" ma:indexed="true" ma:internalName="UFTOne">
      <xsd:simpleType>
        <xsd:restriction base="dms:Boolean"/>
      </xsd:simpleType>
    </xsd:element>
    <xsd:element name="Git_x30fb_GitHub" ma:index="27" nillable="true" ma:displayName="Git・GitHub" ma:default="0" ma:format="Dropdown" ma:indexed="true" ma:internalName="Git_x30fb_GitHub">
      <xsd:simpleType>
        <xsd:restriction base="dms:Boolean"/>
      </xsd:simpleType>
    </xsd:element>
    <xsd:element name="Playwright" ma:index="28" nillable="true" ma:displayName="Playwright" ma:default="0" ma:format="Dropdown" ma:indexed="true" ma:internalName="Playwright">
      <xsd:simpleType>
        <xsd:restriction base="dms:Boolean"/>
      </xsd:simpleType>
    </xsd:element>
    <xsd:element name="Docker" ma:index="29" nillable="true" ma:displayName="Docker" ma:default="0" ma:format="Dropdown" ma:indexed="true" ma:internalName="Docker">
      <xsd:simpleType>
        <xsd:restriction base="dms:Boolean"/>
      </xsd:simpleType>
    </xsd:element>
    <xsd:element name="Jenkins" ma:index="30" nillable="true" ma:displayName="Jenkins" ma:default="0" ma:format="Dropdown" ma:indexed="true" ma:internalName="Jenkins">
      <xsd:simpleType>
        <xsd:restriction base="dms:Boolean"/>
      </xsd:simpleType>
    </xsd:element>
    <xsd:element name="CircleCI" ma:index="31" nillable="true" ma:displayName="CircleCI" ma:default="0" ma:format="Dropdown" ma:indexed="true" ma:internalName="CircleCI">
      <xsd:simpleType>
        <xsd:restriction base="dms:Boolean"/>
      </xsd:simpleType>
    </xsd:element>
    <xsd:element name="_x30bf__x30b0_" ma:index="32" nillable="true" ma:displayName="タグ" ma:format="Dropdown" ma:internalName="_x30bf__x30b0_">
      <xsd:complexType>
        <xsd:complexContent>
          <xsd:extension base="dms:MultiChoice">
            <xsd:sequence>
              <xsd:element name="Value" maxOccurs="unbounded" minOccurs="0" nillable="true">
                <xsd:simpleType>
                  <xsd:restriction base="dms:Choice">
                    <xsd:enumeration value="Selenium"/>
                    <xsd:enumeration value="MagicPod"/>
                    <xsd:enumeration value="Appium"/>
                    <xsd:enumeration value="Autify"/>
                    <xsd:enumeration value="mabl"/>
                    <xsd:enumeration value="Git・GitHub"/>
                    <xsd:enumeration value="UFT One"/>
                    <xsd:enumeration value="Docker"/>
                    <xsd:enumeration value="CircleCI"/>
                    <xsd:enumeration value="jenkins"/>
                    <xsd:enumeration value="Playwright"/>
                  </xsd:restriction>
                </xsd:simpleType>
              </xsd:element>
            </xsd:sequence>
          </xsd:extension>
        </xsd:complexContent>
      </xsd:complexType>
    </xsd:element>
    <xsd:element name="MediaServiceObjectDetectorVersions" ma:index="33" nillable="true" ma:displayName="MediaServiceObjectDetectorVersions" ma:hidden="true" ma:indexed="true" ma:internalName="MediaServiceObjectDetectorVersions" ma:readOnly="true">
      <xsd:simpleType>
        <xsd:restriction base="dms:Text"/>
      </xsd:simpleType>
    </xsd:element>
    <xsd:element name="MediaServiceSearchProperties" ma:index="3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7de3b-f4cf-42fa-8e88-1ac49f750ce2" elementFormDefault="qualified">
    <xsd:import namespace="http://schemas.microsoft.com/office/2006/documentManagement/types"/>
    <xsd:import namespace="http://schemas.microsoft.com/office/infopath/2007/PartnerControls"/>
    <xsd:element name="SharedWithUsers" ma:index="10"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共有相手の詳細情報" ma:internalName="SharedWithDetails" ma:readOnly="true">
      <xsd:simpleType>
        <xsd:restriction base="dms:Note">
          <xsd:maxLength value="255"/>
        </xsd:restriction>
      </xsd:simpleType>
    </xsd:element>
    <xsd:element name="TaxCatchAll" ma:index="20" nillable="true" ma:displayName="分類の集約列" ma:hidden="true" ma:list="{8ca5380d-db4f-4cce-bc42-168f51ce94f2}" ma:internalName="TaxCatchAll" ma:showField="CatchAllData" ma:web="5ba7de3b-f4cf-42fa-8e88-1ac49f750ce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5ba7de3b-f4cf-42fa-8e88-1ac49f750ce2">
      <UserInfo>
        <DisplayName>T_広報・マーケティング部2022 メンバー</DisplayName>
        <AccountId>7</AccountId>
        <AccountType/>
      </UserInfo>
    </SharedWithUsers>
    <TaxCatchAll xmlns="5ba7de3b-f4cf-42fa-8e88-1ac49f750ce2" xsi:nil="true"/>
    <lcf76f155ced4ddcb4097134ff3c332f xmlns="22028a0e-05b3-44ef-aabb-743349d9d864">
      <Terms xmlns="http://schemas.microsoft.com/office/infopath/2007/PartnerControls"/>
    </lcf76f155ced4ddcb4097134ff3c332f>
    <_x30bf__x30b0_ xmlns="22028a0e-05b3-44ef-aabb-743349d9d864" xsi:nil="true"/>
    <Jenkins xmlns="22028a0e-05b3-44ef-aabb-743349d9d864">false</Jenkins>
    <UFTOne xmlns="22028a0e-05b3-44ef-aabb-743349d9d864">false</UFTOne>
    <Appium xmlns="22028a0e-05b3-44ef-aabb-743349d9d864">false</Appium>
    <MagicPod xmlns="22028a0e-05b3-44ef-aabb-743349d9d864">false</MagicPod>
    <CircleCI xmlns="22028a0e-05b3-44ef-aabb-743349d9d864">false</CircleCI>
    <Autify xmlns="22028a0e-05b3-44ef-aabb-743349d9d864">false</Autify>
    <Git_x30fb_GitHub xmlns="22028a0e-05b3-44ef-aabb-743349d9d864">false</Git_x30fb_GitHub>
    <Playwright xmlns="22028a0e-05b3-44ef-aabb-743349d9d864">false</Playwright>
    <Selenium xmlns="22028a0e-05b3-44ef-aabb-743349d9d864">false</Selenium>
    <Docker xmlns="22028a0e-05b3-44ef-aabb-743349d9d864">false</Docker>
    <mabl xmlns="22028a0e-05b3-44ef-aabb-743349d9d864">false</mabl>
  </documentManagement>
</p:properties>
</file>

<file path=customXml/itemProps1.xml><?xml version="1.0" encoding="utf-8"?>
<ds:datastoreItem xmlns:ds="http://schemas.openxmlformats.org/officeDocument/2006/customXml" ds:itemID="{94A1B07D-6761-4653-8409-36C481E82252}">
  <ds:schemaRefs>
    <ds:schemaRef ds:uri="22028a0e-05b3-44ef-aabb-743349d9d864"/>
    <ds:schemaRef ds:uri="5ba7de3b-f4cf-42fa-8e88-1ac49f750ce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08E4C9E-0970-4AE0-8EDC-756BF45BB9FD}">
  <ds:schemaRefs>
    <ds:schemaRef ds:uri="http://schemas.microsoft.com/sharepoint/v3/contenttype/forms"/>
  </ds:schemaRefs>
</ds:datastoreItem>
</file>

<file path=customXml/itemProps3.xml><?xml version="1.0" encoding="utf-8"?>
<ds:datastoreItem xmlns:ds="http://schemas.openxmlformats.org/officeDocument/2006/customXml" ds:itemID="{A2BE8C88-CDF6-4F90-8A8F-11B9B8A2F9B8}">
  <ds:schemaRefs>
    <ds:schemaRef ds:uri="22028a0e-05b3-44ef-aabb-743349d9d864"/>
    <ds:schemaRef ds:uri="5ba7de3b-f4cf-42fa-8e88-1ac49f750ce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194</TotalTime>
  <Words>5687</Words>
  <Application>Microsoft Office PowerPoint</Application>
  <PresentationFormat>ワイド画面</PresentationFormat>
  <Paragraphs>663</Paragraphs>
  <Slides>58</Slides>
  <Notes>0</Notes>
  <HiddenSlides>0</HiddenSlides>
  <MMClips>0</MMClips>
  <ScaleCrop>false</ScaleCrop>
  <HeadingPairs>
    <vt:vector size="6" baseType="variant">
      <vt:variant>
        <vt:lpstr>使用されているフォント</vt:lpstr>
      </vt:variant>
      <vt:variant>
        <vt:i4>9</vt:i4>
      </vt:variant>
      <vt:variant>
        <vt:lpstr>テーマ</vt:lpstr>
      </vt:variant>
      <vt:variant>
        <vt:i4>1</vt:i4>
      </vt:variant>
      <vt:variant>
        <vt:lpstr>スライド タイトル</vt:lpstr>
      </vt:variant>
      <vt:variant>
        <vt:i4>58</vt:i4>
      </vt:variant>
    </vt:vector>
  </HeadingPairs>
  <TitlesOfParts>
    <vt:vector size="68" baseType="lpstr">
      <vt:lpstr>システムフォント（レギュラー）</vt:lpstr>
      <vt:lpstr>メイリオ</vt:lpstr>
      <vt:lpstr>Yu Gothic</vt:lpstr>
      <vt:lpstr>Yu Gothic</vt:lpstr>
      <vt:lpstr>游ゴシック Medium</vt:lpstr>
      <vt:lpstr>游ゴシック Medium</vt:lpstr>
      <vt:lpstr>Arial</vt:lpstr>
      <vt:lpstr>Cascadia Code ExtraLight</vt:lpstr>
      <vt:lpstr>Cascadia Code Light</vt:lpstr>
      <vt:lpstr>社内用</vt:lpstr>
      <vt:lpstr>ベリサーブ函館テスト自動化研修： CICDアーキテクチャ研修資料</vt:lpstr>
      <vt:lpstr>アジェンダ：この研修でできるようになること</vt:lpstr>
      <vt:lpstr>おことわり</vt:lpstr>
      <vt:lpstr>実装イメージ</vt:lpstr>
      <vt:lpstr>実装イメージ</vt:lpstr>
      <vt:lpstr>研修準備：作業環境構築</vt:lpstr>
      <vt:lpstr>研修準備：作業環境構築</vt:lpstr>
      <vt:lpstr>研修準備：受講にあたって</vt:lpstr>
      <vt:lpstr>研修①：ワークフロー作成：自動実行の実装</vt:lpstr>
      <vt:lpstr>研修①：ワークフロー作成：自動実行の実装</vt:lpstr>
      <vt:lpstr>研修①：ワークフロー作成：自動実行の実装</vt:lpstr>
      <vt:lpstr>研修①：ワークフロー作成：自動実行の実装</vt:lpstr>
      <vt:lpstr>研修①：ワークフロー作成：自動実行の実装</vt:lpstr>
      <vt:lpstr>研修①：ワークフロー作成：自動実行の実装</vt:lpstr>
      <vt:lpstr>研修①：ワークフロー作成：自動実行の実装</vt:lpstr>
      <vt:lpstr>研修①：ワークフロー作成：自動実行の実装</vt:lpstr>
      <vt:lpstr>研修②：スクリプト作成：データの整形(json -&gt; xlsx)</vt:lpstr>
      <vt:lpstr>研修②：スクリプト作成：データの整形(json -&gt; xlsx)</vt:lpstr>
      <vt:lpstr>研修②：スクリプト作成：データ整形(json -&gt; xlsx)</vt:lpstr>
      <vt:lpstr>研修②：スクリプト作成：データ整形(json -&gt; xlsx)</vt:lpstr>
      <vt:lpstr>研修②：スクリプト作成：データ整形(json -&gt; xlsx)</vt:lpstr>
      <vt:lpstr>研修②：スクリプト作成：データ整形(json -&gt; xlsx)</vt:lpstr>
      <vt:lpstr>研修②：スクリプト作成：テスト結果出力(xlsx)</vt:lpstr>
      <vt:lpstr>研修②：スクリプト作成：テスト結果出力(xlsx)</vt:lpstr>
      <vt:lpstr>研修③：スクリプト作成：テスト結果の外部通知</vt:lpstr>
      <vt:lpstr>研修③：スクリプト作成：テスト結果の外部通知</vt:lpstr>
      <vt:lpstr>研修③：スクリプト作成：テスト結果の外部通知</vt:lpstr>
      <vt:lpstr>研修③：スクリプト作成：テスト結果の外部通知</vt:lpstr>
      <vt:lpstr>PowerPoint プレゼンテーション</vt:lpstr>
      <vt:lpstr>研修③：スクリプト作成：テスト結果の外部通知</vt:lpstr>
      <vt:lpstr>研修③：スクリプト作成：テスト結果の外部通知</vt:lpstr>
      <vt:lpstr>研修③：スクリプト作成：テスト結果の外部通知</vt:lpstr>
      <vt:lpstr>研修③：スクリプト作成：テスト結果の外部通知</vt:lpstr>
      <vt:lpstr>研修③：スクリプト作成：テスト結果の外部通知</vt:lpstr>
      <vt:lpstr>研修③：スクリプト作成：テスト結果の外部通知</vt:lpstr>
      <vt:lpstr>研修④：スクリプト作成：AIを活用したテスト結果の分析</vt:lpstr>
      <vt:lpstr>研修④：スクリプト作成：AIを活用したテスト結果の分析</vt:lpstr>
      <vt:lpstr>研修④：スクリプト作成：AIを活用したテスト結果の分析</vt:lpstr>
      <vt:lpstr>研修④：スクリプト作成：AIを活用したテスト結果の分析</vt:lpstr>
      <vt:lpstr>研修④：スクリプト作成：AIを活用したテスト結果の分析</vt:lpstr>
      <vt:lpstr>研修④：スクリプト作成：AIを活用したテスト結果の分析</vt:lpstr>
      <vt:lpstr>研修④：スクリプト作成：AIを活用したテスト結果の分析</vt:lpstr>
      <vt:lpstr>研修④：スクリプト作成：AIを活用したテスト結果の分析</vt:lpstr>
      <vt:lpstr>研修⑤：ワークフロー作成：自動実行の完成</vt:lpstr>
      <vt:lpstr>研修⑤：ワークフロー作成：自動実行の完成</vt:lpstr>
      <vt:lpstr>研修⑤：ワークフロー作成：自動実行の完成</vt:lpstr>
      <vt:lpstr>研修⑤：ワークフロー作成：自動実行の完成</vt:lpstr>
      <vt:lpstr>研修⑤：ワークフロー作成：自動実行の完成</vt:lpstr>
      <vt:lpstr>研修⑤：ワークフロー作成：自動実行の完成</vt:lpstr>
      <vt:lpstr>研修⑤：ワークフロー作成：自動実行の完成</vt:lpstr>
      <vt:lpstr>研修⑤：ワークフロー作成：自動実行の完成</vt:lpstr>
      <vt:lpstr>研修⑤：ワークフロー作成：自動実行の完成</vt:lpstr>
      <vt:lpstr>研修⑤：ワークフロー作成：自動実行の完成</vt:lpstr>
      <vt:lpstr>研修⑤：ワークフロー作成：自動実行の完成</vt:lpstr>
      <vt:lpstr>研修⑤：ワークフロー作成：自動実行の完成</vt:lpstr>
      <vt:lpstr>おわりに</vt:lpstr>
      <vt:lpstr>おわりに</vt:lpstr>
      <vt:lpstr>EOF</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川嶋 夏生</dc:creator>
  <cp:lastModifiedBy>fukushima yui</cp:lastModifiedBy>
  <cp:revision>62</cp:revision>
  <cp:lastPrinted>2023-08-22T04:16:01Z</cp:lastPrinted>
  <dcterms:created xsi:type="dcterms:W3CDTF">2023-07-21T09:37:20Z</dcterms:created>
  <dcterms:modified xsi:type="dcterms:W3CDTF">2026-06-11T02:46:23Z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0x010100A70B7DA46CE8DE46A30B259CD4AA3E5E</vt:lpwstr>
  </property>
  <property fmtid="{D5CDD505-2E9C-101B-9397-08002B2CF9AE}" pid="3" name="MediaServiceImageTags">
    <vt:lpwstr/>
  </property>
</Properties>
</file>